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0e9aeee3cf24f5c" /><Relationship Type="http://schemas.openxmlformats.org/officeDocument/2006/relationships/extended-properties" Target="/docProps/app.xml" Id="Re6685c56806e47c0" /><Relationship Type="http://schemas.openxmlformats.org/officeDocument/2006/relationships/officeDocument" Target="/ppt/presentation.xml" Id="Rbdbe89a2b152459c" /></Relationships>
</file>

<file path=ppt/presentation.xml><?xml version="1.0" encoding="utf-8"?>
<p:presentation xmlns:p="http://schemas.openxmlformats.org/presentationml/2006/main">
  <p:sldMasterIdLst>
    <p:sldMasterId xmlns:r="http://schemas.openxmlformats.org/officeDocument/2006/relationships" id="2147483648" r:id="R0d69c35d7aa84d30"/>
  </p:sldMasterIdLst>
  <p:notesMasterIdLst>
    <p:notesMasterId xmlns:r="http://schemas.openxmlformats.org/officeDocument/2006/relationships" r:id="R698772b087954676"/>
  </p:notesMasterIdLst>
  <p:sldIdLst>
    <p:sldId xmlns:r="http://schemas.openxmlformats.org/officeDocument/2006/relationships" id="256" r:id="R265e7b5d3f1d47a1"/>
    <p:sldId xmlns:r="http://schemas.openxmlformats.org/officeDocument/2006/relationships" id="257" r:id="Rb947faf6f5474b5c"/>
    <p:sldId xmlns:r="http://schemas.openxmlformats.org/officeDocument/2006/relationships" id="258" r:id="Rb52e7a1d692d4bae"/>
    <p:sldId xmlns:r="http://schemas.openxmlformats.org/officeDocument/2006/relationships" id="259" r:id="R45bb434e67264baf"/>
    <p:sldId xmlns:r="http://schemas.openxmlformats.org/officeDocument/2006/relationships" id="260" r:id="R95fed139509c4b5c"/>
    <p:sldId xmlns:r="http://schemas.openxmlformats.org/officeDocument/2006/relationships" id="261" r:id="Rf01c3e72c99f4cac"/>
    <p:sldId xmlns:r="http://schemas.openxmlformats.org/officeDocument/2006/relationships" id="262" r:id="R8678c5824c1f4b84"/>
    <p:sldId xmlns:r="http://schemas.openxmlformats.org/officeDocument/2006/relationships" id="263" r:id="Rbeaabdc226ef4a8b"/>
    <p:sldId xmlns:r="http://schemas.openxmlformats.org/officeDocument/2006/relationships" id="264" r:id="Rcdcd632921d74e19"/>
    <p:sldId xmlns:r="http://schemas.openxmlformats.org/officeDocument/2006/relationships" id="265" r:id="Rcc0acc358fdd4f32"/>
    <p:sldId xmlns:r="http://schemas.openxmlformats.org/officeDocument/2006/relationships" id="266" r:id="Rd18dcbf951914bcb"/>
    <p:sldId xmlns:r="http://schemas.openxmlformats.org/officeDocument/2006/relationships" id="267" r:id="Rd95fc09e88c64732"/>
    <p:sldId xmlns:r="http://schemas.openxmlformats.org/officeDocument/2006/relationships" id="268" r:id="R180c7753a8834f1b"/>
    <p:sldId xmlns:r="http://schemas.openxmlformats.org/officeDocument/2006/relationships" id="269" r:id="R48f50e3331ee4221"/>
    <p:sldId xmlns:r="http://schemas.openxmlformats.org/officeDocument/2006/relationships" id="270" r:id="R1f80ca88cd0843cb"/>
    <p:sldId xmlns:r="http://schemas.openxmlformats.org/officeDocument/2006/relationships" id="271" r:id="R4491425d8ff74c29"/>
    <p:sldId xmlns:r="http://schemas.openxmlformats.org/officeDocument/2006/relationships" id="272" r:id="R2096bba6a8224f44"/>
    <p:sldId xmlns:r="http://schemas.openxmlformats.org/officeDocument/2006/relationships" id="273" r:id="Rb804ecdddbfb4e28"/>
    <p:sldId xmlns:r="http://schemas.openxmlformats.org/officeDocument/2006/relationships" id="274" r:id="R5cce0172f4564cef"/>
    <p:sldId xmlns:r="http://schemas.openxmlformats.org/officeDocument/2006/relationships" id="275" r:id="Rf0d391d6ee3d4b58"/>
    <p:sldId xmlns:r="http://schemas.openxmlformats.org/officeDocument/2006/relationships" id="276" r:id="R44ac25870e6f431b"/>
    <p:sldId xmlns:r="http://schemas.openxmlformats.org/officeDocument/2006/relationships" id="277" r:id="R2ff4304760384c82"/>
    <p:sldId xmlns:r="http://schemas.openxmlformats.org/officeDocument/2006/relationships" id="278" r:id="R00c3b6d354064daf"/>
    <p:sldId xmlns:r="http://schemas.openxmlformats.org/officeDocument/2006/relationships" id="279" r:id="R63ea619c0de9421e"/>
    <p:sldId xmlns:r="http://schemas.openxmlformats.org/officeDocument/2006/relationships" id="280" r:id="R119f732f43714711"/>
    <p:sldId xmlns:r="http://schemas.openxmlformats.org/officeDocument/2006/relationships" id="281" r:id="Rf0cd7098939642a2"/>
    <p:sldId xmlns:r="http://schemas.openxmlformats.org/officeDocument/2006/relationships" id="282" r:id="Reb4a14c37ca44bf8"/>
    <p:sldId xmlns:r="http://schemas.openxmlformats.org/officeDocument/2006/relationships" id="283" r:id="Rf552d7bc462a4267"/>
    <p:sldId xmlns:r="http://schemas.openxmlformats.org/officeDocument/2006/relationships" id="284" r:id="Re14d7c2e795a47bf"/>
    <p:sldId xmlns:r="http://schemas.openxmlformats.org/officeDocument/2006/relationships" id="285" r:id="R3c481b649a9a46ce"/>
    <p:sldId xmlns:r="http://schemas.openxmlformats.org/officeDocument/2006/relationships" id="286" r:id="R21206334102043e9"/>
    <p:sldId xmlns:r="http://schemas.openxmlformats.org/officeDocument/2006/relationships" id="287" r:id="R29be7ba757154c6b"/>
    <p:sldId xmlns:r="http://schemas.openxmlformats.org/officeDocument/2006/relationships" id="288" r:id="R32feed20740343cf"/>
    <p:sldId xmlns:r="http://schemas.openxmlformats.org/officeDocument/2006/relationships" id="289" r:id="R06d545c52d20451e"/>
    <p:sldId xmlns:r="http://schemas.openxmlformats.org/officeDocument/2006/relationships" id="290" r:id="Rec732059a6654c40"/>
    <p:sldId xmlns:r="http://schemas.openxmlformats.org/officeDocument/2006/relationships" id="291" r:id="R66e88b7a65b84042"/>
    <p:sldId xmlns:r="http://schemas.openxmlformats.org/officeDocument/2006/relationships" id="292" r:id="Rde40f1a8fbd14f9e"/>
    <p:sldId xmlns:r="http://schemas.openxmlformats.org/officeDocument/2006/relationships" id="293" r:id="R5c7f8dab4b0b472a"/>
    <p:sldId xmlns:r="http://schemas.openxmlformats.org/officeDocument/2006/relationships" id="294" r:id="Rb1cf8bc307dc492b"/>
    <p:sldId xmlns:r="http://schemas.openxmlformats.org/officeDocument/2006/relationships" id="295" r:id="Redfb1fabb7d54511"/>
    <p:sldId xmlns:r="http://schemas.openxmlformats.org/officeDocument/2006/relationships" id="296" r:id="Rf9dbdf753cb54e1d"/>
    <p:sldId xmlns:r="http://schemas.openxmlformats.org/officeDocument/2006/relationships" id="297" r:id="R6dbe270c4afa49d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9719e291bf54c8b" /><Relationship Type="http://schemas.openxmlformats.org/officeDocument/2006/relationships/slideMaster" Target="/ppt/slideMasters/slideMaster1.xml" Id="R0d69c35d7aa84d30" /><Relationship Type="http://schemas.openxmlformats.org/officeDocument/2006/relationships/notesMaster" Target="/ppt/notesMasters/notesMaster1.xml" Id="R698772b087954676" /><Relationship Type="http://schemas.openxmlformats.org/officeDocument/2006/relationships/presProps" Target="/ppt/presProps.xml" Id="Ra11726e994964dea" /><Relationship Type="http://schemas.openxmlformats.org/officeDocument/2006/relationships/tableStyles" Target="/ppt/tableStyles.xml" Id="R569797de6b144504" /><Relationship Type="http://schemas.openxmlformats.org/officeDocument/2006/relationships/slide" Target="/ppt/slides/slide1.xml" Id="R265e7b5d3f1d47a1" /><Relationship Type="http://schemas.openxmlformats.org/officeDocument/2006/relationships/slide" Target="/ppt/slides/slide2.xml" Id="Rb947faf6f5474b5c" /><Relationship Type="http://schemas.openxmlformats.org/officeDocument/2006/relationships/slide" Target="/ppt/slides/slide3.xml" Id="Rb52e7a1d692d4bae" /><Relationship Type="http://schemas.openxmlformats.org/officeDocument/2006/relationships/slide" Target="/ppt/slides/slide4.xml" Id="R45bb434e67264baf" /><Relationship Type="http://schemas.openxmlformats.org/officeDocument/2006/relationships/slide" Target="/ppt/slides/slide5.xml" Id="R95fed139509c4b5c" /><Relationship Type="http://schemas.openxmlformats.org/officeDocument/2006/relationships/slide" Target="/ppt/slides/slide6.xml" Id="Rf01c3e72c99f4cac" /><Relationship Type="http://schemas.openxmlformats.org/officeDocument/2006/relationships/slide" Target="/ppt/slides/slide7.xml" Id="R8678c5824c1f4b84" /><Relationship Type="http://schemas.openxmlformats.org/officeDocument/2006/relationships/slide" Target="/ppt/slides/slide8.xml" Id="Rbeaabdc226ef4a8b" /><Relationship Type="http://schemas.openxmlformats.org/officeDocument/2006/relationships/slide" Target="/ppt/slides/slide9.xml" Id="Rcdcd632921d74e19" /><Relationship Type="http://schemas.openxmlformats.org/officeDocument/2006/relationships/slide" Target="/ppt/slides/slide10.xml" Id="Rcc0acc358fdd4f32" /><Relationship Type="http://schemas.openxmlformats.org/officeDocument/2006/relationships/slide" Target="/ppt/slides/slide11.xml" Id="Rd18dcbf951914bcb" /><Relationship Type="http://schemas.openxmlformats.org/officeDocument/2006/relationships/slide" Target="/ppt/slides/slide12.xml" Id="Rd95fc09e88c64732" /><Relationship Type="http://schemas.openxmlformats.org/officeDocument/2006/relationships/slide" Target="/ppt/slides/slide13.xml" Id="R180c7753a8834f1b" /><Relationship Type="http://schemas.openxmlformats.org/officeDocument/2006/relationships/slide" Target="/ppt/slides/slide14.xml" Id="R48f50e3331ee4221" /><Relationship Type="http://schemas.openxmlformats.org/officeDocument/2006/relationships/slide" Target="/ppt/slides/slide15.xml" Id="R1f80ca88cd0843cb" /><Relationship Type="http://schemas.openxmlformats.org/officeDocument/2006/relationships/slide" Target="/ppt/slides/slide16.xml" Id="R4491425d8ff74c29" /><Relationship Type="http://schemas.openxmlformats.org/officeDocument/2006/relationships/slide" Target="/ppt/slides/slide17.xml" Id="R2096bba6a8224f44" /><Relationship Type="http://schemas.openxmlformats.org/officeDocument/2006/relationships/slide" Target="/ppt/slides/slide18.xml" Id="Rb804ecdddbfb4e28" /><Relationship Type="http://schemas.openxmlformats.org/officeDocument/2006/relationships/slide" Target="/ppt/slides/slide19.xml" Id="R5cce0172f4564cef" /><Relationship Type="http://schemas.openxmlformats.org/officeDocument/2006/relationships/slide" Target="/ppt/slides/slide20.xml" Id="Rf0d391d6ee3d4b58" /><Relationship Type="http://schemas.openxmlformats.org/officeDocument/2006/relationships/slide" Target="/ppt/slides/slide21.xml" Id="R44ac25870e6f431b" /><Relationship Type="http://schemas.openxmlformats.org/officeDocument/2006/relationships/slide" Target="/ppt/slides/slide22.xml" Id="R2ff4304760384c82" /><Relationship Type="http://schemas.openxmlformats.org/officeDocument/2006/relationships/slide" Target="/ppt/slides/slide23.xml" Id="R00c3b6d354064daf" /><Relationship Type="http://schemas.openxmlformats.org/officeDocument/2006/relationships/slide" Target="/ppt/slides/slide24.xml" Id="R63ea619c0de9421e" /><Relationship Type="http://schemas.openxmlformats.org/officeDocument/2006/relationships/slide" Target="/ppt/slides/slide25.xml" Id="R119f732f43714711" /><Relationship Type="http://schemas.openxmlformats.org/officeDocument/2006/relationships/slide" Target="/ppt/slides/slide26.xml" Id="Rf0cd7098939642a2" /><Relationship Type="http://schemas.openxmlformats.org/officeDocument/2006/relationships/slide" Target="/ppt/slides/slide27.xml" Id="Reb4a14c37ca44bf8" /><Relationship Type="http://schemas.openxmlformats.org/officeDocument/2006/relationships/slide" Target="/ppt/slides/slide28.xml" Id="Rf552d7bc462a4267" /><Relationship Type="http://schemas.openxmlformats.org/officeDocument/2006/relationships/slide" Target="/ppt/slides/slide29.xml" Id="Re14d7c2e795a47bf" /><Relationship Type="http://schemas.openxmlformats.org/officeDocument/2006/relationships/slide" Target="/ppt/slides/slide30.xml" Id="R3c481b649a9a46ce" /><Relationship Type="http://schemas.openxmlformats.org/officeDocument/2006/relationships/slide" Target="/ppt/slides/slide31.xml" Id="R21206334102043e9" /><Relationship Type="http://schemas.openxmlformats.org/officeDocument/2006/relationships/slide" Target="/ppt/slides/slide32.xml" Id="R29be7ba757154c6b" /><Relationship Type="http://schemas.openxmlformats.org/officeDocument/2006/relationships/slide" Target="/ppt/slides/slide33.xml" Id="R32feed20740343cf" /><Relationship Type="http://schemas.openxmlformats.org/officeDocument/2006/relationships/slide" Target="/ppt/slides/slide34.xml" Id="R06d545c52d20451e" /><Relationship Type="http://schemas.openxmlformats.org/officeDocument/2006/relationships/slide" Target="/ppt/slides/slide35.xml" Id="Rec732059a6654c40" /><Relationship Type="http://schemas.openxmlformats.org/officeDocument/2006/relationships/slide" Target="/ppt/slides/slide36.xml" Id="R66e88b7a65b84042" /><Relationship Type="http://schemas.openxmlformats.org/officeDocument/2006/relationships/slide" Target="/ppt/slides/slide37.xml" Id="Rde40f1a8fbd14f9e" /><Relationship Type="http://schemas.openxmlformats.org/officeDocument/2006/relationships/slide" Target="/ppt/slides/slide38.xml" Id="R5c7f8dab4b0b472a" /><Relationship Type="http://schemas.openxmlformats.org/officeDocument/2006/relationships/slide" Target="/ppt/slides/slide39.xml" Id="Rb1cf8bc307dc492b" /><Relationship Type="http://schemas.openxmlformats.org/officeDocument/2006/relationships/slide" Target="/ppt/slides/slide40.xml" Id="Redfb1fabb7d54511" /><Relationship Type="http://schemas.openxmlformats.org/officeDocument/2006/relationships/slide" Target="/ppt/slides/slide41.xml" Id="Rf9dbdf753cb54e1d" /><Relationship Type="http://schemas.openxmlformats.org/officeDocument/2006/relationships/slide" Target="/ppt/slides/slide42.xml" Id="R6dbe270c4afa49d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f9b78be27134d4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c8d87eaec3e4000" /><Relationship Type="http://schemas.openxmlformats.org/officeDocument/2006/relationships/notesMaster" Target="/ppt/notesMasters/notesMaster1.xml" Id="Ra525d38eeeb94128" /></Relationships>
</file>

<file path=ppt/notesSlides/_rels/notesSlide2.xml.rels>&#65279;<?xml version="1.0" encoding="utf-8"?><Relationships xmlns="http://schemas.openxmlformats.org/package/2006/relationships"><Relationship Type="http://schemas.openxmlformats.org/officeDocument/2006/relationships/slide" Target="/ppt/slides/slide2.xml" Id="R200899e50a994db8" /><Relationship Type="http://schemas.openxmlformats.org/officeDocument/2006/relationships/notesMaster" Target="/ppt/notesMasters/notesMaster1.xml" Id="Rffed9890e36d4716" /></Relationships>
</file>

<file path=ppt/notesSlides/_rels/notesSlide3.xml.rels>&#65279;<?xml version="1.0" encoding="utf-8"?><Relationships xmlns="http://schemas.openxmlformats.org/package/2006/relationships"><Relationship Type="http://schemas.openxmlformats.org/officeDocument/2006/relationships/slide" Target="/ppt/slides/slide3.xml" Id="R78d05bf019b84fda" /><Relationship Type="http://schemas.openxmlformats.org/officeDocument/2006/relationships/notesMaster" Target="/ppt/notesMasters/notesMaster1.xml" Id="R3ff0242074a74ead" /></Relationships>
</file>

<file path=ppt/notesSlides/_rels/notesSlide4.xml.rels>&#65279;<?xml version="1.0" encoding="utf-8"?><Relationships xmlns="http://schemas.openxmlformats.org/package/2006/relationships"><Relationship Type="http://schemas.openxmlformats.org/officeDocument/2006/relationships/slide" Target="/ppt/slides/slide4.xml" Id="R723dbe955c4141ae" /><Relationship Type="http://schemas.openxmlformats.org/officeDocument/2006/relationships/notesMaster" Target="/ppt/notesMasters/notesMaster1.xml" Id="R7fa7c7af928c47ac" /></Relationships>
</file>

<file path=ppt/notesSlides/_rels/notesSlide5.xml.rels>&#65279;<?xml version="1.0" encoding="utf-8"?><Relationships xmlns="http://schemas.openxmlformats.org/package/2006/relationships"><Relationship Type="http://schemas.openxmlformats.org/officeDocument/2006/relationships/slide" Target="/ppt/slides/slide5.xml" Id="R0f263be95f7c4168" /><Relationship Type="http://schemas.openxmlformats.org/officeDocument/2006/relationships/notesMaster" Target="/ppt/notesMasters/notesMaster1.xml" Id="R2105749f1b494962" /></Relationships>
</file>

<file path=ppt/notesSlides/_rels/notesSlide6.xml.rels>&#65279;<?xml version="1.0" encoding="utf-8"?><Relationships xmlns="http://schemas.openxmlformats.org/package/2006/relationships"><Relationship Type="http://schemas.openxmlformats.org/officeDocument/2006/relationships/slide" Target="/ppt/slides/slide6.xml" Id="R1cd809b1e6384ad4" /><Relationship Type="http://schemas.openxmlformats.org/officeDocument/2006/relationships/notesMaster" Target="/ppt/notesMasters/notesMaster1.xml" Id="Rbe0f473636c543c6" /></Relationships>
</file>

<file path=ppt/notesSlides/_rels/notesSlide7.xml.rels>&#65279;<?xml version="1.0" encoding="utf-8"?><Relationships xmlns="http://schemas.openxmlformats.org/package/2006/relationships"><Relationship Type="http://schemas.openxmlformats.org/officeDocument/2006/relationships/slide" Target="/ppt/slides/slide7.xml" Id="R427d1bcc6ded4b77" /><Relationship Type="http://schemas.openxmlformats.org/officeDocument/2006/relationships/notesMaster" Target="/ppt/notesMasters/notesMaster1.xml" Id="Rf0bbc3c8520d4a9d" /></Relationships>
</file>

<file path=ppt/notesSlides/_rels/notesSlide8.xml.rels>&#65279;<?xml version="1.0" encoding="utf-8"?><Relationships xmlns="http://schemas.openxmlformats.org/package/2006/relationships"><Relationship Type="http://schemas.openxmlformats.org/officeDocument/2006/relationships/slide" Target="/ppt/slides/slide8.xml" Id="R68d3b8e7266e4283" /><Relationship Type="http://schemas.openxmlformats.org/officeDocument/2006/relationships/notesMaster" Target="/ppt/notesMasters/notesMaster1.xml" Id="R8f0e3041ebcd4ff1" /></Relationships>
</file>

<file path=ppt/notesSlides/_rels/notesSlide9.xml.rels>&#65279;<?xml version="1.0" encoding="utf-8"?><Relationships xmlns="http://schemas.openxmlformats.org/package/2006/relationships"><Relationship Type="http://schemas.openxmlformats.org/officeDocument/2006/relationships/slide" Target="/ppt/slides/slide9.xml" Id="Rb9e90a59982b424e" /><Relationship Type="http://schemas.openxmlformats.org/officeDocument/2006/relationships/notesMaster" Target="/ppt/notesMasters/notesMaster1.xml" Id="R6e2cc90ed0d0495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04e6598e33d4eec" /><Relationship Type="http://schemas.openxmlformats.org/officeDocument/2006/relationships/notesMaster" Target="/ppt/notesMasters/notesMaster1.xml" Id="R65a5b13a27e748e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188fb0aabc04b04" /><Relationship Type="http://schemas.openxmlformats.org/officeDocument/2006/relationships/notesMaster" Target="/ppt/notesMasters/notesMaster1.xml" Id="R02d7a187855d478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b1674a784144b0e" /><Relationship Type="http://schemas.openxmlformats.org/officeDocument/2006/relationships/notesMaster" Target="/ppt/notesMasters/notesMaster1.xml" Id="R6e2d6062e4a14eb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aac80f28c80450d" /><Relationship Type="http://schemas.openxmlformats.org/officeDocument/2006/relationships/notesMaster" Target="/ppt/notesMasters/notesMaster1.xml" Id="Rca0637210e5045e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5e222e9a029457f" /><Relationship Type="http://schemas.openxmlformats.org/officeDocument/2006/relationships/notesMaster" Target="/ppt/notesMasters/notesMaster1.xml" Id="R94f62d471f2445a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cefb782766a4c06" /><Relationship Type="http://schemas.openxmlformats.org/officeDocument/2006/relationships/notesMaster" Target="/ppt/notesMasters/notesMaster1.xml" Id="R34c94d8378044cc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64610efc2e84970" /><Relationship Type="http://schemas.openxmlformats.org/officeDocument/2006/relationships/notesMaster" Target="/ppt/notesMasters/notesMaster1.xml" Id="R901bf0d5dc504bd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2b0c02d1dbb4eed" /><Relationship Type="http://schemas.openxmlformats.org/officeDocument/2006/relationships/notesMaster" Target="/ppt/notesMasters/notesMaster1.xml" Id="R6453df62fc8f412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e5568ce21024a69" /><Relationship Type="http://schemas.openxmlformats.org/officeDocument/2006/relationships/notesMaster" Target="/ppt/notesMasters/notesMaster1.xml" Id="R479adec7bdba42c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42c8a0baa8f4c02" /><Relationship Type="http://schemas.openxmlformats.org/officeDocument/2006/relationships/notesMaster" Target="/ppt/notesMasters/notesMaster1.xml" Id="R4fa3788606c349e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a07fd31268844cf" /><Relationship Type="http://schemas.openxmlformats.org/officeDocument/2006/relationships/notesMaster" Target="/ppt/notesMasters/notesMaster1.xml" Id="R2eefdbd9cbb843e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673874080f74413" /><Relationship Type="http://schemas.openxmlformats.org/officeDocument/2006/relationships/notesMaster" Target="/ppt/notesMasters/notesMaster1.xml" Id="R4732d91148b9491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2749cb0ee754058" /><Relationship Type="http://schemas.openxmlformats.org/officeDocument/2006/relationships/notesMaster" Target="/ppt/notesMasters/notesMaster1.xml" Id="R4ea276d411fa47f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c9caae0ab65450e" /><Relationship Type="http://schemas.openxmlformats.org/officeDocument/2006/relationships/notesMaster" Target="/ppt/notesMasters/notesMaster1.xml" Id="R0d36d792730742c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c70288bc5314599" /><Relationship Type="http://schemas.openxmlformats.org/officeDocument/2006/relationships/notesMaster" Target="/ppt/notesMasters/notesMaster1.xml" Id="R9e281cd7d5894f9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4e3476a133c4705" /><Relationship Type="http://schemas.openxmlformats.org/officeDocument/2006/relationships/notesMaster" Target="/ppt/notesMasters/notesMaster1.xml" Id="Ra430b224f4b54c0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ebb15d36b3545e4" /><Relationship Type="http://schemas.openxmlformats.org/officeDocument/2006/relationships/notesMaster" Target="/ppt/notesMasters/notesMaster1.xml" Id="Rb2aa1b75026141d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2c37b1195bb48f0" /><Relationship Type="http://schemas.openxmlformats.org/officeDocument/2006/relationships/notesMaster" Target="/ppt/notesMasters/notesMaster1.xml" Id="R35f40bcb9bb3430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444c7de09c34143" /><Relationship Type="http://schemas.openxmlformats.org/officeDocument/2006/relationships/notesMaster" Target="/ppt/notesMasters/notesMaster1.xml" Id="R9b3d226d8f3949a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a41a56fb8994c43" /><Relationship Type="http://schemas.openxmlformats.org/officeDocument/2006/relationships/notesMaster" Target="/ppt/notesMasters/notesMaster1.xml" Id="R52a2b707b9fa4b2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942ee028c3d4c5d" /><Relationship Type="http://schemas.openxmlformats.org/officeDocument/2006/relationships/notesMaster" Target="/ppt/notesMasters/notesMaster1.xml" Id="R7d2c080c9caf4b5b"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2125e04337c4b98" /><Relationship Type="http://schemas.openxmlformats.org/officeDocument/2006/relationships/notesMaster" Target="/ppt/notesMasters/notesMaster1.xml" Id="Rdeb50190c66e4a6f"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40cddae948a49e3" /><Relationship Type="http://schemas.openxmlformats.org/officeDocument/2006/relationships/notesMaster" Target="/ppt/notesMasters/notesMaster1.xml" Id="Rdd0a12cdcfb04b18"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6006003b82024c84" /><Relationship Type="http://schemas.openxmlformats.org/officeDocument/2006/relationships/notesMaster" Target="/ppt/notesMasters/notesMaster1.xml" Id="R3164037621354cdb"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26f8f65b81594d74" /><Relationship Type="http://schemas.openxmlformats.org/officeDocument/2006/relationships/notesMaster" Target="/ppt/notesMasters/notesMaster1.xml" Id="Reee155dd4ee3416b"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4f10593ae73f47fc" /><Relationship Type="http://schemas.openxmlformats.org/officeDocument/2006/relationships/notesMaster" Target="/ppt/notesMasters/notesMaster1.xml" Id="R4effd6fc457f4477"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af944fed12324f9b" /><Relationship Type="http://schemas.openxmlformats.org/officeDocument/2006/relationships/notesMaster" Target="/ppt/notesMasters/notesMaster1.xml" Id="R278ab7207ea943e2"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7cbaa6274ea645b3" /><Relationship Type="http://schemas.openxmlformats.org/officeDocument/2006/relationships/notesMaster" Target="/ppt/notesMasters/notesMaster1.xml" Id="Rbc622b39cefe44bf"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130f901ed0934b1b" /><Relationship Type="http://schemas.openxmlformats.org/officeDocument/2006/relationships/notesMaster" Target="/ppt/notesMasters/notesMaster1.xml" Id="Rb8aed9cfb2b3445b"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b0024ab5341d421f" /><Relationship Type="http://schemas.openxmlformats.org/officeDocument/2006/relationships/notesMaster" Target="/ppt/notesMasters/notesMaster1.xml" Id="R79c4e5ae438f4210"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9a6f424135f44fcb" /><Relationship Type="http://schemas.openxmlformats.org/officeDocument/2006/relationships/notesMaster" Target="/ppt/notesMasters/notesMaster1.xml" Id="Rfc53539bdc544767"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b625a42fba6749ac" /><Relationship Type="http://schemas.openxmlformats.org/officeDocument/2006/relationships/notesMaster" Target="/ppt/notesMasters/notesMaster1.xml" Id="R3f378a6006e14129"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c568ab8490f54b8d" /><Relationship Type="http://schemas.openxmlformats.org/officeDocument/2006/relationships/notesMaster" Target="/ppt/notesMasters/notesMaster1.xml" Id="R8e86f3b4dcb04de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GUION DEL ESTUDIANTE · DIAPOSITIVA 1</a:t>
            </a:r>
          </a:p>
          <a:p xmlns:a="http://schemas.openxmlformats.org/drawingml/2006/main">
            <a:r>
              <a:t>Este tema estudia los huesos del esqueleto y sus relaciones. La exposición recorre el eje corporal, las cinturas y los miembros. El objetivo no es repetir una lista de nombres: se debe reconocer la forma del hueso, orientarlo y explicar con qué estructura se relaciona. Las figuras conservadas proceden de la presentación original; los nuevos esquemas apoyan relaciones anatómicas concretas.</a:t>
            </a:r>
          </a:p>
          <a:p xmlns:a="http://schemas.openxmlformats.org/drawingml/2006/main">
            <a:r>
              <a:t/>
            </a:r>
          </a:p>
          <a:p xmlns:a="http://schemas.openxmlformats.org/drawingml/2006/main">
            <a:r>
              <a:t>IMPRESCINDIBLE PARA EXPLICAR: Usa siempre la posición anatómica como referencia, aunque la imagen muestre una vista inferior o posterior.</a:t>
            </a:r>
          </a:p>
          <a:p xmlns:a="http://schemas.openxmlformats.org/drawingml/2006/main">
            <a:r>
              <a:t>SEÑALAR Y RELACIONAR: Antes de nombrar un accidente óseo, localiza la región y la vista de la imagen.</a:t>
            </a:r>
          </a:p>
          <a:p xmlns:a="http://schemas.openxmlformats.org/drawingml/2006/main">
            <a:r>
              <a:t>IDEA CLAVE: Identificar • orientar • relacionar</a:t>
            </a:r>
          </a:p>
          <a:p xmlns:a="http://schemas.openxmlformats.org/drawingml/2006/main">
            <a:r>
              <a:t/>
            </a:r>
          </a:p>
          <a:p xmlns:a="http://schemas.openxmlformats.org/drawingml/2006/main">
            <a:r>
              <a:t>FUENTE: Kenneth S. Saladin, Anatomía y fisiología, 6.ª ed., capítulo 8. Páginas PDF 262, 263. Páginas impresas 234, 235. Archivo oficial: morfofisiliologia-saladin-anatomia-y-fisiologia (1) (3).pdf.</a:t>
            </a:r>
          </a:p>
          <a:p xmlns:a="http://schemas.openxmlformats.org/drawingml/2006/main">
            <a:r>
              <a:t>Figuras originales conservadas de Capitulo 8 SISTEMA OSEO SALADIN.pptx. Incluye esquema didáctico generado con IA; no es imagen clínica.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GUION DEL ESTUDIANTE · DIAPOSITIVA 2</a:t>
            </a:r>
          </a:p>
          <a:p xmlns:a="http://schemas.openxmlformats.org/drawingml/2006/main">
            <a:r>
              <a:t>El esqueleto axial comprende cráneo, huesos asociados, columna vertebral y caja torácica. El apendicular comprende las cinturas escapular y pélvica y los miembros superiores e inferiores. La cifra de 206 corresponde al adulto típico; no es una constante absoluta. Las fusiones durante el desarrollo y la variabilidad de huesos sesamoideos y suturales explican diferencias individuales.</a:t>
            </a:r>
          </a:p>
          <a:p xmlns:a="http://schemas.openxmlformats.org/drawingml/2006/main">
            <a:r>
              <a:t/>
            </a:r>
          </a:p>
          <a:p xmlns:a="http://schemas.openxmlformats.org/drawingml/2006/main">
            <a:r>
              <a:t>IMPRESCINDIBLE PARA EXPLICAR: No incluyas los coxales en el eje axial: pertenecen a la cintura pélvica. El sacro sí pertenece al esqueleto axial.</a:t>
            </a:r>
          </a:p>
          <a:p xmlns:a="http://schemas.openxmlformats.org/drawingml/2006/main">
            <a:r>
              <a:t>SEÑALAR Y RELACIONAR: Señala en el esquema una estructura axial y una apendicular que estén próximas entre sí.</a:t>
            </a:r>
          </a:p>
          <a:p xmlns:a="http://schemas.openxmlformats.org/drawingml/2006/main">
            <a:r>
              <a:t>IDEA CLAVE: Axial = eje; apendicular = cinturas y miembros.</a:t>
            </a:r>
          </a:p>
          <a:p xmlns:a="http://schemas.openxmlformats.org/drawingml/2006/main">
            <a:r>
              <a:t/>
            </a:r>
          </a:p>
          <a:p xmlns:a="http://schemas.openxmlformats.org/drawingml/2006/main">
            <a:r>
              <a:t>FUENTE: Kenneth S. Saladin, Anatomía y fisiología, 6.ª ed., capítulo 8. Páginas PDF 262, 263. Páginas impresas 234, 235. Archivo oficial: morfofisiliologia-saladin-anatomia-y-fisiologia (1) (3).pdf.</a:t>
            </a:r>
          </a:p>
          <a:p xmlns:a="http://schemas.openxmlformats.org/drawingml/2006/main">
            <a:r>
              <a:t>Figuras originales conservadas de Capitulo 8 SISTEMA OSEO SALADIN.pptx. Incluye esquema didáctico generado con IA; no es imagen clínica.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GUION DEL ESTUDIANTE · DIAPOSITIVA 3</a:t>
            </a:r>
          </a:p>
          <a:p xmlns:a="http://schemas.openxmlformats.org/drawingml/2006/main">
            <a:r>
              <a:t>Un cóndilo es una prominencia articular redondeada. La cabeza es un extremo expandido que suele conectarse con la diáfisis mediante un cuello. Una carilla es una superficie articular relativamente lisa, plana o ligeramente curva. Compara el cóndilo occipital, la cabeza femoral y las carillas vertebrales. No todo relieve sirve para articulación: hay prominencias dedicadas a inserciones musculares o ligamentosas.</a:t>
            </a:r>
          </a:p>
          <a:p xmlns:a="http://schemas.openxmlformats.org/drawingml/2006/main">
            <a:r>
              <a:t/>
            </a:r>
          </a:p>
          <a:p xmlns:a="http://schemas.openxmlformats.org/drawingml/2006/main">
            <a:r>
              <a:t>IMPRESCINDIBLE PARA EXPLICAR: Señala primero la superficie lisa de contacto y después el hueso con el que se relaciona.</a:t>
            </a:r>
          </a:p>
          <a:p xmlns:a="http://schemas.openxmlformats.org/drawingml/2006/main">
            <a:r>
              <a:t>SEÑALAR Y RELACIONAR: ¿Qué diferencia observas entre la cabeza del fémur y una carilla vertebral?</a:t>
            </a:r>
          </a:p>
          <a:p xmlns:a="http://schemas.openxmlformats.org/drawingml/2006/main">
            <a:r>
              <a:t>IDEA CLAVE: La forma de la superficie ayuda a reconocer la relación articular.</a:t>
            </a:r>
          </a:p>
          <a:p xmlns:a="http://schemas.openxmlformats.org/drawingml/2006/main">
            <a:r>
              <a:t/>
            </a:r>
          </a:p>
          <a:p xmlns:a="http://schemas.openxmlformats.org/drawingml/2006/main">
            <a:r>
              <a:t>FUENTE: Kenneth S. Saladin, Anatomía y fisiología, 6.ª ed., capítulo 8. Páginas PDF 264, 265. Páginas impresas 236, 237. Archivo oficial: morfofisiliologia-saladin-anatomia-y-fisiologia (1) (3).pdf.</a:t>
            </a:r>
          </a:p>
          <a:p xmlns:a="http://schemas.openxmlformats.org/drawingml/2006/main">
            <a:r>
              <a:t>Figuras originales conservadas de Capitulo 8 SISTEMA OSEO SALADIN.pptx.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GUION DEL ESTUDIANTE · DIAPOSITIVA 4</a:t>
            </a:r>
          </a:p>
          <a:p xmlns:a="http://schemas.openxmlformats.org/drawingml/2006/main">
            <a:r>
              <a:t>La cresta es un borde estrecho y prominente, como la cresta ilíaca. La espina es una proyección puntiaguda. Los trocánteres son grandes prominencias propias del fémur; las tuberosidades suelen ser redondeadas y rugosas. Una línea es un relieve más discreto. El epicóndilo se sitúa por encima de un cóndilo. Utiliza estos términos para describir la figura antes de intentar memorizar el nombre completo.</a:t>
            </a:r>
          </a:p>
          <a:p xmlns:a="http://schemas.openxmlformats.org/drawingml/2006/main">
            <a:r>
              <a:t/>
            </a:r>
          </a:p>
          <a:p xmlns:a="http://schemas.openxmlformats.org/drawingml/2006/main">
            <a:r>
              <a:t>IMPRESCINDIBLE PARA EXPLICAR: Trocánter identifica al fémur; no se debe usar como sinónimo general de tuberosidad.</a:t>
            </a:r>
          </a:p>
          <a:p xmlns:a="http://schemas.openxmlformats.org/drawingml/2006/main">
            <a:r>
              <a:t>SEÑALAR Y RELACIONAR: Localiza la tuberosidad tibial y compara su aspecto con una superficie articular.</a:t>
            </a:r>
          </a:p>
          <a:p xmlns:a="http://schemas.openxmlformats.org/drawingml/2006/main">
            <a:r>
              <a:t>IDEA CLAVE: El relieve es una pista de la función y de la orientación.</a:t>
            </a:r>
          </a:p>
          <a:p xmlns:a="http://schemas.openxmlformats.org/drawingml/2006/main">
            <a:r>
              <a:t/>
            </a:r>
          </a:p>
          <a:p xmlns:a="http://schemas.openxmlformats.org/drawingml/2006/main">
            <a:r>
              <a:t>FUENTE: Kenneth S. Saladin, Anatomía y fisiología, 6.ª ed., capítulo 8. Páginas PDF 264, 265. Páginas impresas 236, 237. Archivo oficial: morfofisiliologia-saladin-anatomia-y-fisiologia (1) (3).pdf.</a:t>
            </a:r>
          </a:p>
          <a:p xmlns:a="http://schemas.openxmlformats.org/drawingml/2006/main">
            <a:r>
              <a:t>Figuras originales conservadas de Capitulo 8 SISTEMA OSEO SALADIN.pptx.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GUION DEL ESTUDIANTE · DIAPOSITIVA 5</a:t>
            </a:r>
          </a:p>
          <a:p xmlns:a="http://schemas.openxmlformats.org/drawingml/2006/main">
            <a:r>
              <a:t>Una fosa es una depresión relativamente amplia; una fóvea es una pequeña depresión. El alvéolo es un alojamiento, como el de un diente. Un surco suele alojar un vaso, nervio o tendón. Un foramen es una abertura que permite el paso de estructuras; un conducto es un trayecto óseo. Un seno es una cavidad dentro de un hueso. En las imágenes se comparan la fosa mandibular, el alvéolo dental y el agujero magno.</a:t>
            </a:r>
          </a:p>
          <a:p xmlns:a="http://schemas.openxmlformats.org/drawingml/2006/main">
            <a:r>
              <a:t/>
            </a:r>
          </a:p>
          <a:p xmlns:a="http://schemas.openxmlformats.org/drawingml/2006/main">
            <a:r>
              <a:t>IMPRESCINDIBLE PARA EXPLICAR: Diferencia el espacio articular, el alojamiento de una estructura y la vía de paso.</a:t>
            </a:r>
          </a:p>
          <a:p xmlns:a="http://schemas.openxmlformats.org/drawingml/2006/main">
            <a:r>
              <a:t>SEÑALAR Y RELACIONAR: Describe cada imagen con un verbo: alojar, articular o dejar pasar.</a:t>
            </a:r>
          </a:p>
          <a:p xmlns:a="http://schemas.openxmlformats.org/drawingml/2006/main">
            <a:r>
              <a:t>IDEA CLAVE: Pregunta qué ocupa la cavidad o qué atraviesa el orificio.</a:t>
            </a:r>
          </a:p>
          <a:p xmlns:a="http://schemas.openxmlformats.org/drawingml/2006/main">
            <a:r>
              <a:t/>
            </a:r>
          </a:p>
          <a:p xmlns:a="http://schemas.openxmlformats.org/drawingml/2006/main">
            <a:r>
              <a:t>FUENTE: Kenneth S. Saladin, Anatomía y fisiología, 6.ª ed., capítulo 8. Páginas PDF 264, 265. Páginas impresas 236, 237. Archivo oficial: morfofisiliologia-saladin-anatomia-y-fisiologia (1) (3).pdf.</a:t>
            </a:r>
          </a:p>
          <a:p xmlns:a="http://schemas.openxmlformats.org/drawingml/2006/main">
            <a:r>
              <a:t>Figuras originales conservadas de Capitulo 8 SISTEMA OSEO SALADIN.pptx.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GUION DEL ESTUDIANTE · DIAPOSITIVA 6</a:t>
            </a:r>
          </a:p>
          <a:p xmlns:a="http://schemas.openxmlformats.org/drawingml/2006/main">
            <a:r>
              <a:t>Los ocho huesos craneales son frontal, dos parietales, dos temporales, occipital, esfenoides y etmoides. Los catorce faciales comprenden dos maxilares, dos palatinos, dos cigomáticos, dos lagrimales, dos nasales, dos cornetes nasales inferiores, vómer y mandíbula. Los seis osículos auditivos y el hioides son huesos asociados, no parte del recuento de 22.</a:t>
            </a:r>
          </a:p>
          <a:p xmlns:a="http://schemas.openxmlformats.org/drawingml/2006/main">
            <a:r>
              <a:t/>
            </a:r>
          </a:p>
          <a:p xmlns:a="http://schemas.openxmlformats.org/drawingml/2006/main">
            <a:r>
              <a:t>IMPRESCINDIBLE PARA EXPLICAR: Separa huesos pares e impares; el etmoides es craneal y el cornete nasal inferior es facial.</a:t>
            </a:r>
          </a:p>
          <a:p xmlns:a="http://schemas.openxmlformats.org/drawingml/2006/main">
            <a:r>
              <a:t>SEÑALAR Y RELACIONAR: Identifica un hueso craneal que también contribuya a la órbita.</a:t>
            </a:r>
          </a:p>
          <a:p xmlns:a="http://schemas.openxmlformats.org/drawingml/2006/main">
            <a:r>
              <a:t>IDEA CLAVE: Los huesos asociados no se incluyen en los 22 del cráneo.</a:t>
            </a:r>
          </a:p>
          <a:p xmlns:a="http://schemas.openxmlformats.org/drawingml/2006/main">
            <a:r>
              <a:t/>
            </a:r>
          </a:p>
          <a:p xmlns:a="http://schemas.openxmlformats.org/drawingml/2006/main">
            <a:r>
              <a:t>FUENTE: Kenneth S. Saladin, Anatomía y fisiología, 6.ª ed., capítulo 8. Páginas PDF 264, 269, 275, 277. Páginas impresas 236, 241, 247, 249. Archivo oficial: morfofisiliologia-saladin-anatomia-y-fisiologia (1) (3).pdf.</a:t>
            </a:r>
          </a:p>
          <a:p xmlns:a="http://schemas.openxmlformats.org/drawingml/2006/main">
            <a:r>
              <a:t>Figuras originales conservadas de Capitulo 8 SISTEMA OSEO SALADIN.pptx.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GUION DEL ESTUDIANTE · DIAPOSITIVA 7</a:t>
            </a:r>
          </a:p>
          <a:p xmlns:a="http://schemas.openxmlformats.org/drawingml/2006/main">
            <a:r>
              <a:t>La coronal se sitúa entre frontal y parietales. La sagital une ambos parietales. La lambdoidea está entre parietales y occipital. La escamosa relaciona temporal y parietal. Antes de buscar la línea de sutura, orienta el cráneo e identifica los huesos de cada lado. La vista superior facilita la sagital y la coronal; la lateral permite reconocer la escamosa.</a:t>
            </a:r>
          </a:p>
          <a:p xmlns:a="http://schemas.openxmlformats.org/drawingml/2006/main">
            <a:r>
              <a:t/>
            </a:r>
          </a:p>
          <a:p xmlns:a="http://schemas.openxmlformats.org/drawingml/2006/main">
            <a:r>
              <a:t>IMPRESCINDIBLE PARA EXPLICAR: No confundas la orientación sagital con el nombre de todos los límites del cráneo.</a:t>
            </a:r>
          </a:p>
          <a:p xmlns:a="http://schemas.openxmlformats.org/drawingml/2006/main">
            <a:r>
              <a:t>SEÑALAR Y RELACIONAR: Recorre cada sutura con el dedo y nombra sus dos lados.</a:t>
            </a:r>
          </a:p>
          <a:p xmlns:a="http://schemas.openxmlformats.org/drawingml/2006/main">
            <a:r>
              <a:t>IDEA CLAVE: Aprende la sutura por los huesos que separa.</a:t>
            </a:r>
          </a:p>
          <a:p xmlns:a="http://schemas.openxmlformats.org/drawingml/2006/main">
            <a:r>
              <a:t/>
            </a:r>
          </a:p>
          <a:p xmlns:a="http://schemas.openxmlformats.org/drawingml/2006/main">
            <a:r>
              <a:t>FUENTE: Kenneth S. Saladin, Anatomía y fisiología, 6.ª ed., capítulo 8. Páginas PDF 266, 268, 270. Páginas impresas 238, 240, 242. Archivo oficial: morfofisiliologia-saladin-anatomia-y-fisiologia (1) (3).pdf.</a:t>
            </a:r>
          </a:p>
          <a:p xmlns:a="http://schemas.openxmlformats.org/drawingml/2006/main">
            <a:r>
              <a:t>Figuras originales conservadas de Capitulo 8 SISTEMA OSEO SALADIN.pptx.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GUION DEL ESTUDIANTE · DIAPOSITIVA 8</a:t>
            </a:r>
          </a:p>
          <a:p xmlns:a="http://schemas.openxmlformats.org/drawingml/2006/main">
            <a:r>
              <a:t>El cráneo forma la cavidad craneal, las órbitas y las cavidades nasal y oral. Las fosas craneales anterior, media y posterior se disponen a distinta altura y sostienen regiones del encéfalo. Los senos paranasales son espacios aéreos de frontal, etmoides, esfenoides y maxilares. No identifiques toda una pared por un solo hueso: las órbitas y el tabique nasal reúnen varias piezas.</a:t>
            </a:r>
          </a:p>
          <a:p xmlns:a="http://schemas.openxmlformats.org/drawingml/2006/main">
            <a:r>
              <a:t/>
            </a:r>
          </a:p>
          <a:p xmlns:a="http://schemas.openxmlformats.org/drawingml/2006/main">
            <a:r>
              <a:t>IMPRESCINDIBLE PARA EXPLICAR: Relaciona el nombre de la cavidad con sus paredes, no con un hueso aislado.</a:t>
            </a:r>
          </a:p>
          <a:p xmlns:a="http://schemas.openxmlformats.org/drawingml/2006/main">
            <a:r>
              <a:t>SEÑALAR Y RELACIONAR: Localiza una estructura que separe la cavidad nasal de otra cavidad.</a:t>
            </a:r>
          </a:p>
          <a:p xmlns:a="http://schemas.openxmlformats.org/drawingml/2006/main">
            <a:r>
              <a:t>IDEA CLAVE: Una cavidad puede estar formada por varios huesos.</a:t>
            </a:r>
          </a:p>
          <a:p xmlns:a="http://schemas.openxmlformats.org/drawingml/2006/main">
            <a:r>
              <a:t/>
            </a:r>
          </a:p>
          <a:p xmlns:a="http://schemas.openxmlformats.org/drawingml/2006/main">
            <a:r>
              <a:t>FUENTE: Kenneth S. Saladin, Anatomía y fisiología, 6.ª ed., capítulo 8. Páginas PDF 267, 268, 270, 275. Páginas impresas 239, 240, 242, 247. Archivo oficial: morfofisiliologia-saladin-anatomia-y-fisiologia (1) (3).pdf.</a:t>
            </a:r>
          </a:p>
          <a:p xmlns:a="http://schemas.openxmlformats.org/drawingml/2006/main">
            <a:r>
              <a:t>Figuras originales conservadas de Capitulo 8 SISTEMA OSEO SALADIN.pptx.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GUION DEL ESTUDIANTE · DIAPOSITIVA 9</a:t>
            </a:r>
          </a:p>
          <a:p xmlns:a="http://schemas.openxmlformats.org/drawingml/2006/main">
            <a:r>
              <a:t>El frontal forma la frente y contribuye al techo de las órbitas y a la fosa craneal anterior. Los dos parietales forman gran parte de las paredes laterales y del techo del cráneo. La sutura coronal los separa del frontal y la sagital relaciona ambos parietales. Los senos frontales son cavidades del hueso frontal.</a:t>
            </a:r>
          </a:p>
          <a:p xmlns:a="http://schemas.openxmlformats.org/drawingml/2006/main">
            <a:r>
              <a:t/>
            </a:r>
          </a:p>
          <a:p xmlns:a="http://schemas.openxmlformats.org/drawingml/2006/main">
            <a:r>
              <a:t>IMPRESCINDIBLE PARA EXPLICAR: Un hueso puede participar simultáneamente en la protección del encéfalo y en la pared de otra cavidad.</a:t>
            </a:r>
          </a:p>
          <a:p xmlns:a="http://schemas.openxmlformats.org/drawingml/2006/main">
            <a:r>
              <a:t>SEÑALAR Y RELACIONAR: Señala la transición frontal–parietal sin leer el rótulo de la figura.</a:t>
            </a:r>
          </a:p>
          <a:p xmlns:a="http://schemas.openxmlformats.org/drawingml/2006/main">
            <a:r>
              <a:t>IDEA CLAVE: Primero ubica la bóveda; después sus suturas.</a:t>
            </a:r>
          </a:p>
          <a:p xmlns:a="http://schemas.openxmlformats.org/drawingml/2006/main">
            <a:r>
              <a:t/>
            </a:r>
          </a:p>
          <a:p xmlns:a="http://schemas.openxmlformats.org/drawingml/2006/main">
            <a:r>
              <a:t>FUENTE: Kenneth S. Saladin, Anatomía y fisiología, 6.ª ed., capítulo 8. Páginas PDF 270. Páginas impresas 242. Archivo oficial: morfofisiliologia-saladin-anatomia-y-fisiologia (1) (3).pdf.</a:t>
            </a:r>
          </a:p>
          <a:p xmlns:a="http://schemas.openxmlformats.org/drawingml/2006/main">
            <a:r>
              <a:t>Figuras originales conservadas de Capitulo 8 SISTEMA OSEO SALADIN.pptx.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GUION DEL ESTUDIANTE · DIAPOSITIVA 10</a:t>
            </a:r>
          </a:p>
          <a:p xmlns:a="http://schemas.openxmlformats.org/drawingml/2006/main">
            <a:r>
              <a:t>El temporal comprende porciones escamosa, timpánica, mastoidea y petrosa. La apófisis cigomática participa en el arco cigomático. La fosa mandibular recibe el cóndilo de la mandíbula. El meato acústico externo conduce hacia la membrana timpánica y la región petrosa alberga estructuras del oído. Reconoce también las apófisis mastoides y estiloides.</a:t>
            </a:r>
          </a:p>
          <a:p xmlns:a="http://schemas.openxmlformats.org/drawingml/2006/main">
            <a:r>
              <a:t/>
            </a:r>
          </a:p>
          <a:p xmlns:a="http://schemas.openxmlformats.org/drawingml/2006/main">
            <a:r>
              <a:t>IMPRESCINDIBLE PARA EXPLICAR: La fosa mandibular pertenece al temporal; el cóndilo mandibular pertenece a la mandíbula.</a:t>
            </a:r>
          </a:p>
          <a:p xmlns:a="http://schemas.openxmlformats.org/drawingml/2006/main">
            <a:r>
              <a:t>SEÑALAR Y RELACIONAR: Relaciona en la figura una estructura con la audición y otra con la mandíbula.</a:t>
            </a:r>
          </a:p>
          <a:p xmlns:a="http://schemas.openxmlformats.org/drawingml/2006/main">
            <a:r>
              <a:t>IDEA CLAVE: Mandíbula y oído se relacionan con el temporal.</a:t>
            </a:r>
          </a:p>
          <a:p xmlns:a="http://schemas.openxmlformats.org/drawingml/2006/main">
            <a:r>
              <a:t/>
            </a:r>
          </a:p>
          <a:p xmlns:a="http://schemas.openxmlformats.org/drawingml/2006/main">
            <a:r>
              <a:t>FUENTE: Kenneth S. Saladin, Anatomía y fisiología, 6.ª ed., capítulo 8. Páginas PDF 271, 272. Páginas impresas 243, 244. Archivo oficial: morfofisiliologia-saladin-anatomia-y-fisiologia (1) (3).pdf.</a:t>
            </a:r>
          </a:p>
          <a:p xmlns:a="http://schemas.openxmlformats.org/drawingml/2006/main">
            <a:r>
              <a:t>Figuras originales conservadas de Capitulo 8 SISTEMA OSEO SALADIN.pptx.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GUION DEL ESTUDIANTE · DIAPOSITIVA 11</a:t>
            </a:r>
          </a:p>
          <a:p xmlns:a="http://schemas.openxmlformats.org/drawingml/2006/main">
            <a:r>
              <a:t>El occipital forma la parte posterior e inferior del cráneo. El agujero magno permite la continuidad entre médula espinal y encéfalo y el paso de vasos y otras estructuras descritas en la tabla de forámenes. Los cóndilos occipitales se articulan con las carillas superiores del atlas. El conducto del hipogloso está relacionado con el nervio del mismo nombre.</a:t>
            </a:r>
          </a:p>
          <a:p xmlns:a="http://schemas.openxmlformats.org/drawingml/2006/main">
            <a:r>
              <a:t/>
            </a:r>
          </a:p>
          <a:p xmlns:a="http://schemas.openxmlformats.org/drawingml/2006/main">
            <a:r>
              <a:t>IMPRESCINDIBLE PARA EXPLICAR: Distingue el gran orificio central de las superficies articulares situadas a sus lados.</a:t>
            </a:r>
          </a:p>
          <a:p xmlns:a="http://schemas.openxmlformats.org/drawingml/2006/main">
            <a:r>
              <a:t>SEÑALAR Y RELACIONAR: ¿Qué hueso cervical se relaciona directamente con estos cóndilos?</a:t>
            </a:r>
          </a:p>
          <a:p xmlns:a="http://schemas.openxmlformats.org/drawingml/2006/main">
            <a:r>
              <a:t>IDEA CLAVE: El atlas recibe los cóndilos occipitales.</a:t>
            </a:r>
          </a:p>
          <a:p xmlns:a="http://schemas.openxmlformats.org/drawingml/2006/main">
            <a:r>
              <a:t/>
            </a:r>
          </a:p>
          <a:p xmlns:a="http://schemas.openxmlformats.org/drawingml/2006/main">
            <a:r>
              <a:t>FUENTE: Kenneth S. Saladin, Anatomía y fisiología, 6.ª ed., capítulo 8. Páginas PDF 272, 281. Páginas impresas 244, 253. Archivo oficial: morfofisiliologia-saladin-anatomia-y-fisiologia (1) (3).pdf.</a:t>
            </a:r>
          </a:p>
          <a:p xmlns:a="http://schemas.openxmlformats.org/drawingml/2006/main">
            <a:r>
              <a:t>Figuras originales conservadas de Capitulo 8 SISTEMA OSEO SALADIN.pptx.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GUION DEL ESTUDIANTE · DIAPOSITIVA 12</a:t>
            </a:r>
          </a:p>
          <a:p xmlns:a="http://schemas.openxmlformats.org/drawingml/2006/main">
            <a:r>
              <a:t>El esfenoides ocupa una posición central en la base del cráneo. Presenta un cuerpo, alas mayores y menores y apófisis pterigoides. La silla turca contiene la fosa hipofisaria. El conducto óptico y la fisura orbitaria superior comunican regiones de la base craneal y la órbita. Relaciona su aspecto extendido con la contribución a distintas paredes del cráneo, sin reducirlo a una silueta para memorizar.</a:t>
            </a:r>
          </a:p>
          <a:p xmlns:a="http://schemas.openxmlformats.org/drawingml/2006/main">
            <a:r>
              <a:t/>
            </a:r>
          </a:p>
          <a:p xmlns:a="http://schemas.openxmlformats.org/drawingml/2006/main">
            <a:r>
              <a:t>IMPRESCINDIBLE PARA EXPLICAR: La hipófisis se relaciona con la silla turca, no con el agujero magno.</a:t>
            </a:r>
          </a:p>
          <a:p xmlns:a="http://schemas.openxmlformats.org/drawingml/2006/main">
            <a:r>
              <a:t>SEÑALAR Y RELACIONAR: Localiza las alas y luego busca la región central del cuerpo.</a:t>
            </a:r>
          </a:p>
          <a:p xmlns:a="http://schemas.openxmlformats.org/drawingml/2006/main">
            <a:r>
              <a:t>IDEA CLAVE: La silla turca aloja la hipófisis.</a:t>
            </a:r>
          </a:p>
          <a:p xmlns:a="http://schemas.openxmlformats.org/drawingml/2006/main">
            <a:r>
              <a:t/>
            </a:r>
          </a:p>
          <a:p xmlns:a="http://schemas.openxmlformats.org/drawingml/2006/main">
            <a:r>
              <a:t>FUENTE: Kenneth S. Saladin, Anatomía y fisiología, 6.ª ed., capítulo 8. Páginas PDF 272, 273. Páginas impresas 244, 245. Archivo oficial: morfofisiliologia-saladin-anatomia-y-fisiologia (1) (3).pdf.</a:t>
            </a:r>
          </a:p>
          <a:p xmlns:a="http://schemas.openxmlformats.org/drawingml/2006/main">
            <a:r>
              <a:t>Figuras originales conservadas de Capitulo 8 SISTEMA OSEO SALADIN.pptx.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GUION DEL ESTUDIANTE · DIAPOSITIVA 13</a:t>
            </a:r>
          </a:p>
          <a:p xmlns:a="http://schemas.openxmlformats.org/drawingml/2006/main">
            <a:r>
              <a:t>El etmoides se sitúa entre las órbitas y participa en las cavidades craneal y nasal. La lámina cribosa presenta orificios para fibras olfatorias. La lámina perpendicular participa en el tabique nasal. Los laberintos contienen celdillas etmoidales y forman los cornetes superior y medio. El cornete nasal inferior no pertenece al etmoides: es una pieza facial independiente.</a:t>
            </a:r>
          </a:p>
          <a:p xmlns:a="http://schemas.openxmlformats.org/drawingml/2006/main">
            <a:r>
              <a:t/>
            </a:r>
          </a:p>
          <a:p xmlns:a="http://schemas.openxmlformats.org/drawingml/2006/main">
            <a:r>
              <a:t>IMPRESCINDIBLE PARA EXPLICAR: Separa techo nasal, tabique y pared lateral; cada parte del etmoides cumple una relación distinta.</a:t>
            </a:r>
          </a:p>
          <a:p xmlns:a="http://schemas.openxmlformats.org/drawingml/2006/main">
            <a:r>
              <a:t>SEÑALAR Y RELACIONAR: ¿Qué cornete no debes atribuir al etmoides?</a:t>
            </a:r>
          </a:p>
          <a:p xmlns:a="http://schemas.openxmlformats.org/drawingml/2006/main">
            <a:r>
              <a:t>IDEA CLAVE: El cornete inferior es un hueso facial independiente.</a:t>
            </a:r>
          </a:p>
          <a:p xmlns:a="http://schemas.openxmlformats.org/drawingml/2006/main">
            <a:r>
              <a:t/>
            </a:r>
          </a:p>
          <a:p xmlns:a="http://schemas.openxmlformats.org/drawingml/2006/main">
            <a:r>
              <a:t>FUENTE: Kenneth S. Saladin, Anatomía y fisiología, 6.ª ed., capítulo 8. Páginas PDF 273, 274, 276. Páginas impresas 245, 246, 248. Archivo oficial: morfofisiliologia-saladin-anatomia-y-fisiologia (1) (3).pdf.</a:t>
            </a:r>
          </a:p>
          <a:p xmlns:a="http://schemas.openxmlformats.org/drawingml/2006/main">
            <a:r>
              <a:t>Figuras originales conservadas de Capitulo 8 SISTEMA OSEO SALADIN.pptx.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GUION DEL ESTUDIANTE · DIAPOSITIVA 14</a:t>
            </a:r>
          </a:p>
          <a:p xmlns:a="http://schemas.openxmlformats.org/drawingml/2006/main">
            <a:r>
              <a:t>Los maxilares sostienen los dientes superiores y contribuyen a las órbitas y a las cavidades nasal y oral. Sus apófisis palatinas forman la porción anterior del paladar duro; las láminas horizontales de los palatinos completan la parte posterior. En una vista inferior, identifica primero los alvéolos dentales y después la sutura entre maxilar y palatino. Las figuras de las páginas citadas muestran la relación entre boca y cavidad nasal.</a:t>
            </a:r>
          </a:p>
          <a:p xmlns:a="http://schemas.openxmlformats.org/drawingml/2006/main">
            <a:r>
              <a:t/>
            </a:r>
          </a:p>
          <a:p xmlns:a="http://schemas.openxmlformats.org/drawingml/2006/main">
            <a:r>
              <a:t>IMPRESCINDIBLE PARA EXPLICAR: En el texto original de esta edición hay una inversión verbal sobre techo y suelo; la relación anatómica correcta se reconoce en la figura.</a:t>
            </a:r>
          </a:p>
          <a:p xmlns:a="http://schemas.openxmlformats.org/drawingml/2006/main">
            <a:r>
              <a:t>SEÑALAR Y RELACIONAR: Señala qué cavidad queda por encima del paladar duro y cuál por debajo.</a:t>
            </a:r>
          </a:p>
          <a:p xmlns:a="http://schemas.openxmlformats.org/drawingml/2006/main">
            <a:r>
              <a:t>IDEA CLAVE: Paladar duro = techo de la boca y suelo de la cavidad nasal.</a:t>
            </a:r>
          </a:p>
          <a:p xmlns:a="http://schemas.openxmlformats.org/drawingml/2006/main">
            <a:r>
              <a:t/>
            </a:r>
          </a:p>
          <a:p xmlns:a="http://schemas.openxmlformats.org/drawingml/2006/main">
            <a:r>
              <a:t>FUENTE: Kenneth S. Saladin, Anatomía y fisiología, 6.ª ed., capítulo 8. Páginas PDF 274, 275, 276. Páginas impresas 246, 247, 248. Archivo oficial: morfofisiliologia-saladin-anatomia-y-fisiologia (1) (3).pdf.</a:t>
            </a:r>
          </a:p>
          <a:p xmlns:a="http://schemas.openxmlformats.org/drawingml/2006/main">
            <a:r>
              <a:t>Figuras originales conservadas de Capitulo 8 SISTEMA OSEO SALADIN.pptx.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GUION DEL ESTUDIANTE · DIAPOSITIVA 15</a:t>
            </a:r>
          </a:p>
          <a:p xmlns:a="http://schemas.openxmlformats.org/drawingml/2006/main">
            <a:r>
              <a:t>El cigomático forma la prominencia de la mejilla y parte de la órbita. El lagrimal participa en la pared medial de la órbita, junto al trayecto de drenaje lagrimal. Los nasales forman el puente óseo de la nariz. El cornete nasal inferior forma parte de la pared lateral de la cavidad nasal y es un hueso facial independiente. Compara las cuatro imágenes por localización y relación, en lugar de atribuirles una función genérica.</a:t>
            </a:r>
          </a:p>
          <a:p xmlns:a="http://schemas.openxmlformats.org/drawingml/2006/main">
            <a:r>
              <a:t/>
            </a:r>
          </a:p>
          <a:p xmlns:a="http://schemas.openxmlformats.org/drawingml/2006/main">
            <a:r>
              <a:t>IMPRESCINDIBLE PARA EXPLICAR: No confundas el hueso nasal con todo el esqueleto de la nariz ni el lagrimal con la glándula lagrimal.</a:t>
            </a:r>
          </a:p>
          <a:p xmlns:a="http://schemas.openxmlformats.org/drawingml/2006/main">
            <a:r>
              <a:t>SEÑALAR Y RELACIONAR: ¿Cuál de estos huesos se reconoce mejor en una vista medial de la órbita?</a:t>
            </a:r>
          </a:p>
          <a:p xmlns:a="http://schemas.openxmlformats.org/drawingml/2006/main">
            <a:r>
              <a:t>IDEA CLAVE: Ubica cada hueso en la pared que contribuye a formar.</a:t>
            </a:r>
          </a:p>
          <a:p xmlns:a="http://schemas.openxmlformats.org/drawingml/2006/main">
            <a:r>
              <a:t/>
            </a:r>
          </a:p>
          <a:p xmlns:a="http://schemas.openxmlformats.org/drawingml/2006/main">
            <a:r>
              <a:t>FUENTE: Kenneth S. Saladin, Anatomía y fisiología, 6.ª ed., capítulo 8. Páginas PDF 276. Páginas impresas 248. Archivo oficial: morfofisiliologia-saladin-anatomia-y-fisiologia (1) (3).pdf.</a:t>
            </a:r>
          </a:p>
          <a:p xmlns:a="http://schemas.openxmlformats.org/drawingml/2006/main">
            <a:r>
              <a:t>Figuras originales conservadas de Capitulo 8 SISTEMA OSEO SALADIN.pptx.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GUION DEL ESTUDIANTE · DIAPOSITIVA 16</a:t>
            </a:r>
          </a:p>
          <a:p xmlns:a="http://schemas.openxmlformats.org/drawingml/2006/main">
            <a:r>
              <a:t>El vómer forma parte inferior y posterior del tabique nasal. La mandíbula comprende cuerpo, ramas, ángulos, apófisis condilares y coronoides. El cóndilo mandibular se articula con la fosa mandibular del temporal. La apófisis coronoides recibe la inserción del músculo temporal. El foramen mandibular da acceso al conducto mandibular; el foramen mentoniano se abre en la superficie del cuerpo.</a:t>
            </a:r>
          </a:p>
          <a:p xmlns:a="http://schemas.openxmlformats.org/drawingml/2006/main">
            <a:r>
              <a:t/>
            </a:r>
          </a:p>
          <a:p xmlns:a="http://schemas.openxmlformats.org/drawingml/2006/main">
            <a:r>
              <a:t>IMPRESCINDIBLE PARA EXPLICAR: El cóndilo y la coronoides no son intercambiables: se distinguen por posición y relación.</a:t>
            </a:r>
          </a:p>
          <a:p xmlns:a="http://schemas.openxmlformats.org/drawingml/2006/main">
            <a:r>
              <a:t>SEÑALAR Y RELACIONAR: Sigue el contorno mandibular desde el mentón hasta el cóndilo.</a:t>
            </a:r>
          </a:p>
          <a:p xmlns:a="http://schemas.openxmlformats.org/drawingml/2006/main">
            <a:r>
              <a:t>IDEA CLAVE: Cóndilo articula; apófisis coronoides recibe al temporal.</a:t>
            </a:r>
          </a:p>
          <a:p xmlns:a="http://schemas.openxmlformats.org/drawingml/2006/main">
            <a:r>
              <a:t/>
            </a:r>
          </a:p>
          <a:p xmlns:a="http://schemas.openxmlformats.org/drawingml/2006/main">
            <a:r>
              <a:t>FUENTE: Kenneth S. Saladin, Anatomía y fisiología, 6.ª ed., capítulo 8. Páginas PDF 276, 277. Páginas impresas 248, 249. Archivo oficial: morfofisiliologia-saladin-anatomia-y-fisiologia (1) (3).pdf.</a:t>
            </a:r>
          </a:p>
          <a:p xmlns:a="http://schemas.openxmlformats.org/drawingml/2006/main">
            <a:r>
              <a:t>Figuras originales conservadas de Capitulo 8 SISTEMA OSEO SALADIN.pptx.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GUION DEL ESTUDIANTE · DIAPOSITIVA 17</a:t>
            </a:r>
          </a:p>
          <a:p xmlns:a="http://schemas.openxmlformats.org/drawingml/2006/main">
            <a:r>
              <a:t>Para un primer recorrido, prioriza lámina cribosa–fibras olfatorias, conducto óptico–nervio óptico y arteria oftálmica, agujero magno–médula y arterias vertebrales, conducto carotídeo–carótida interna y agujero estilomastoideo–nervio facial. La tabla ampliada del guion permite repasar otros trayectos. Un orificio puede transportar más de una estructura; el rótulo breve de la diapositiva destaca la relación que debe reconocerse primero.</a:t>
            </a:r>
          </a:p>
          <a:p xmlns:a="http://schemas.openxmlformats.org/drawingml/2006/main">
            <a:r>
              <a:t/>
            </a:r>
          </a:p>
          <a:p xmlns:a="http://schemas.openxmlformats.org/drawingml/2006/main">
            <a:r>
              <a:t>IMPRESCINDIBLE PARA EXPLICAR: Evita afirmar que por un foramen pasa únicamente la estructura destacada en la diapositiva.</a:t>
            </a:r>
          </a:p>
          <a:p xmlns:a="http://schemas.openxmlformats.org/drawingml/2006/main">
            <a:r>
              <a:t>SEÑALAR Y RELACIONAR: Localiza primero la región y explica qué comunica cada abertura.</a:t>
            </a:r>
          </a:p>
          <a:p xmlns:a="http://schemas.openxmlformats.org/drawingml/2006/main">
            <a:r>
              <a:t>IDEA CLAVE: No memorices el agujero sin la estructura que pasa.</a:t>
            </a:r>
          </a:p>
          <a:p xmlns:a="http://schemas.openxmlformats.org/drawingml/2006/main">
            <a:r>
              <a:t/>
            </a:r>
          </a:p>
          <a:p xmlns:a="http://schemas.openxmlformats.org/drawingml/2006/main">
            <a:r>
              <a:t>FUENTE: Kenneth S. Saladin, Anatomía y fisiología, 6.ª ed., capítulo 8. Páginas PDF 269, 272, 273. Páginas impresas 241, 244, 245. Archivo oficial: morfofisiliologia-saladin-anatomia-y-fisiologia (1) (3).pdf.</a:t>
            </a:r>
          </a:p>
          <a:p xmlns:a="http://schemas.openxmlformats.org/drawingml/2006/main">
            <a:r>
              <a:t>Figuras originales conservadas de Capitulo 8 SISTEMA OSEO SALADIN.pptx.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GUION DEL ESTUDIANTE · DIAPOSITIVA 18</a:t>
            </a:r>
          </a:p>
          <a:p xmlns:a="http://schemas.openxmlformats.org/drawingml/2006/main">
            <a:r>
              <a:t>En cada oído medio hay tres osículos: martillo, yunque y estribo. Ambos lados suman seis. El hioides es un hueso en forma de U que se encuentra en el cuello y se sostiene por músculos y ligamentos. No establece una articulación ósea directa con otra pieza. Estos siete huesos se estudian junto al cráneo, pero no pertenecen al recuento de sus 22 huesos.</a:t>
            </a:r>
          </a:p>
          <a:p xmlns:a="http://schemas.openxmlformats.org/drawingml/2006/main">
            <a:r>
              <a:t/>
            </a:r>
          </a:p>
          <a:p xmlns:a="http://schemas.openxmlformats.org/drawingml/2006/main">
            <a:r>
              <a:t>IMPRESCINDIBLE PARA EXPLICAR: Distingue vecindad anatómica de pertenencia al recuento del cráneo.</a:t>
            </a:r>
          </a:p>
          <a:p xmlns:a="http://schemas.openxmlformats.org/drawingml/2006/main">
            <a:r>
              <a:t>SEÑALAR Y RELACIONAR: ¿Por qué 22 + 7 no significa que el cráneo tenga 29 huesos?</a:t>
            </a:r>
          </a:p>
          <a:p xmlns:a="http://schemas.openxmlformats.org/drawingml/2006/main">
            <a:r>
              <a:t>IDEA CLAVE: El hioides está suspendido: no articula con otro hueso.</a:t>
            </a:r>
          </a:p>
          <a:p xmlns:a="http://schemas.openxmlformats.org/drawingml/2006/main">
            <a:r>
              <a:t/>
            </a:r>
          </a:p>
          <a:p xmlns:a="http://schemas.openxmlformats.org/drawingml/2006/main">
            <a:r>
              <a:t>FUENTE: Kenneth S. Saladin, Anatomía y fisiología, 6.ª ed., capítulo 8. Páginas PDF 277. Páginas impresas 249. Archivo oficial: morfofisiliologia-saladin-anatomia-y-fisiologia (1) (3).pdf.</a:t>
            </a:r>
          </a:p>
          <a:p xmlns:a="http://schemas.openxmlformats.org/drawingml/2006/main">
            <a:r>
              <a:t>Figuras originales conservadas de Capitulo 8 SISTEMA OSEO SALADIN.pptx.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GUION DEL ESTUDIANTE · DIAPOSITIVA 19</a:t>
            </a:r>
          </a:p>
          <a:p xmlns:a="http://schemas.openxmlformats.org/drawingml/2006/main">
            <a:r>
              <a:t>Las fontanelas son áreas de tejido conjuntivo entre huesos del cráneo infantil. Permiten que los huesos se ajusten durante el parto y acompañan el crecimiento del encéfalo. Se reconocen fontanelas anterior y posterior y pares esfenoidales y mastoideas. El libro sitúa el cierre de la anterior alrededor de los 18 a 24 meses; esta cifra se presenta como referencia del texto, no como valoración clínica individual.</a:t>
            </a:r>
          </a:p>
          <a:p xmlns:a="http://schemas.openxmlformats.org/drawingml/2006/main">
            <a:r>
              <a:t/>
            </a:r>
          </a:p>
          <a:p xmlns:a="http://schemas.openxmlformats.org/drawingml/2006/main">
            <a:r>
              <a:t>IMPRESCINDIBLE PARA EXPLICAR: La fontanela no es un hueso ni una sutura completamente osificada.</a:t>
            </a:r>
          </a:p>
          <a:p xmlns:a="http://schemas.openxmlformats.org/drawingml/2006/main">
            <a:r>
              <a:t>SEÑALAR Y RELACIONAR: Compara la vista superior infantil con el cráneo adulto y localiza la anterior.</a:t>
            </a:r>
          </a:p>
          <a:p xmlns:a="http://schemas.openxmlformats.org/drawingml/2006/main">
            <a:r>
              <a:t>IDEA CLAVE: Las fontanelas permiten moldeamiento y crecimiento.</a:t>
            </a:r>
          </a:p>
          <a:p xmlns:a="http://schemas.openxmlformats.org/drawingml/2006/main">
            <a:r>
              <a:t/>
            </a:r>
          </a:p>
          <a:p xmlns:a="http://schemas.openxmlformats.org/drawingml/2006/main">
            <a:r>
              <a:t>FUENTE: Kenneth S. Saladin, Anatomía y fisiología, 6.ª ed., capítulo 8. Páginas PDF 277, 278. Páginas impresas 249, 250. Archivo oficial: morfofisiliologia-saladin-anatomia-y-fisiologia (1) (3).pdf.</a:t>
            </a:r>
          </a:p>
          <a:p xmlns:a="http://schemas.openxmlformats.org/drawingml/2006/main">
            <a:r>
              <a:t>Figuras originales conservadas de Capitulo 8 SISTEMA OSEO SALADIN.pptx.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GUION DEL ESTUDIANTE · DIAPOSITIVA 20</a:t>
            </a:r>
          </a:p>
          <a:p xmlns:a="http://schemas.openxmlformats.org/drawingml/2006/main">
            <a:r>
              <a:t>La columna típica deriva de 33 vértebras: siete cervicales, doce torácicas, cinco lumbares, cinco sacras y habitualmente cuatro coccígeas. En el adulto, las sacras se fusionan en el sacro y las coccígeas forman el cóccix, por lo que el recuento habitual de huesos de la columna es 26. La columna sostiene cabeza y tronco, protege la médula y participa en la absorción de cargas.</a:t>
            </a:r>
          </a:p>
          <a:p xmlns:a="http://schemas.openxmlformats.org/drawingml/2006/main">
            <a:r>
              <a:t/>
            </a:r>
          </a:p>
          <a:p xmlns:a="http://schemas.openxmlformats.org/drawingml/2006/main">
            <a:r>
              <a:t>IMPRESCINDIBLE PARA EXPLICAR: Aclara si cuentas segmentos vertebrales o huesos adultos: no son el mismo recuento.</a:t>
            </a:r>
          </a:p>
          <a:p xmlns:a="http://schemas.openxmlformats.org/drawingml/2006/main">
            <a:r>
              <a:t>SEÑALAR Y RELACIONAR: Explica por qué sumar 7 + 12 + 5 + 1 + 1 produce 26.</a:t>
            </a:r>
          </a:p>
          <a:p xmlns:a="http://schemas.openxmlformats.org/drawingml/2006/main">
            <a:r>
              <a:t>IDEA CLAVE: 33 vértebras de desarrollo; 26 huesos en el adulto típico.</a:t>
            </a:r>
          </a:p>
          <a:p xmlns:a="http://schemas.openxmlformats.org/drawingml/2006/main">
            <a:r>
              <a:t/>
            </a:r>
          </a:p>
          <a:p xmlns:a="http://schemas.openxmlformats.org/drawingml/2006/main">
            <a:r>
              <a:t>FUENTE: Kenneth S. Saladin, Anatomía y fisiología, 6.ª ed., capítulo 8. Páginas PDF 278, 279, 284. Páginas impresas 250, 251, 256. Archivo oficial: morfofisiliologia-saladin-anatomia-y-fisiologia (1) (3).pdf.</a:t>
            </a:r>
          </a:p>
          <a:p xmlns:a="http://schemas.openxmlformats.org/drawingml/2006/main">
            <a:r>
              <a:t>Figuras originales conservadas de Capitulo 8 SISTEMA OSEO SALADIN.pptx.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GUION DEL ESTUDIANTE · DIAPOSITIVA 21</a:t>
            </a:r>
          </a:p>
          <a:p xmlns:a="http://schemas.openxmlformats.org/drawingml/2006/main">
            <a:r>
              <a:t>En el feto predomina una curvatura en C. Las curvaturas torácica y pélvica conservan la orientación primaria. Las cervical y lumbar son secundarias y se desarrollan relacionadas con sostener la cabeza y la postura erguida. La comparación de la figura fetal con la adulta permite comprender la transición sin memorizar solo una lista.</a:t>
            </a:r>
          </a:p>
          <a:p xmlns:a="http://schemas.openxmlformats.org/drawingml/2006/main">
            <a:r>
              <a:t/>
            </a:r>
          </a:p>
          <a:p xmlns:a="http://schemas.openxmlformats.org/drawingml/2006/main">
            <a:r>
              <a:t>IMPRESCINDIBLE PARA EXPLICAR: Las curvaturas se identifican en vista lateral; una vista anterior no las representa adecuadamente.</a:t>
            </a:r>
          </a:p>
          <a:p xmlns:a="http://schemas.openxmlformats.org/drawingml/2006/main">
            <a:r>
              <a:t>SEÑALAR Y RELACIONAR: Recorre las cuatro curvas desde la cabeza hacia la pelvis.</a:t>
            </a:r>
          </a:p>
          <a:p xmlns:a="http://schemas.openxmlformats.org/drawingml/2006/main">
            <a:r>
              <a:t>IDEA CLAVE: La columna adulta no es una barra recta.</a:t>
            </a:r>
          </a:p>
          <a:p xmlns:a="http://schemas.openxmlformats.org/drawingml/2006/main">
            <a:r>
              <a:t/>
            </a:r>
          </a:p>
          <a:p xmlns:a="http://schemas.openxmlformats.org/drawingml/2006/main">
            <a:r>
              <a:t>FUENTE: Kenneth S. Saladin, Anatomía y fisiología, 6.ª ed., capítulo 8. Páginas PDF 279, 280. Páginas impresas 251, 252. Archivo oficial: morfofisiliologia-saladin-anatomia-y-fisiologia (1) (3).pdf.</a:t>
            </a:r>
          </a:p>
          <a:p xmlns:a="http://schemas.openxmlformats.org/drawingml/2006/main">
            <a:r>
              <a:t>Figuras originales conservadas de Capitulo 8 SISTEMA OSEO SALADIN.pptx.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GUION DEL ESTUDIANTE · DIAPOSITIVA 22</a:t>
            </a:r>
          </a:p>
          <a:p xmlns:a="http://schemas.openxmlformats.org/drawingml/2006/main">
            <a:r>
              <a:t>Una vértebra típica presenta un cuerpo anterior y un arco posterior formado por pedículos y láminas. Ambos delimitan el agujero vertebral. La sucesión de agujeros forma el conducto vertebral. Las apófisis espinosa y transversas se proyectan desde el arco; las articulares relacionan vértebras adyacentes. Los agujeros intervertebrales quedan entre vértebras vecinas y permiten el paso de nervios espinales.</a:t>
            </a:r>
          </a:p>
          <a:p xmlns:a="http://schemas.openxmlformats.org/drawingml/2006/main">
            <a:r>
              <a:t/>
            </a:r>
          </a:p>
          <a:p xmlns:a="http://schemas.openxmlformats.org/drawingml/2006/main">
            <a:r>
              <a:t>IMPRESCINDIBLE PARA EXPLICAR: No confundas el agujero vertebral de una vértebra con el intervertebral formado entre dos.</a:t>
            </a:r>
          </a:p>
          <a:p xmlns:a="http://schemas.openxmlformats.org/drawingml/2006/main">
            <a:r>
              <a:t>SEÑALAR Y RELACIONAR: Orienta la vértebra señalando cuerpo anterior y apófisis espinosa posterior.</a:t>
            </a:r>
          </a:p>
          <a:p xmlns:a="http://schemas.openxmlformats.org/drawingml/2006/main">
            <a:r>
              <a:t>IDEA CLAVE: El cuerpo soporta; el arco delimita el conducto.</a:t>
            </a:r>
          </a:p>
          <a:p xmlns:a="http://schemas.openxmlformats.org/drawingml/2006/main">
            <a:r>
              <a:t/>
            </a:r>
          </a:p>
          <a:p xmlns:a="http://schemas.openxmlformats.org/drawingml/2006/main">
            <a:r>
              <a:t>FUENTE: Kenneth S. Saladin, Anatomía y fisiología, 6.ª ed., capítulo 8. Páginas PDF 279, 280, 281. Páginas impresas 251, 252, 253. Archivo oficial: morfofisiliologia-saladin-anatomia-y-fisiologia (1) (3).pdf.</a:t>
            </a:r>
          </a:p>
          <a:p xmlns:a="http://schemas.openxmlformats.org/drawingml/2006/main">
            <a:r>
              <a:t>Figuras originales conservadas de Capitulo 8 SISTEMA OSEO SALADIN.pptx.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GUION DEL ESTUDIANTE · DIAPOSITIVA 23</a:t>
            </a:r>
          </a:p>
          <a:p xmlns:a="http://schemas.openxmlformats.org/drawingml/2006/main">
            <a:r>
              <a:t>Los discos intervertebrales se sitúan entre cuerpos vertebrales adyacentes. Cada disco contiene un núcleo pulposo de consistencia gelatinosa rodeado por un anillo fibroso. El texto describe 23 discos, desde C2–C3 hasta la unión lumbosacra. Su estructura contribuye a unir vértebras, soportar peso y absorber choques. Una rotura del anillo puede permitir la herniación del núcleo y comprimir estructuras nerviosas.</a:t>
            </a:r>
          </a:p>
          <a:p xmlns:a="http://schemas.openxmlformats.org/drawingml/2006/main">
            <a:r>
              <a:t/>
            </a:r>
          </a:p>
          <a:p xmlns:a="http://schemas.openxmlformats.org/drawingml/2006/main">
            <a:r>
              <a:t>IMPRESCINDIBLE PARA EXPLICAR: El núcleo no es un hueso; diferencia el disco del cuerpo vertebral contiguo.</a:t>
            </a:r>
          </a:p>
          <a:p xmlns:a="http://schemas.openxmlformats.org/drawingml/2006/main">
            <a:r>
              <a:t>SEÑALAR Y RELACIONAR: En la figura, rodea el núcleo y luego sigue el anillo que lo contiene.</a:t>
            </a:r>
          </a:p>
          <a:p xmlns:a="http://schemas.openxmlformats.org/drawingml/2006/main">
            <a:r>
              <a:t>IDEA CLAVE: El disco une cuerpos vertebrales y amortigua cargas.</a:t>
            </a:r>
          </a:p>
          <a:p xmlns:a="http://schemas.openxmlformats.org/drawingml/2006/main">
            <a:r>
              <a:t/>
            </a:r>
          </a:p>
          <a:p xmlns:a="http://schemas.openxmlformats.org/drawingml/2006/main">
            <a:r>
              <a:t>FUENTE: Kenneth S. Saladin, Anatomía y fisiología, 6.ª ed., capítulo 8. Páginas PDF 281. Páginas impresas 253. Archivo oficial: morfofisiliologia-saladin-anatomia-y-fisiologia (1) (3).pdf.</a:t>
            </a:r>
          </a:p>
          <a:p xmlns:a="http://schemas.openxmlformats.org/drawingml/2006/main">
            <a:r>
              <a:t>Figuras originales conservadas de Capitulo 8 SISTEMA OSEO SALADIN.pptx.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GUION DEL ESTUDIANTE · DIAPOSITIVA 24</a:t>
            </a:r>
          </a:p>
          <a:p xmlns:a="http://schemas.openxmlformats.org/drawingml/2006/main">
            <a:r>
              <a:t>El atlas carece de cuerpo y recibe los cóndilos occipitales en sus carillas superiores. La articulación atlantooccipital permite el movimiento de asentir. El axis presenta el diente o apófisis odontoides, relacionado con la rotación del atlas y la cabeza. La articulación atlantoaxial participa en el gesto de negar. Las vértebras cervicales se reconocen además por sus agujeros transversos.</a:t>
            </a:r>
          </a:p>
          <a:p xmlns:a="http://schemas.openxmlformats.org/drawingml/2006/main">
            <a:r>
              <a:t/>
            </a:r>
          </a:p>
          <a:p xmlns:a="http://schemas.openxmlformats.org/drawingml/2006/main">
            <a:r>
              <a:t>IMPRESCINDIBLE PARA EXPLICAR: El diente pertenece al axis, no al atlas. Los movimientos reales incluyen relaciones articulares coordinadas.</a:t>
            </a:r>
          </a:p>
          <a:p xmlns:a="http://schemas.openxmlformats.org/drawingml/2006/main">
            <a:r>
              <a:t>SEÑALAR Y RELACIONAR: Señala en el esquema qué pieza gira alrededor del diente.</a:t>
            </a:r>
          </a:p>
          <a:p xmlns:a="http://schemas.openxmlformats.org/drawingml/2006/main">
            <a:r>
              <a:t>IDEA CLAVE: El atlas recibe el occipital; el axis ofrece el pivote.</a:t>
            </a:r>
          </a:p>
          <a:p xmlns:a="http://schemas.openxmlformats.org/drawingml/2006/main">
            <a:r>
              <a:t/>
            </a:r>
          </a:p>
          <a:p xmlns:a="http://schemas.openxmlformats.org/drawingml/2006/main">
            <a:r>
              <a:t>FUENTE: Kenneth S. Saladin, Anatomía y fisiología, 6.ª ed., capítulo 8. Páginas PDF 281, 282. Páginas impresas 253, 254. Archivo oficial: morfofisiliologia-saladin-anatomia-y-fisiologia (1) (3).pdf.</a:t>
            </a:r>
          </a:p>
          <a:p xmlns:a="http://schemas.openxmlformats.org/drawingml/2006/main">
            <a:r>
              <a:t>Figuras originales conservadas de Capitulo 8 SISTEMA OSEO SALADIN.pptx.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GUION DEL ESTUDIANTE · DIAPOSITIVA 25</a:t>
            </a:r>
          </a:p>
          <a:p xmlns:a="http://schemas.openxmlformats.org/drawingml/2006/main">
            <a:r>
              <a:t>Las vértebras torácicas presentan superficies articulares para las costillas. Sus apófisis espinosas suelen ser largas y dirigirse inferiormente. Las lumbares tienen cuerpos grandes adaptados al soporte de peso y apófisis espinosas más gruesas. No es suficiente identificar una región solo por el tamaño de una imagen: compara carillas costales, forma del cuerpo y apófisis.</a:t>
            </a:r>
          </a:p>
          <a:p xmlns:a="http://schemas.openxmlformats.org/drawingml/2006/main">
            <a:r>
              <a:t/>
            </a:r>
          </a:p>
          <a:p xmlns:a="http://schemas.openxmlformats.org/drawingml/2006/main">
            <a:r>
              <a:t>IMPRESCINDIBLE PARA EXPLICAR: La relación con costillas es una pista más específica de vértebra torácica que el tamaño aislado.</a:t>
            </a:r>
          </a:p>
          <a:p xmlns:a="http://schemas.openxmlformats.org/drawingml/2006/main">
            <a:r>
              <a:t>SEÑALAR Y RELACIONAR: ¿Qué rasgo buscarías antes de decidir que una vértebra es torácica?</a:t>
            </a:r>
          </a:p>
          <a:p xmlns:a="http://schemas.openxmlformats.org/drawingml/2006/main">
            <a:r>
              <a:t>IDEA CLAVE: Reconoce cada región por sus relaciones y su forma.</a:t>
            </a:r>
          </a:p>
          <a:p xmlns:a="http://schemas.openxmlformats.org/drawingml/2006/main">
            <a:r>
              <a:t/>
            </a:r>
          </a:p>
          <a:p xmlns:a="http://schemas.openxmlformats.org/drawingml/2006/main">
            <a:r>
              <a:t>FUENTE: Kenneth S. Saladin, Anatomía y fisiología, 6.ª ed., capítulo 8. Páginas PDF 282, 283. Páginas impresas 254, 255. Archivo oficial: morfofisiliologia-saladin-anatomia-y-fisiologia (1) (3).pdf.</a:t>
            </a:r>
          </a:p>
          <a:p xmlns:a="http://schemas.openxmlformats.org/drawingml/2006/main">
            <a:r>
              <a:t>Figuras originales conservadas de Capitulo 8 SISTEMA OSEO SALADIN.pptx.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GUION DEL ESTUDIANTE · DIAPOSITIVA 26</a:t>
            </a:r>
          </a:p>
          <a:p xmlns:a="http://schemas.openxmlformats.org/drawingml/2006/main">
            <a:r>
              <a:t>El sacro deriva de cinco vértebras fusionadas y se articula superiormente con L5 y lateralmente con los coxales. Presenta promontorio, conducto sacro y agujeros sacros por donde pasan estructuras nerviosas. El cóccix se sitúa inferior al sacro y suele derivar de cuatro segmentos, con variabilidad individual. La vista lateral muestra su continuidad y su inclinación.</a:t>
            </a:r>
          </a:p>
          <a:p xmlns:a="http://schemas.openxmlformats.org/drawingml/2006/main">
            <a:r>
              <a:t/>
            </a:r>
          </a:p>
          <a:p xmlns:a="http://schemas.openxmlformats.org/drawingml/2006/main">
            <a:r>
              <a:t>IMPRESCINDIBLE PARA EXPLICAR: Sacro y coxal no son el mismo hueso; distingue el eje axial de la cintura apendicular.</a:t>
            </a:r>
          </a:p>
          <a:p xmlns:a="http://schemas.openxmlformats.org/drawingml/2006/main">
            <a:r>
              <a:t>SEÑALAR Y RELACIONAR: Localiza la unión lumbosacra y las superficies de relación con los coxales.</a:t>
            </a:r>
          </a:p>
          <a:p xmlns:a="http://schemas.openxmlformats.org/drawingml/2006/main">
            <a:r>
              <a:t>IDEA CLAVE: El sacro conecta el eje con la cintura pélvica.</a:t>
            </a:r>
          </a:p>
          <a:p xmlns:a="http://schemas.openxmlformats.org/drawingml/2006/main">
            <a:r>
              <a:t/>
            </a:r>
          </a:p>
          <a:p xmlns:a="http://schemas.openxmlformats.org/drawingml/2006/main">
            <a:r>
              <a:t>FUENTE: Kenneth S. Saladin, Anatomía y fisiología, 6.ª ed., capítulo 8. Páginas PDF 284, 285. Páginas impresas 256, 257. Archivo oficial: morfofisiliologia-saladin-anatomia-y-fisiologia (1) (3).pdf.</a:t>
            </a:r>
          </a:p>
          <a:p xmlns:a="http://schemas.openxmlformats.org/drawingml/2006/main">
            <a:r>
              <a:t>Figuras originales conservadas de Capitulo 8 SISTEMA OSEO SALADIN.pptx.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GUION DEL ESTUDIANTE · DIAPOSITIVA 27</a:t>
            </a:r>
          </a:p>
          <a:p xmlns:a="http://schemas.openxmlformats.org/drawingml/2006/main">
            <a:r>
              <a:t>La caja torácica incluye vértebras torácicas, costillas, cartílagos costales y esternón. Protege vísceras torácicas y participa en la mecánica respiratoria. El esternón tiene manubrio, cuerpo y apófisis xifoides. La incisura yugular es superior; el ángulo esternal marca la unión entre manubrio y cuerpo y ayuda a ubicar la segunda costilla.</a:t>
            </a:r>
          </a:p>
          <a:p xmlns:a="http://schemas.openxmlformats.org/drawingml/2006/main">
            <a:r>
              <a:t/>
            </a:r>
          </a:p>
          <a:p xmlns:a="http://schemas.openxmlformats.org/drawingml/2006/main">
            <a:r>
              <a:t>IMPRESCINDIBLE PARA EXPLICAR: No atribuyas una unión directa al esternón a todas las costillas.</a:t>
            </a:r>
          </a:p>
          <a:p xmlns:a="http://schemas.openxmlformats.org/drawingml/2006/main">
            <a:r>
              <a:t>SEÑALAR Y RELACIONAR: En el esternón, sigue el orden superior–inferior de sus tres partes.</a:t>
            </a:r>
          </a:p>
          <a:p xmlns:a="http://schemas.openxmlformats.org/drawingml/2006/main">
            <a:r>
              <a:t>IDEA CLAVE: El esternón organiza la pared anterior del tórax.</a:t>
            </a:r>
          </a:p>
          <a:p xmlns:a="http://schemas.openxmlformats.org/drawingml/2006/main">
            <a:r>
              <a:t/>
            </a:r>
          </a:p>
          <a:p xmlns:a="http://schemas.openxmlformats.org/drawingml/2006/main">
            <a:r>
              <a:t>FUENTE: Kenneth S. Saladin, Anatomía y fisiología, 6.ª ed., capítulo 8. Páginas PDF 284, 285, 286. Páginas impresas 256, 257, 258. Archivo oficial: morfofisiliologia-saladin-anatomia-y-fisiologia (1) (3).pdf.</a:t>
            </a:r>
          </a:p>
          <a:p xmlns:a="http://schemas.openxmlformats.org/drawingml/2006/main">
            <a:r>
              <a:t>Figuras originales conservadas de Capitulo 8 SISTEMA OSEO SALADIN.pptx.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GUION DEL ESTUDIANTE · DIAPOSITIVA 28</a:t>
            </a:r>
          </a:p>
          <a:p xmlns:a="http://schemas.openxmlformats.org/drawingml/2006/main">
            <a:r>
              <a:t>Las primeras siete parejas de costillas se llaman verdaderas porque su cartílago llega directamente al esternón. Las parejas ocho a doce son falsas: ocho a diez se unen indirectamente por cartílagos superiores, mientras once y doce carecen de unión anterior al esternón y son flotantes. La cabeza de una costilla se relaciona con los cuerpos vertebrales torácicos; el tubérculo se relaciona con la apófisis transversa cuando existe esa articulación.</a:t>
            </a:r>
          </a:p>
          <a:p xmlns:a="http://schemas.openxmlformats.org/drawingml/2006/main">
            <a:r>
              <a:t/>
            </a:r>
          </a:p>
          <a:p xmlns:a="http://schemas.openxmlformats.org/drawingml/2006/main">
            <a:r>
              <a:t>IMPRESCINDIBLE PARA EXPLICAR: No sumes 7 + 5 + 2 como categorías excluyentes: las dos flotantes están dentro de las cinco falsas.</a:t>
            </a:r>
          </a:p>
          <a:p xmlns:a="http://schemas.openxmlformats.org/drawingml/2006/main">
            <a:r>
              <a:t>SEÑALAR Y RELACIONAR: Identifica en la figura qué costillas no tienen conexión esternal anterior.</a:t>
            </a:r>
          </a:p>
          <a:p xmlns:a="http://schemas.openxmlformats.org/drawingml/2006/main">
            <a:r>
              <a:t>IDEA CLAVE: Las flotantes son un subgrupo de las falsas.</a:t>
            </a:r>
          </a:p>
          <a:p xmlns:a="http://schemas.openxmlformats.org/drawingml/2006/main">
            <a:r>
              <a:t/>
            </a:r>
          </a:p>
          <a:p xmlns:a="http://schemas.openxmlformats.org/drawingml/2006/main">
            <a:r>
              <a:t>FUENTE: Kenneth S. Saladin, Anatomía y fisiología, 6.ª ed., capítulo 8. Páginas PDF 285, 286, 287. Páginas impresas 257, 258, 259. Archivo oficial: morfofisiliologia-saladin-anatomia-y-fisiologia (1) (3).pdf.</a:t>
            </a:r>
          </a:p>
          <a:p xmlns:a="http://schemas.openxmlformats.org/drawingml/2006/main">
            <a:r>
              <a:t>Figuras originales conservadas de Capitulo 8 SISTEMA OSEO SALADIN.pptx.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GUION DEL ESTUDIANTE · DIAPOSITIVA 29</a:t>
            </a:r>
          </a:p>
          <a:p xmlns:a="http://schemas.openxmlformats.org/drawingml/2006/main">
            <a:r>
              <a:t>La cintura escapular está formada por clavícula y escápula. La clavícula se articula medialmente con el esternón y lateralmente con el acromion. La escápula presenta espina, acromion, apófisis coracoides y cavidad glenoidea. En vista posterior, la espina separa las fosas supraespinosa e infraespinosa. La cara anterior contiene la fosa subescapular.</a:t>
            </a:r>
          </a:p>
          <a:p xmlns:a="http://schemas.openxmlformats.org/drawingml/2006/main">
            <a:r>
              <a:t/>
            </a:r>
          </a:p>
          <a:p xmlns:a="http://schemas.openxmlformats.org/drawingml/2006/main">
            <a:r>
              <a:t>IMPRESCINDIBLE PARA EXPLICAR: Antes de nombrar las fosas, decide si observas la cara anterior o posterior de la escápula.</a:t>
            </a:r>
          </a:p>
          <a:p xmlns:a="http://schemas.openxmlformats.org/drawingml/2006/main">
            <a:r>
              <a:t>SEÑALAR Y RELACIONAR: Traza la relación esternón–clavícula–escápula–húmero.</a:t>
            </a:r>
          </a:p>
          <a:p xmlns:a="http://schemas.openxmlformats.org/drawingml/2006/main">
            <a:r>
              <a:t>IDEA CLAVE: La cavidad glenoidea recibe la cabeza del húmero.</a:t>
            </a:r>
          </a:p>
          <a:p xmlns:a="http://schemas.openxmlformats.org/drawingml/2006/main">
            <a:r>
              <a:t/>
            </a:r>
          </a:p>
          <a:p xmlns:a="http://schemas.openxmlformats.org/drawingml/2006/main">
            <a:r>
              <a:t>FUENTE: Kenneth S. Saladin, Anatomía y fisiología, 6.ª ed., capítulo 8. Páginas PDF 288, 289. Páginas impresas 260, 261. Archivo oficial: morfofisiliologia-saladin-anatomia-y-fisiologia (1) (3).pdf.</a:t>
            </a:r>
          </a:p>
          <a:p xmlns:a="http://schemas.openxmlformats.org/drawingml/2006/main">
            <a:r>
              <a:t>Figuras originales conservadas de Capitulo 8 SISTEMA OSEO SALADIN.pptx.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GUION DEL ESTUDIANTE · DIAPOSITIVA 30</a:t>
            </a:r>
          </a:p>
          <a:p xmlns:a="http://schemas.openxmlformats.org/drawingml/2006/main">
            <a:r>
              <a:t>La cabeza proximal del húmero se articula con la cavidad glenoidea de la escápula. En el extremo distal, el capítulo se relaciona con la cabeza del radio y la tróclea con la incisura troclear de la ulna. Los epicóndilos son referencias de inserción y posición. La fosa del olécranon se encuentra en la cara posterior distal.</a:t>
            </a:r>
          </a:p>
          <a:p xmlns:a="http://schemas.openxmlformats.org/drawingml/2006/main">
            <a:r>
              <a:t/>
            </a:r>
          </a:p>
          <a:p xmlns:a="http://schemas.openxmlformats.org/drawingml/2006/main">
            <a:r>
              <a:t>IMPRESCINDIBLE PARA EXPLICAR: Capítulo–radio y tróclea–ulna deben enseñarse como parejas, no como nombres aislados.</a:t>
            </a:r>
          </a:p>
          <a:p xmlns:a="http://schemas.openxmlformats.org/drawingml/2006/main">
            <a:r>
              <a:t>SEÑALAR Y RELACIONAR: Orienta la imagen distal y explica qué hueso ocuparía cada superficie.</a:t>
            </a:r>
          </a:p>
          <a:p xmlns:a="http://schemas.openxmlformats.org/drawingml/2006/main">
            <a:r>
              <a:t>IDEA CLAVE: En el codo, cada superficie tiene su pareja.</a:t>
            </a:r>
          </a:p>
          <a:p xmlns:a="http://schemas.openxmlformats.org/drawingml/2006/main">
            <a:r>
              <a:t/>
            </a:r>
          </a:p>
          <a:p xmlns:a="http://schemas.openxmlformats.org/drawingml/2006/main">
            <a:r>
              <a:t>FUENTE: Kenneth S. Saladin, Anatomía y fisiología, 6.ª ed., capítulo 8. Páginas PDF 289, 290. Páginas impresas 261, 262. Archivo oficial: morfofisiliologia-saladin-anatomia-y-fisiologia (1) (3).pdf.</a:t>
            </a:r>
          </a:p>
          <a:p xmlns:a="http://schemas.openxmlformats.org/drawingml/2006/main">
            <a:r>
              <a:t>Figuras originales conservadas de Capitulo 8 SISTEMA OSEO SALADIN.pptx.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GUION DEL ESTUDIANTE · DIAPOSITIVA 31</a:t>
            </a:r>
          </a:p>
          <a:p xmlns:a="http://schemas.openxmlformats.org/drawingml/2006/main">
            <a:r>
              <a:t>El radio ocupa el lado lateral del antebrazo en posición anatómica y se sitúa del lado del pulgar. La ulna o cúbito es medial y se relaciona con el lado del dedo pequeño. La cabeza radial es proximal; la ulna destaca proximalmente por olécranon e incisura troclear. La membrana interósea une ambas diáfisis. Al cambiar la posición del antebrazo, la relación visual puede variar; por ello se enseña primero la posición anatómica.</a:t>
            </a:r>
          </a:p>
          <a:p xmlns:a="http://schemas.openxmlformats.org/drawingml/2006/main">
            <a:r>
              <a:t/>
            </a:r>
          </a:p>
          <a:p xmlns:a="http://schemas.openxmlformats.org/drawingml/2006/main">
            <a:r>
              <a:t>IMPRESCINDIBLE PARA EXPLICAR: No decidas derecha e izquierda por el lado de la pantalla: orienta el miembro del paciente.</a:t>
            </a:r>
          </a:p>
          <a:p xmlns:a="http://schemas.openxmlformats.org/drawingml/2006/main">
            <a:r>
              <a:t>SEÑALAR Y RELACIONAR: Coloca tus palmas hacia delante y señala el radio sin flexionar el codo.</a:t>
            </a:r>
          </a:p>
          <a:p xmlns:a="http://schemas.openxmlformats.org/drawingml/2006/main">
            <a:r>
              <a:t>IDEA CLAVE: La referencia es la posición anatómica, con palmas hacia delante.</a:t>
            </a:r>
          </a:p>
          <a:p xmlns:a="http://schemas.openxmlformats.org/drawingml/2006/main">
            <a:r>
              <a:t/>
            </a:r>
          </a:p>
          <a:p xmlns:a="http://schemas.openxmlformats.org/drawingml/2006/main">
            <a:r>
              <a:t>FUENTE: Kenneth S. Saladin, Anatomía y fisiología, 6.ª ed., capítulo 8. Páginas PDF 290, 291. Páginas impresas 262, 263. Archivo oficial: morfofisiliologia-saladin-anatomia-y-fisiologia (1) (3).pdf.</a:t>
            </a:r>
          </a:p>
          <a:p xmlns:a="http://schemas.openxmlformats.org/drawingml/2006/main">
            <a:r>
              <a:t>Figuras originales conservadas de Capitulo 8 SISTEMA OSEO SALADIN.pptx.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GUION DEL ESTUDIANTE · DIAPOSITIVA 32</a:t>
            </a:r>
          </a:p>
          <a:p xmlns:a="http://schemas.openxmlformats.org/drawingml/2006/main">
            <a:r>
              <a:t>El carpo tiene ocho huesos. La fila proximal, de lateral a medial, comprende escafoides, semilunar, piramidal y pisiforme. La distal incluye trapecio, trapezoide, grande y ganchoso. El pisiforme es un sesamoideo relacionado con el tendón del flexor ulnar del carpo. El ganchoso presenta el gancho que contribuye a la fijación del retináculo flexor. Después se encuentran cinco metacarpianos y catorce falanges.</a:t>
            </a:r>
          </a:p>
          <a:p xmlns:a="http://schemas.openxmlformats.org/drawingml/2006/main">
            <a:r>
              <a:t/>
            </a:r>
          </a:p>
          <a:p xmlns:a="http://schemas.openxmlformats.org/drawingml/2006/main">
            <a:r>
              <a:t>IMPRESCINDIBLE PARA EXPLICAR: En el material original se confundían piramidal con pisiforme y grande con ganchoso: aquí quedan corregidos.</a:t>
            </a:r>
          </a:p>
          <a:p xmlns:a="http://schemas.openxmlformats.org/drawingml/2006/main">
            <a:r>
              <a:t>SEÑALAR Y RELACIONAR: Compara el número de falanges del pulgar con el índice.</a:t>
            </a:r>
          </a:p>
          <a:p xmlns:a="http://schemas.openxmlformats.org/drawingml/2006/main">
            <a:r>
              <a:t>IDEA CLAVE: El pulgar tiene dos falanges; los demás dedos, tres.</a:t>
            </a:r>
          </a:p>
          <a:p xmlns:a="http://schemas.openxmlformats.org/drawingml/2006/main">
            <a:r>
              <a:t/>
            </a:r>
          </a:p>
          <a:p xmlns:a="http://schemas.openxmlformats.org/drawingml/2006/main">
            <a:r>
              <a:t>FUENTE: Kenneth S. Saladin, Anatomía y fisiología, 6.ª ed., capítulo 8. Páginas PDF 291, 292. Páginas impresas 263, 264. Archivo oficial: morfofisiliologia-saladin-anatomia-y-fisiologia (1) (3).pdf.</a:t>
            </a:r>
          </a:p>
          <a:p xmlns:a="http://schemas.openxmlformats.org/drawingml/2006/main">
            <a:r>
              <a:t>Figuras originales conservadas de Capitulo 8 SISTEMA OSEO SALADIN.pptx.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GUION DEL ESTUDIANTE · DIAPOSITIVA 33</a:t>
            </a:r>
          </a:p>
          <a:p xmlns:a="http://schemas.openxmlformats.org/drawingml/2006/main">
            <a:r>
              <a:t>Cada coxal adulto resulta de la fusión de ilion, isquion y pubis. El ilion forma la región superior y presenta la cresta ilíaca. El isquion forma parte posteroinferior y su tuberosidad participa en el apoyo al sentarse. El pubis forma parte anterior y se relaciona con el pubis contralateral mediante la sínfisis. El acetábulo recibe la cabeza femoral.</a:t>
            </a:r>
          </a:p>
          <a:p xmlns:a="http://schemas.openxmlformats.org/drawingml/2006/main">
            <a:r>
              <a:t/>
            </a:r>
          </a:p>
          <a:p xmlns:a="http://schemas.openxmlformats.org/drawingml/2006/main">
            <a:r>
              <a:t>IMPRESCINDIBLE PARA EXPLICAR: El acetábulo pertenece al coxal; la cavidad glenoidea pertenece a la escápula.</a:t>
            </a:r>
          </a:p>
          <a:p xmlns:a="http://schemas.openxmlformats.org/drawingml/2006/main">
            <a:r>
              <a:t>SEÑALAR Y RELACIONAR: Señala en la imagen la tuberosidad isquiática y explica su relación con sentarse.</a:t>
            </a:r>
          </a:p>
          <a:p xmlns:a="http://schemas.openxmlformats.org/drawingml/2006/main">
            <a:r>
              <a:t>IDEA CLAVE: Las tres piezas contribuyen al acetábulo.</a:t>
            </a:r>
          </a:p>
          <a:p xmlns:a="http://schemas.openxmlformats.org/drawingml/2006/main">
            <a:r>
              <a:t/>
            </a:r>
          </a:p>
          <a:p xmlns:a="http://schemas.openxmlformats.org/drawingml/2006/main">
            <a:r>
              <a:t>FUENTE: Kenneth S. Saladin, Anatomía y fisiología, 6.ª ed., capítulo 8. Páginas PDF 293, 294, 295. Páginas impresas 265, 266, 267. Archivo oficial: morfofisiliologia-saladin-anatomia-y-fisiologia (1) (3).pdf.</a:t>
            </a:r>
          </a:p>
          <a:p xmlns:a="http://schemas.openxmlformats.org/drawingml/2006/main">
            <a:r>
              <a:t>Figuras originales conservadas de Capitulo 8 SISTEMA OSEO SALADIN.pptx.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GUION DEL ESTUDIANTE · DIAPOSITIVA 34</a:t>
            </a:r>
          </a:p>
          <a:p xmlns:a="http://schemas.openxmlformats.org/drawingml/2006/main">
            <a:r>
              <a:t>La cintura pélvica comprende dos coxales. La pelvis ósea incluye además sacro y cóccix. El borde pélvico separa pelvis mayor y menor; la entrada pélvica conduce a la pelvis menor. La salida pélvica está en el límite inferior de la pelvis menor. La orientación de la figura debe permitir distinguir el contorno superior de entrada y el inferior de salida.</a:t>
            </a:r>
          </a:p>
          <a:p xmlns:a="http://schemas.openxmlformats.org/drawingml/2006/main">
            <a:r>
              <a:t/>
            </a:r>
          </a:p>
          <a:p xmlns:a="http://schemas.openxmlformats.org/drawingml/2006/main">
            <a:r>
              <a:t>IMPRESCINDIBLE PARA EXPLICAR: La pregunta original ubicaba erróneamente la salida en la pelvis mayor. Esta relación debe corregirse de forma explícita.</a:t>
            </a:r>
          </a:p>
          <a:p xmlns:a="http://schemas.openxmlformats.org/drawingml/2006/main">
            <a:r>
              <a:t>SEÑALAR Y RELACIONAR: ¿Por qué pelvis ósea y cintura pélvica no son términos idénticos?</a:t>
            </a:r>
          </a:p>
          <a:p xmlns:a="http://schemas.openxmlformats.org/drawingml/2006/main">
            <a:r>
              <a:t>IDEA CLAVE: La salida pélvica limita inferiormente la pelvis menor.</a:t>
            </a:r>
          </a:p>
          <a:p xmlns:a="http://schemas.openxmlformats.org/drawingml/2006/main">
            <a:r>
              <a:t/>
            </a:r>
          </a:p>
          <a:p xmlns:a="http://schemas.openxmlformats.org/drawingml/2006/main">
            <a:r>
              <a:t>FUENTE: Kenneth S. Saladin, Anatomía y fisiología, 6.ª ed., capítulo 8. Páginas PDF 293, 294. Páginas impresas 265, 266. Archivo oficial: morfofisiliologia-saladin-anatomia-y-fisiologia (1) (3).pdf.</a:t>
            </a:r>
          </a:p>
          <a:p xmlns:a="http://schemas.openxmlformats.org/drawingml/2006/main">
            <a:r>
              <a:t>Figuras originales conservadas de Capitulo 8 SISTEMA OSEO SALADIN.pptx.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GUION DEL ESTUDIANTE · DIAPOSITIVA 35</a:t>
            </a:r>
          </a:p>
          <a:p xmlns:a="http://schemas.openxmlformats.org/drawingml/2006/main">
            <a:r>
              <a:t>El texto compara rasgos típicos de pelvis masculina y femenina. La femenina suele ser más ancha y menos profunda, con entrada más oval o redondeada y arco púbico más amplio. La masculina suele ser más estrecha y profunda y presentar entrada de contorno más acorazonado. La tabla es una comparación de tendencias, no una regla para identificar de manera absoluta a una persona mediante un único rasgo.</a:t>
            </a:r>
          </a:p>
          <a:p xmlns:a="http://schemas.openxmlformats.org/drawingml/2006/main">
            <a:r>
              <a:t/>
            </a:r>
          </a:p>
          <a:p xmlns:a="http://schemas.openxmlformats.org/drawingml/2006/main">
            <a:r>
              <a:t>IMPRESCINDIBLE PARA EXPLICAR: Compara varios rasgos y evita usar un ángulo aislado como clasificación universal. Las cifras de dibujos externos pueden variar respecto al texto.</a:t>
            </a:r>
          </a:p>
          <a:p xmlns:a="http://schemas.openxmlformats.org/drawingml/2006/main">
            <a:r>
              <a:t>SEÑALAR Y RELACIONAR: Busca la diferencia en amplitud de la entrada y luego compara el arco púbico.</a:t>
            </a:r>
          </a:p>
          <a:p xmlns:a="http://schemas.openxmlformats.org/drawingml/2006/main">
            <a:r>
              <a:t>IDEA CLAVE: Las diferencias descritas son tendencias anatómicas.</a:t>
            </a:r>
          </a:p>
          <a:p xmlns:a="http://schemas.openxmlformats.org/drawingml/2006/main">
            <a:r>
              <a:t/>
            </a:r>
          </a:p>
          <a:p xmlns:a="http://schemas.openxmlformats.org/drawingml/2006/main">
            <a:r>
              <a:t>FUENTE: Kenneth S. Saladin, Anatomía y fisiología, 6.ª ed., capítulo 8. Páginas PDF 296. Páginas impresas 268. Archivo oficial: morfofisiliologia-saladin-anatomia-y-fisiologia (1) (3).pdf.</a:t>
            </a:r>
          </a:p>
          <a:p xmlns:a="http://schemas.openxmlformats.org/drawingml/2006/main">
            <a:r>
              <a:t>Figuras originales conservadas de Capitulo 8 SISTEMA OSEO SALADIN.pptx.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GUION DEL ESTUDIANTE · DIAPOSITIVA 36</a:t>
            </a:r>
          </a:p>
          <a:p xmlns:a="http://schemas.openxmlformats.org/drawingml/2006/main">
            <a:r>
              <a:t>El fémur es el hueso del muslo. Su cabeza se articula con el acetábulo y su cuello conecta con el cuerpo. Los trocánteres mayor y menor son referencias de inserción. Distalmente se reconocen cóndilos y superficie patelar. La patela o rótula es un hueso sesamoideo incluido en el tendón del cuádriceps; su cara posterior articula con el fémur. El ligamento patelar continúa inferiormente hacia la tuberosidad tibial.</a:t>
            </a:r>
          </a:p>
          <a:p xmlns:a="http://schemas.openxmlformats.org/drawingml/2006/main">
            <a:r>
              <a:t/>
            </a:r>
          </a:p>
          <a:p xmlns:a="http://schemas.openxmlformats.org/drawingml/2006/main">
            <a:r>
              <a:t>IMPRESCINDIBLE PARA EXPLICAR: No digas que la patela articula directamente con la tibia: la superficie articular descrita se relaciona con el fémur.</a:t>
            </a:r>
          </a:p>
          <a:p xmlns:a="http://schemas.openxmlformats.org/drawingml/2006/main">
            <a:r>
              <a:t>SEÑALAR Y RELACIONAR: Sigue en la figura tendón del cuádriceps–patela–ligamento patelar–tibia.</a:t>
            </a:r>
          </a:p>
          <a:p xmlns:a="http://schemas.openxmlformats.org/drawingml/2006/main">
            <a:r>
              <a:t>IDEA CLAVE: La patela está en el tendón del cuádriceps.</a:t>
            </a:r>
          </a:p>
          <a:p xmlns:a="http://schemas.openxmlformats.org/drawingml/2006/main">
            <a:r>
              <a:t/>
            </a:r>
          </a:p>
          <a:p xmlns:a="http://schemas.openxmlformats.org/drawingml/2006/main">
            <a:r>
              <a:t>FUENTE: Kenneth S. Saladin, Anatomía y fisiología, 6.ª ed., capítulo 8. Páginas PDF 295, 296. Páginas impresas 267, 268. Archivo oficial: morfofisiliologia-saladin-anatomia-y-fisiologia (1) (3).pdf.</a:t>
            </a:r>
          </a:p>
          <a:p xmlns:a="http://schemas.openxmlformats.org/drawingml/2006/main">
            <a:r>
              <a:t>Figuras originales conservadas de Capitulo 8 SISTEMA OSEO SALADIN.pptx.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GUION DEL ESTUDIANTE · DIAPOSITIVA 37</a:t>
            </a:r>
          </a:p>
          <a:p xmlns:a="http://schemas.openxmlformats.org/drawingml/2006/main">
            <a:r>
              <a:t>La tibia es el hueso medial y robusto de la pierna. Sus cóndilos reciben los cóndilos femorales; la tuberosidad tibial se relaciona con el ligamento patelar. Su extremo distal forma el maléolo medial. La fíbula o peroné es lateral, delgada y participa en la estabilidad del tobillo; su extremo distal forma el maléolo lateral. No articula directamente con el fémur.</a:t>
            </a:r>
          </a:p>
          <a:p xmlns:a="http://schemas.openxmlformats.org/drawingml/2006/main">
            <a:r>
              <a:t/>
            </a:r>
          </a:p>
          <a:p xmlns:a="http://schemas.openxmlformats.org/drawingml/2006/main">
            <a:r>
              <a:t>IMPRESCINDIBLE PARA EXPLICAR: La afirmación original de tibia lateral era incorrecta. Asocia tibia–medial y fíbula–lateral.</a:t>
            </a:r>
          </a:p>
          <a:p xmlns:a="http://schemas.openxmlformats.org/drawingml/2006/main">
            <a:r>
              <a:t>SEÑALAR Y RELACIONAR: Localiza ambos maléolos y explica a qué hueso pertenece cada uno.</a:t>
            </a:r>
          </a:p>
          <a:p xmlns:a="http://schemas.openxmlformats.org/drawingml/2006/main">
            <a:r>
              <a:t>IDEA CLAVE: La tibia recibe la carga principal de la pierna.</a:t>
            </a:r>
          </a:p>
          <a:p xmlns:a="http://schemas.openxmlformats.org/drawingml/2006/main">
            <a:r>
              <a:t/>
            </a:r>
          </a:p>
          <a:p xmlns:a="http://schemas.openxmlformats.org/drawingml/2006/main">
            <a:r>
              <a:t>FUENTE: Kenneth S. Saladin, Anatomía y fisiología, 6.ª ed., capítulo 8. Páginas PDF 297, 298. Páginas impresas 269, 270. Archivo oficial: morfofisiliologia-saladin-anatomia-y-fisiologia (1) (3).pdf.</a:t>
            </a:r>
          </a:p>
          <a:p xmlns:a="http://schemas.openxmlformats.org/drawingml/2006/main">
            <a:r>
              <a:t>Figuras originales conservadas de Capitulo 8 SISTEMA OSEO SALADIN.pptx.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GUION DEL ESTUDIANTE · DIAPOSITIVA 38</a:t>
            </a:r>
          </a:p>
          <a:p xmlns:a="http://schemas.openxmlformats.org/drawingml/2006/main">
            <a:r>
              <a:t>El tarso comprende talus o astrágalo, calcáneo, navicular, cuboides y tres cuneiformes: medial, intermedio y lateral. El talus se articula superiormente con la tibia y transmite cargas hacia el pie. El calcáneo forma el talón. Los metatarsianos se numeran I a V de medial a lateral. El dedo gordo tiene dos falanges y los demás, tres cada uno.</a:t>
            </a:r>
          </a:p>
          <a:p xmlns:a="http://schemas.openxmlformats.org/drawingml/2006/main">
            <a:r>
              <a:t/>
            </a:r>
          </a:p>
          <a:p xmlns:a="http://schemas.openxmlformats.org/drawingml/2006/main">
            <a:r>
              <a:t>IMPRESCINDIBLE PARA EXPLICAR: No confundas el número de huesos del carpo y del tarso: ocho frente a siete.</a:t>
            </a:r>
          </a:p>
          <a:p xmlns:a="http://schemas.openxmlformats.org/drawingml/2006/main">
            <a:r>
              <a:t>SEÑALAR Y RELACIONAR: Localiza talus y calcáneo antes de recorrer el resto del tarso.</a:t>
            </a:r>
          </a:p>
          <a:p xmlns:a="http://schemas.openxmlformats.org/drawingml/2006/main">
            <a:r>
              <a:t>IDEA CLAVE: El talus recibe la tibia; el calcáneo forma el talón.</a:t>
            </a:r>
          </a:p>
          <a:p xmlns:a="http://schemas.openxmlformats.org/drawingml/2006/main">
            <a:r>
              <a:t/>
            </a:r>
          </a:p>
          <a:p xmlns:a="http://schemas.openxmlformats.org/drawingml/2006/main">
            <a:r>
              <a:t>FUENTE: Kenneth S. Saladin, Anatomía y fisiología, 6.ª ed., capítulo 8. Páginas PDF 298, 299. Páginas impresas 270, 271. Archivo oficial: morfofisiliologia-saladin-anatomia-y-fisiologia (1) (3).pdf.</a:t>
            </a:r>
          </a:p>
          <a:p xmlns:a="http://schemas.openxmlformats.org/drawingml/2006/main">
            <a:r>
              <a:t>Figuras originales conservadas de Capitulo 8 SISTEMA OSEO SALADIN.pptx.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GUION DEL ESTUDIANTE · DIAPOSITIVA 39</a:t>
            </a:r>
          </a:p>
          <a:p xmlns:a="http://schemas.openxmlformats.org/drawingml/2006/main">
            <a:r>
              <a:t>El arco longitudinal medial va del talón al lado del dedo gordo e incluye calcáneo, talus, navicular, cuneiformes y los primeros metatarsianos. El longitudinal lateral sigue el lado del dedo pequeño y comprende calcáneo, cuboides y metatarsianos laterales. El arco transverso cruza la región del mediopié. Los ligamentos contribuyen al mantenimiento de los arcos, que distribuyen las cargas y aportan adaptación al apoyo.</a:t>
            </a:r>
          </a:p>
          <a:p xmlns:a="http://schemas.openxmlformats.org/drawingml/2006/main">
            <a:r>
              <a:t/>
            </a:r>
          </a:p>
          <a:p xmlns:a="http://schemas.openxmlformats.org/drawingml/2006/main">
            <a:r>
              <a:t>IMPRESCINDIBLE PARA EXPLICAR: El material original intercambiaba recorridos de los arcos. Medial es el lado del dedo gordo; lateral es el lado del dedo pequeño.</a:t>
            </a:r>
          </a:p>
          <a:p xmlns:a="http://schemas.openxmlformats.org/drawingml/2006/main">
            <a:r>
              <a:t>SEÑALAR Y RELACIONAR: Traza cada arco en la figura correspondiente sin mezclar sus vistas.</a:t>
            </a:r>
          </a:p>
          <a:p xmlns:a="http://schemas.openxmlformats.org/drawingml/2006/main">
            <a:r>
              <a:t>IDEA CLAVE: Relaciona cada arco con su recorrido, no solo con su nombre.</a:t>
            </a:r>
          </a:p>
          <a:p xmlns:a="http://schemas.openxmlformats.org/drawingml/2006/main">
            <a:r>
              <a:t/>
            </a:r>
          </a:p>
          <a:p xmlns:a="http://schemas.openxmlformats.org/drawingml/2006/main">
            <a:r>
              <a:t>FUENTE: Kenneth S. Saladin, Anatomía y fisiología, 6.ª ed., capítulo 8. Páginas PDF 299, 300. Páginas impresas 271, 272. Archivo oficial: morfofisiliologia-saladin-anatomia-y-fisiologia (1) (3).pdf.</a:t>
            </a:r>
          </a:p>
          <a:p xmlns:a="http://schemas.openxmlformats.org/drawingml/2006/main">
            <a:r>
              <a:t>Figuras originales conservadas de Capitulo 8 SISTEMA OSEO SALADIN.pptx. Incluye esquema didáctico generado con IA; no es imagen clínica.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GUION DEL ESTUDIANTE · DIAPOSITIVA 40</a:t>
            </a:r>
          </a:p>
          <a:p xmlns:a="http://schemas.openxmlformats.org/drawingml/2006/main">
            <a:r>
              <a:t>El capítulo relaciona la bipedestación con cambios en la base craneal, curvaturas vertebrales, forma de la pelvis, orientación del miembro inferior y arcos del pie. La comparación permite seguir el soporte desde el tronco hacia la pelvis, el fémur y el pie. La rotación del miembro inferior durante el desarrollo ayuda a comprender la orientación de rodilla y pie. La exposición prioriza las relaciones anatómicas visibles sobre detalles evolutivos secundarios.</a:t>
            </a:r>
          </a:p>
          <a:p xmlns:a="http://schemas.openxmlformats.org/drawingml/2006/main">
            <a:r>
              <a:t/>
            </a:r>
          </a:p>
          <a:p xmlns:a="http://schemas.openxmlformats.org/drawingml/2006/main">
            <a:r>
              <a:t>IMPRESCINDIBLE PARA EXPLICAR: No presentes la bipedestación como una propiedad exclusiva de una curva o de un arco.</a:t>
            </a:r>
          </a:p>
          <a:p xmlns:a="http://schemas.openxmlformats.org/drawingml/2006/main">
            <a:r>
              <a:t>SEÑALAR Y RELACIONAR: Recorre en las tres figuras el trayecto general de soporte desde el tronco al suelo.</a:t>
            </a:r>
          </a:p>
          <a:p xmlns:a="http://schemas.openxmlformats.org/drawingml/2006/main">
            <a:r>
              <a:t>IDEA CLAVE: La postura erguida reúne varias adaptaciones, no un solo hueso.</a:t>
            </a:r>
          </a:p>
          <a:p xmlns:a="http://schemas.openxmlformats.org/drawingml/2006/main">
            <a:r>
              <a:t/>
            </a:r>
          </a:p>
          <a:p xmlns:a="http://schemas.openxmlformats.org/drawingml/2006/main">
            <a:r>
              <a:t>FUENTE: Kenneth S. Saladin, Anatomía y fisiología, 6.ª ed., capítulo 8. Páginas PDF 299, 300, 301, 302. Páginas impresas 271, 272, 273, 274. Archivo oficial: morfofisiliologia-saladin-anatomia-y-fisiologia (1) (3).pdf.</a:t>
            </a:r>
          </a:p>
          <a:p xmlns:a="http://schemas.openxmlformats.org/drawingml/2006/main">
            <a:r>
              <a:t>Figuras originales conservadas de Capitulo 8 SISTEMA OSEO SALADIN.pptx.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GUION DEL ESTUDIANTE · DIAPOSITIVA 41</a:t>
            </a:r>
          </a:p>
          <a:p xmlns:a="http://schemas.openxmlformats.org/drawingml/2006/main">
            <a:r>
              <a:t>El cierre integra tres ejemplos ya estudiados: una vértebra, la mandíbula y el pie. En cada figura se aplica el mismo procedimiento: identificar región y vista, localizar una referencia, nombrar la estructura y relacionarla con una articulación, un trayecto o una función. Esta secuencia organiza el recuerdo y prepara el simulacro de identificación. No introduce contenido nuevo ni una lista adicional.</a:t>
            </a:r>
          </a:p>
          <a:p xmlns:a="http://schemas.openxmlformats.org/drawingml/2006/main">
            <a:r>
              <a:t/>
            </a:r>
          </a:p>
          <a:p xmlns:a="http://schemas.openxmlformats.org/drawingml/2006/main">
            <a:r>
              <a:t>IMPRESCINDIBLE PARA EXPLICAR: Pide una relación verificable: cuerpo vertebral–soporte, cóndilo mandibular–temporal, talus–tibia.</a:t>
            </a:r>
          </a:p>
          <a:p xmlns:a="http://schemas.openxmlformats.org/drawingml/2006/main">
            <a:r>
              <a:t>SEÑALAR Y RELACIONAR: Elige una de las figuras y descríbela durante treinta segundos sin leer etiquetas.</a:t>
            </a:r>
          </a:p>
          <a:p xmlns:a="http://schemas.openxmlformats.org/drawingml/2006/main">
            <a:r>
              <a:t>IDEA CLAVE: Explica qué ves y qué estructura se conecta con ello.</a:t>
            </a:r>
          </a:p>
          <a:p xmlns:a="http://schemas.openxmlformats.org/drawingml/2006/main">
            <a:r>
              <a:t/>
            </a:r>
          </a:p>
          <a:p xmlns:a="http://schemas.openxmlformats.org/drawingml/2006/main">
            <a:r>
              <a:t>FUENTE: Kenneth S. Saladin, Anatomía y fisiología, 6.ª ed., capítulo 8. Páginas PDF 264, 277, 281, 298. Páginas impresas 236, 249, 253, 270. Archivo oficial: morfofisiliologia-saladin-anatomia-y-fisiologia (1) (3).pdf.</a:t>
            </a:r>
          </a:p>
          <a:p xmlns:a="http://schemas.openxmlformats.org/drawingml/2006/main">
            <a:r>
              <a:t>Figuras originales conservadas de Capitulo 8 SISTEMA OSEO SALADIN.pptx.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GUION DEL ESTUDIANTE · DIAPOSITIVA 42</a:t>
            </a:r>
          </a:p>
          <a:p xmlns:a="http://schemas.openxmlformats.org/drawingml/2006/main">
            <a:r>
              <a:t>Distribución sugerida de 90 minutos: explicación visual 40 minutos; juegos 8 minutos; simulacro de identificación 12 minutos; flashcards 5 minutos; evaluación 20 minutos; corrección y cierre 5 minutos. El guion conserva el desarrollo que no se lee en las diapositivas. El mapa mental organiza el mismo recorrido y la lámina de Intocables reúne referencias esenciales. Las actividades se presentan en los componentes habituales de Alcocer Med.</a:t>
            </a:r>
          </a:p>
          <a:p xmlns:a="http://schemas.openxmlformats.org/drawingml/2006/main">
            <a:r>
              <a:t/>
            </a:r>
          </a:p>
          <a:p xmlns:a="http://schemas.openxmlformats.org/drawingml/2006/main">
            <a:r>
              <a:t>IMPRESCINDIBLE PARA EXPLICAR: Las preguntas de evaluación llevan explicación de las respuestas para la revisión posterior. Ajusta el ritmo de la exposición; el guion permite repasar lo no desarrollado oralmente.</a:t>
            </a:r>
          </a:p>
          <a:p xmlns:a="http://schemas.openxmlformats.org/drawingml/2006/main">
            <a:r>
              <a:t>SEÑALAR Y RELACIONAR: Termina el simulacro antes de abrir la evaluación y usa la devolución para corregir relaciones.</a:t>
            </a:r>
          </a:p>
          <a:p xmlns:a="http://schemas.openxmlformats.org/drawingml/2006/main">
            <a:r>
              <a:t>IDEA CLAVE: Toda la práctica corresponde al contenido de esta presentación.</a:t>
            </a:r>
          </a:p>
          <a:p xmlns:a="http://schemas.openxmlformats.org/drawingml/2006/main">
            <a:r>
              <a:t/>
            </a:r>
          </a:p>
          <a:p xmlns:a="http://schemas.openxmlformats.org/drawingml/2006/main">
            <a:r>
              <a:t>Plan de clase propuesto; sin afirmaciones anatómicas nuevas.</a:t>
            </a:r>
          </a:p>
          <a:p xmlns:a="http://schemas.openxmlformats.org/drawingml/2006/main">
            <a:r>
              <a:t>Figuras originales conservadas de Capitulo 8 SISTEMA OSEO SALADIN.pptx. Incluye esquema didáctico generado con IA; no es imagen clínica.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01f96742d44492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ec2eda715c34fc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b2ba363339b4a3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40b0932d371406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f0f7e9b99dd43d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b06d3aebe654b8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034ECAF-3B79-4B40-9FD9-F68D40706E4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EC370A6-42F2-4CF3-A100-EC44C74DE4F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A86B74C-968A-40C7-BA87-F67B0765924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C662750-137F-40BF-835C-96AA5FB6EB6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D4767D7-4F8D-40E1-A67F-EBF062747EB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2824CA2-918A-4A12-968B-4153A6850A4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92FF31B-16C3-4D5C-9541-C109CDF91AA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69AC118-A62D-4765-B98C-FB952AE2123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9D88D18-A7E5-42FB-A87F-5D89F67E29F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365B704-05C7-4B97-A785-4F61226BD42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ea73c90cb014ee1" /><Relationship Type="http://schemas.openxmlformats.org/officeDocument/2006/relationships/slideLayout" Target="/ppt/slideLayouts/slideLayout1.xml" Id="Rccaf4545020d424a" /><Relationship Type="http://schemas.openxmlformats.org/officeDocument/2006/relationships/slideLayout" Target="/ppt/slideLayouts/slideLayout2.xml" Id="Rebb75331fe6c4303" /><Relationship Type="http://schemas.openxmlformats.org/officeDocument/2006/relationships/slideLayout" Target="/ppt/slideLayouts/slideLayout3.xml" Id="R17d10b1535544a97" /><Relationship Type="http://schemas.openxmlformats.org/officeDocument/2006/relationships/slideLayout" Target="/ppt/slideLayouts/slideLayout4.xml" Id="Rb840e0825a894975" /><Relationship Type="http://schemas.openxmlformats.org/officeDocument/2006/relationships/slideLayout" Target="/ppt/slideLayouts/slideLayout5.xml" Id="R21e8d190737840aa" /><Relationship Type="http://schemas.openxmlformats.org/officeDocument/2006/relationships/slideLayout" Target="/ppt/slideLayouts/slideLayout6.xml" Id="Raaf6a7fb73b547b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caf4545020d424a"/>
    <p:sldLayoutId xmlns:r="http://schemas.openxmlformats.org/officeDocument/2006/relationships" id="2147483650" r:id="Rebb75331fe6c4303"/>
    <p:sldLayoutId xmlns:r="http://schemas.openxmlformats.org/officeDocument/2006/relationships" id="2147483651" r:id="R17d10b1535544a97"/>
    <p:sldLayoutId xmlns:r="http://schemas.openxmlformats.org/officeDocument/2006/relationships" id="2147483652" r:id="Rb840e0825a894975"/>
    <p:sldLayoutId xmlns:r="http://schemas.openxmlformats.org/officeDocument/2006/relationships" id="2147483653" r:id="R21e8d190737840aa"/>
    <p:sldLayoutId xmlns:r="http://schemas.openxmlformats.org/officeDocument/2006/relationships" id="2147483654" r:id="Raaf6a7fb73b547b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766e831c0fc4398" /><Relationship Type="http://schemas.openxmlformats.org/officeDocument/2006/relationships/image" Target="/ppt/media/image.png" Id="Rcf08f16d7ef44187" /><Relationship Type="http://schemas.openxmlformats.org/officeDocument/2006/relationships/image" Target="/ppt/media/image.jpeg" Id="R5a593a02a3ca416c" /><Relationship Type="http://schemas.openxmlformats.org/officeDocument/2006/relationships/notesSlide" Target="/ppt/notesSlides/notesSlide1.xml" Id="Re9795a6f29234d9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f6e76b2177b4451" /><Relationship Type="http://schemas.openxmlformats.org/officeDocument/2006/relationships/image" Target="/ppt/media/image2.png" Id="R57fcb33c7ed24dc1" /><Relationship Type="http://schemas.openxmlformats.org/officeDocument/2006/relationships/image" Target="/ppt/media/image2.jpeg" Id="Reb9325b68a304139" /><Relationship Type="http://schemas.openxmlformats.org/officeDocument/2006/relationships/notesSlide" Target="/ppt/notesSlides/notesSlide2.xml" Id="Ra3c89b7194ff446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b56972748084cb5" /><Relationship Type="http://schemas.openxmlformats.org/officeDocument/2006/relationships/image" Target="/ppt/media/image3.png" Id="R1b11cf5a19fe471e" /><Relationship Type="http://schemas.openxmlformats.org/officeDocument/2006/relationships/image" Target="/ppt/media/image3.jpeg" Id="R36f9078248424373" /><Relationship Type="http://schemas.openxmlformats.org/officeDocument/2006/relationships/image" Target="/ppt/media/image4.jpeg" Id="R62faa079dcfc4dba" /><Relationship Type="http://schemas.openxmlformats.org/officeDocument/2006/relationships/image" Target="/ppt/media/image5.jpeg" Id="R64d7fc3b0ad14587" /><Relationship Type="http://schemas.openxmlformats.org/officeDocument/2006/relationships/notesSlide" Target="/ppt/notesSlides/notesSlide3.xml" Id="R42bce9d89b6740f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afbae22c2d84314" /><Relationship Type="http://schemas.openxmlformats.org/officeDocument/2006/relationships/image" Target="/ppt/media/image4.png" Id="Ra7e8a031c2764d9f" /><Relationship Type="http://schemas.openxmlformats.org/officeDocument/2006/relationships/image" Target="/ppt/media/image6.jpeg" Id="R8f995c97a916474f" /><Relationship Type="http://schemas.openxmlformats.org/officeDocument/2006/relationships/image" Target="/ppt/media/image7.jpeg" Id="R6517baa8677a4150" /><Relationship Type="http://schemas.openxmlformats.org/officeDocument/2006/relationships/image" Target="/ppt/media/image8.jpeg" Id="R6f2038b9be9a4256" /><Relationship Type="http://schemas.openxmlformats.org/officeDocument/2006/relationships/notesSlide" Target="/ppt/notesSlides/notesSlide4.xml" Id="R3ea8056e37fb4e7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60dba338c414a6c" /><Relationship Type="http://schemas.openxmlformats.org/officeDocument/2006/relationships/image" Target="/ppt/media/image5.png" Id="Ra6985be88f514268" /><Relationship Type="http://schemas.openxmlformats.org/officeDocument/2006/relationships/image" Target="/ppt/media/image9.jpeg" Id="R4e1954604e0040d3" /><Relationship Type="http://schemas.openxmlformats.org/officeDocument/2006/relationships/image" Target="/ppt/media/image10.jpeg" Id="R5723bcb5cb7e4826" /><Relationship Type="http://schemas.openxmlformats.org/officeDocument/2006/relationships/image" Target="/ppt/media/image11.jpeg" Id="R0107faab01cd468f" /><Relationship Type="http://schemas.openxmlformats.org/officeDocument/2006/relationships/notesSlide" Target="/ppt/notesSlides/notesSlide5.xml" Id="R27a2de456f9f4bb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22f313cc487431d" /><Relationship Type="http://schemas.openxmlformats.org/officeDocument/2006/relationships/image" Target="/ppt/media/image6.png" Id="Rad337dc95d9049b0" /><Relationship Type="http://schemas.openxmlformats.org/officeDocument/2006/relationships/image" Target="/ppt/media/image12.jpeg" Id="Rd2b9ed6a58c64491" /><Relationship Type="http://schemas.openxmlformats.org/officeDocument/2006/relationships/image" Target="/ppt/media/image13.jpeg" Id="Rdac00e228b7e41c1" /><Relationship Type="http://schemas.openxmlformats.org/officeDocument/2006/relationships/notesSlide" Target="/ppt/notesSlides/notesSlide6.xml" Id="R20c39535386b4bb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77d87fee23d41aa" /><Relationship Type="http://schemas.openxmlformats.org/officeDocument/2006/relationships/image" Target="/ppt/media/image7.png" Id="R1eb4f10c24cb4dd0" /><Relationship Type="http://schemas.openxmlformats.org/officeDocument/2006/relationships/image" Target="/ppt/media/image14.jpeg" Id="R7e1ba92abb684fb3" /><Relationship Type="http://schemas.openxmlformats.org/officeDocument/2006/relationships/image" Target="/ppt/media/image15.jpeg" Id="Rce1fa85ecd8440a3" /><Relationship Type="http://schemas.openxmlformats.org/officeDocument/2006/relationships/image" Target="/ppt/media/image16.jpeg" Id="R8fed1c88ae3142ad" /><Relationship Type="http://schemas.openxmlformats.org/officeDocument/2006/relationships/image" Target="/ppt/media/image17.jpeg" Id="R9616d85f412546ff" /><Relationship Type="http://schemas.openxmlformats.org/officeDocument/2006/relationships/notesSlide" Target="/ppt/notesSlides/notesSlide7.xml" Id="R4c06ade97a824b8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7f39c923676423e" /><Relationship Type="http://schemas.openxmlformats.org/officeDocument/2006/relationships/image" Target="/ppt/media/image8.png" Id="R6b349cde00ba457d" /><Relationship Type="http://schemas.openxmlformats.org/officeDocument/2006/relationships/image" Target="/ppt/media/image18.jpeg" Id="Rf18050f118b04a17" /><Relationship Type="http://schemas.openxmlformats.org/officeDocument/2006/relationships/image" Target="/ppt/media/image19.jpeg" Id="R05aaa4e3d10346c7" /><Relationship Type="http://schemas.openxmlformats.org/officeDocument/2006/relationships/notesSlide" Target="/ppt/notesSlides/notesSlide8.xml" Id="R92593595f5174f5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90864f6c091451b" /><Relationship Type="http://schemas.openxmlformats.org/officeDocument/2006/relationships/image" Target="/ppt/media/image9.png" Id="Ra123da0498be45ca" /><Relationship Type="http://schemas.openxmlformats.org/officeDocument/2006/relationships/image" Target="/ppt/media/image20.jpeg" Id="Re27fc1bacced455d" /><Relationship Type="http://schemas.openxmlformats.org/officeDocument/2006/relationships/image" Target="/ppt/media/image21.jpeg" Id="R98b8bb912be44ec2" /><Relationship Type="http://schemas.openxmlformats.org/officeDocument/2006/relationships/notesSlide" Target="/ppt/notesSlides/notesSlide9.xml" Id="Rd8e0e5a3ccb64e9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2ca8ac39ba745e3" /><Relationship Type="http://schemas.openxmlformats.org/officeDocument/2006/relationships/image" Target="/ppt/media/image10.png" Id="Rdd7d1737ac0b4435" /><Relationship Type="http://schemas.openxmlformats.org/officeDocument/2006/relationships/image" Target="/ppt/media/image22.jpeg" Id="Rddc00beaaa56478b" /><Relationship Type="http://schemas.openxmlformats.org/officeDocument/2006/relationships/image" Target="/ppt/media/image23.jpeg" Id="Rbeba899ad53d47f4" /><Relationship Type="http://schemas.openxmlformats.org/officeDocument/2006/relationships/notesSlide" Target="/ppt/notesSlides/notesSlide10.xml" Id="R45b826bce39b4cc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e9968d9196b4c59" /><Relationship Type="http://schemas.openxmlformats.org/officeDocument/2006/relationships/image" Target="/ppt/media/image11.png" Id="R7325383505b7449e" /><Relationship Type="http://schemas.openxmlformats.org/officeDocument/2006/relationships/image" Target="/ppt/media/image24.jpeg" Id="R9e8f74698c064f0c" /><Relationship Type="http://schemas.openxmlformats.org/officeDocument/2006/relationships/image" Target="/ppt/media/image25.jpeg" Id="Rfbc230663b064e67" /><Relationship Type="http://schemas.openxmlformats.org/officeDocument/2006/relationships/notesSlide" Target="/ppt/notesSlides/notesSlide11.xml" Id="Rd3217b7b0f4a454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ee530c5276f47a4" /><Relationship Type="http://schemas.openxmlformats.org/officeDocument/2006/relationships/image" Target="/ppt/media/image12.png" Id="Rd5cdc61d9db74d9a" /><Relationship Type="http://schemas.openxmlformats.org/officeDocument/2006/relationships/image" Target="/ppt/media/image26.jpeg" Id="Rca47972eb8db4ed9" /><Relationship Type="http://schemas.openxmlformats.org/officeDocument/2006/relationships/image" Target="/ppt/media/image27.jpeg" Id="R61134b7dc9444c1b" /><Relationship Type="http://schemas.openxmlformats.org/officeDocument/2006/relationships/notesSlide" Target="/ppt/notesSlides/notesSlide12.xml" Id="R1d92ceb8f63b4f8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58cc022481a491a" /><Relationship Type="http://schemas.openxmlformats.org/officeDocument/2006/relationships/image" Target="/ppt/media/image13.png" Id="R8f940c412b3c4842" /><Relationship Type="http://schemas.openxmlformats.org/officeDocument/2006/relationships/image" Target="/ppt/media/image28.jpeg" Id="R5db044390dab494d" /><Relationship Type="http://schemas.openxmlformats.org/officeDocument/2006/relationships/image" Target="/ppt/media/image29.jpeg" Id="R8b3c2300d97d484c" /><Relationship Type="http://schemas.openxmlformats.org/officeDocument/2006/relationships/notesSlide" Target="/ppt/notesSlides/notesSlide13.xml" Id="Rfec597853c704a1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3d4b9da484e436e" /><Relationship Type="http://schemas.openxmlformats.org/officeDocument/2006/relationships/image" Target="/ppt/media/image14.png" Id="Rd537d5f35bdc4081" /><Relationship Type="http://schemas.openxmlformats.org/officeDocument/2006/relationships/image" Target="/ppt/media/image30.jpeg" Id="Raa652daac4064667" /><Relationship Type="http://schemas.openxmlformats.org/officeDocument/2006/relationships/image" Target="/ppt/media/image31.jpeg" Id="R41c8e78b39fe4662" /><Relationship Type="http://schemas.openxmlformats.org/officeDocument/2006/relationships/notesSlide" Target="/ppt/notesSlides/notesSlide14.xml" Id="R54c31d4e7ebe458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39543b04ce945de" /><Relationship Type="http://schemas.openxmlformats.org/officeDocument/2006/relationships/image" Target="/ppt/media/image15.png" Id="R2940ced876674ae1" /><Relationship Type="http://schemas.openxmlformats.org/officeDocument/2006/relationships/image" Target="/ppt/media/image32.jpeg" Id="R1aa84cb60116430a" /><Relationship Type="http://schemas.openxmlformats.org/officeDocument/2006/relationships/image" Target="/ppt/media/image33.jpeg" Id="R50df54c64cdb41b6" /><Relationship Type="http://schemas.openxmlformats.org/officeDocument/2006/relationships/image" Target="/ppt/media/image34.jpeg" Id="R00ce9e6ca34148f6" /><Relationship Type="http://schemas.openxmlformats.org/officeDocument/2006/relationships/image" Target="/ppt/media/image35.jpeg" Id="Rb0d4b5dfeac6438c" /><Relationship Type="http://schemas.openxmlformats.org/officeDocument/2006/relationships/notesSlide" Target="/ppt/notesSlides/notesSlide15.xml" Id="R1ec97723878a409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34c22de808b4d10" /><Relationship Type="http://schemas.openxmlformats.org/officeDocument/2006/relationships/image" Target="/ppt/media/image16.png" Id="R87a729616d6b4f66" /><Relationship Type="http://schemas.openxmlformats.org/officeDocument/2006/relationships/image" Target="/ppt/media/image36.jpeg" Id="R5f2f679c57b042c6" /><Relationship Type="http://schemas.openxmlformats.org/officeDocument/2006/relationships/image" Target="/ppt/media/image37.jpeg" Id="Rce3d574a65f6426b" /><Relationship Type="http://schemas.openxmlformats.org/officeDocument/2006/relationships/notesSlide" Target="/ppt/notesSlides/notesSlide16.xml" Id="Rf86eed67e82f4e0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7bce1948a6d84323" /><Relationship Type="http://schemas.openxmlformats.org/officeDocument/2006/relationships/image" Target="/ppt/media/image17.png" Id="R25a5db5f1c7442ff" /><Relationship Type="http://schemas.openxmlformats.org/officeDocument/2006/relationships/image" Target="/ppt/media/image38.jpeg" Id="Rc85aaa18136e4cea" /><Relationship Type="http://schemas.openxmlformats.org/officeDocument/2006/relationships/image" Target="/ppt/media/image39.jpeg" Id="R7aa017dd6fc14d22" /><Relationship Type="http://schemas.openxmlformats.org/officeDocument/2006/relationships/notesSlide" Target="/ppt/notesSlides/notesSlide17.xml" Id="Re657839c3b454ea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f39dc82a8c1840fc" /><Relationship Type="http://schemas.openxmlformats.org/officeDocument/2006/relationships/image" Target="/ppt/media/image18.png" Id="R327d6a6df5114b04" /><Relationship Type="http://schemas.openxmlformats.org/officeDocument/2006/relationships/image" Target="/ppt/media/image40.jpeg" Id="R0f520a53a4dc4827" /><Relationship Type="http://schemas.openxmlformats.org/officeDocument/2006/relationships/image" Target="/ppt/media/image41.jpeg" Id="R81e2f1aceacb4f27" /><Relationship Type="http://schemas.openxmlformats.org/officeDocument/2006/relationships/notesSlide" Target="/ppt/notesSlides/notesSlide18.xml" Id="R38fc62ba91d4491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26c91f5e93584722" /><Relationship Type="http://schemas.openxmlformats.org/officeDocument/2006/relationships/image" Target="/ppt/media/image19.png" Id="R0b77215cfe374949" /><Relationship Type="http://schemas.openxmlformats.org/officeDocument/2006/relationships/image" Target="/ppt/media/image42.jpeg" Id="Rbc766280f39c45e1" /><Relationship Type="http://schemas.openxmlformats.org/officeDocument/2006/relationships/image" Target="/ppt/media/image43.jpeg" Id="R3ef241590b164c0f" /><Relationship Type="http://schemas.openxmlformats.org/officeDocument/2006/relationships/notesSlide" Target="/ppt/notesSlides/notesSlide19.xml" Id="Ra5abf0c4e40a48b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a36287a41d2b44ab" /><Relationship Type="http://schemas.openxmlformats.org/officeDocument/2006/relationships/image" Target="/ppt/media/image20.png" Id="R671e73d369924fe5" /><Relationship Type="http://schemas.openxmlformats.org/officeDocument/2006/relationships/image" Target="/ppt/media/image44.jpeg" Id="R68301aab6b6b41df" /><Relationship Type="http://schemas.openxmlformats.org/officeDocument/2006/relationships/notesSlide" Target="/ppt/notesSlides/notesSlide20.xml" Id="R10a51f9c65df463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431e75d9cb7842a8" /><Relationship Type="http://schemas.openxmlformats.org/officeDocument/2006/relationships/image" Target="/ppt/media/image21.png" Id="R35a7cb83e97c4590" /><Relationship Type="http://schemas.openxmlformats.org/officeDocument/2006/relationships/image" Target="/ppt/media/image45.jpeg" Id="R4673f705661a46dc" /><Relationship Type="http://schemas.openxmlformats.org/officeDocument/2006/relationships/image" Target="/ppt/media/image46.jpeg" Id="R846a1898aab84fae" /><Relationship Type="http://schemas.openxmlformats.org/officeDocument/2006/relationships/notesSlide" Target="/ppt/notesSlides/notesSlide21.xml" Id="Ra2493acdf3d840e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d60d09a52e954864" /><Relationship Type="http://schemas.openxmlformats.org/officeDocument/2006/relationships/image" Target="/ppt/media/image22.png" Id="R6720b080f170482c" /><Relationship Type="http://schemas.openxmlformats.org/officeDocument/2006/relationships/image" Target="/ppt/media/image47.jpeg" Id="R0ee2beb6783d40e5" /><Relationship Type="http://schemas.openxmlformats.org/officeDocument/2006/relationships/notesSlide" Target="/ppt/notesSlides/notesSlide22.xml" Id="R7cdf70f816b7402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85e17de381e24dfe" /><Relationship Type="http://schemas.openxmlformats.org/officeDocument/2006/relationships/image" Target="/ppt/media/image23.png" Id="Ra3ac570139a24cf6" /><Relationship Type="http://schemas.openxmlformats.org/officeDocument/2006/relationships/image" Target="/ppt/media/image48.jpeg" Id="R70bc110d5fd84363" /><Relationship Type="http://schemas.openxmlformats.org/officeDocument/2006/relationships/image" Target="/ppt/media/image49.jpeg" Id="Rf3631ba236df4267" /><Relationship Type="http://schemas.openxmlformats.org/officeDocument/2006/relationships/notesSlide" Target="/ppt/notesSlides/notesSlide23.xml" Id="Rc57d6e0a8e8d47c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bd34d6a239ee403d" /><Relationship Type="http://schemas.openxmlformats.org/officeDocument/2006/relationships/image" Target="/ppt/media/image24.png" Id="Ree23955873b04456" /><Relationship Type="http://schemas.openxmlformats.org/officeDocument/2006/relationships/image" Target="/ppt/media/image50.jpeg" Id="R2ba9b3471e8546db" /><Relationship Type="http://schemas.openxmlformats.org/officeDocument/2006/relationships/image" Target="/ppt/media/image51.jpeg" Id="Re691388cecde4080" /><Relationship Type="http://schemas.openxmlformats.org/officeDocument/2006/relationships/notesSlide" Target="/ppt/notesSlides/notesSlide24.xml" Id="R5633d2d71f0749d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15f3523fa568444c" /><Relationship Type="http://schemas.openxmlformats.org/officeDocument/2006/relationships/image" Target="/ppt/media/image25.png" Id="Rf2f05196e7f24283" /><Relationship Type="http://schemas.openxmlformats.org/officeDocument/2006/relationships/image" Target="/ppt/media/image52.jpeg" Id="Recfb984cff304a96" /><Relationship Type="http://schemas.openxmlformats.org/officeDocument/2006/relationships/image" Target="/ppt/media/image53.jpeg" Id="Rc48376c78ea34d70" /><Relationship Type="http://schemas.openxmlformats.org/officeDocument/2006/relationships/notesSlide" Target="/ppt/notesSlides/notesSlide25.xml" Id="R2fc73de48f5442f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7925fd301ada4f30" /><Relationship Type="http://schemas.openxmlformats.org/officeDocument/2006/relationships/image" Target="/ppt/media/image26.png" Id="R544e827a960d4c61" /><Relationship Type="http://schemas.openxmlformats.org/officeDocument/2006/relationships/image" Target="/ppt/media/image54.jpeg" Id="Rf9b58fda2d8247a9" /><Relationship Type="http://schemas.openxmlformats.org/officeDocument/2006/relationships/image" Target="/ppt/media/image55.jpeg" Id="R6cc508f324e44197" /><Relationship Type="http://schemas.openxmlformats.org/officeDocument/2006/relationships/notesSlide" Target="/ppt/notesSlides/notesSlide26.xml" Id="Rfbd24bca03534f0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60b64030563648df" /><Relationship Type="http://schemas.openxmlformats.org/officeDocument/2006/relationships/image" Target="/ppt/media/image27.png" Id="R86a083c3620644ac" /><Relationship Type="http://schemas.openxmlformats.org/officeDocument/2006/relationships/image" Target="/ppt/media/image56.jpeg" Id="Re2c245cf95154ed4" /><Relationship Type="http://schemas.openxmlformats.org/officeDocument/2006/relationships/image" Target="/ppt/media/image57.jpeg" Id="Rf2fac56bc6074bae" /><Relationship Type="http://schemas.openxmlformats.org/officeDocument/2006/relationships/notesSlide" Target="/ppt/notesSlides/notesSlide27.xml" Id="Rdc23d6860b31410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4c435a04daac4b7e" /><Relationship Type="http://schemas.openxmlformats.org/officeDocument/2006/relationships/image" Target="/ppt/media/image28.png" Id="R2e3151aa75604589" /><Relationship Type="http://schemas.openxmlformats.org/officeDocument/2006/relationships/image" Target="/ppt/media/image58.jpeg" Id="Rf304d092a4124dd9" /><Relationship Type="http://schemas.openxmlformats.org/officeDocument/2006/relationships/notesSlide" Target="/ppt/notesSlides/notesSlide28.xml" Id="Rf7017a8f76534f7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19ef96daf6e9481b" /><Relationship Type="http://schemas.openxmlformats.org/officeDocument/2006/relationships/image" Target="/ppt/media/image29.png" Id="R7a1aa9286a1b4bf1" /><Relationship Type="http://schemas.openxmlformats.org/officeDocument/2006/relationships/image" Target="/ppt/media/image59.jpeg" Id="Rf55be4d37c4449f6" /><Relationship Type="http://schemas.openxmlformats.org/officeDocument/2006/relationships/image" Target="/ppt/media/image60.jpeg" Id="Rc9849a230a7d42c4" /><Relationship Type="http://schemas.openxmlformats.org/officeDocument/2006/relationships/notesSlide" Target="/ppt/notesSlides/notesSlide29.xml" Id="Rcaa751a4990c463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67c27ad815504ad3" /><Relationship Type="http://schemas.openxmlformats.org/officeDocument/2006/relationships/image" Target="/ppt/media/image30.png" Id="R1fa8664acdf84204" /><Relationship Type="http://schemas.openxmlformats.org/officeDocument/2006/relationships/image" Target="/ppt/media/image61.jpeg" Id="Rc5da87fbc083415d" /><Relationship Type="http://schemas.openxmlformats.org/officeDocument/2006/relationships/image" Target="/ppt/media/image62.jpeg" Id="R8f9f255259374732" /><Relationship Type="http://schemas.openxmlformats.org/officeDocument/2006/relationships/notesSlide" Target="/ppt/notesSlides/notesSlide30.xml" Id="R9a063b603aba4b1a"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d3eec945a34d4307" /><Relationship Type="http://schemas.openxmlformats.org/officeDocument/2006/relationships/image" Target="/ppt/media/image31.png" Id="R9be93e4f032f44ef" /><Relationship Type="http://schemas.openxmlformats.org/officeDocument/2006/relationships/image" Target="/ppt/media/image63.jpeg" Id="R799ccabac7514926" /><Relationship Type="http://schemas.openxmlformats.org/officeDocument/2006/relationships/notesSlide" Target="/ppt/notesSlides/notesSlide31.xml" Id="R07a806db2743466b"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f51313cd47f34a88" /><Relationship Type="http://schemas.openxmlformats.org/officeDocument/2006/relationships/image" Target="/ppt/media/image32.png" Id="R8517b8203c194e91" /><Relationship Type="http://schemas.openxmlformats.org/officeDocument/2006/relationships/image" Target="/ppt/media/image64.jpeg" Id="R5f9d846d20564c81" /><Relationship Type="http://schemas.openxmlformats.org/officeDocument/2006/relationships/notesSlide" Target="/ppt/notesSlides/notesSlide32.xml" Id="R81e10da7f2084a53"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e21ba9060b5a4fb1" /><Relationship Type="http://schemas.openxmlformats.org/officeDocument/2006/relationships/image" Target="/ppt/media/image33.png" Id="R0c04c49b138643a9" /><Relationship Type="http://schemas.openxmlformats.org/officeDocument/2006/relationships/image" Target="/ppt/media/image65.jpeg" Id="R865a0630c93448d1" /><Relationship Type="http://schemas.openxmlformats.org/officeDocument/2006/relationships/image" Target="/ppt/media/image66.jpeg" Id="Rb678b6c9ac554305" /><Relationship Type="http://schemas.openxmlformats.org/officeDocument/2006/relationships/notesSlide" Target="/ppt/notesSlides/notesSlide33.xml" Id="R962e8c58c45645e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0f49cbb02b504e13" /><Relationship Type="http://schemas.openxmlformats.org/officeDocument/2006/relationships/image" Target="/ppt/media/image34.png" Id="Rcc7b0717bbb6401d" /><Relationship Type="http://schemas.openxmlformats.org/officeDocument/2006/relationships/image" Target="/ppt/media/image67.jpeg" Id="Rbbffd35238e7421c" /><Relationship Type="http://schemas.openxmlformats.org/officeDocument/2006/relationships/image" Target="/ppt/media/image68.jpeg" Id="R06201e827c114099" /><Relationship Type="http://schemas.openxmlformats.org/officeDocument/2006/relationships/notesSlide" Target="/ppt/notesSlides/notesSlide34.xml" Id="R230ef8a9aa4b4f1a"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02028f020e73451e" /><Relationship Type="http://schemas.openxmlformats.org/officeDocument/2006/relationships/image" Target="/ppt/media/image35.png" Id="Raf484cceb0674329" /><Relationship Type="http://schemas.openxmlformats.org/officeDocument/2006/relationships/image" Target="/ppt/media/image69.jpeg" Id="R3e4be928d38748e4" /><Relationship Type="http://schemas.openxmlformats.org/officeDocument/2006/relationships/notesSlide" Target="/ppt/notesSlides/notesSlide35.xml" Id="R301415fb2bd14e76"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b873658ad1644d96" /><Relationship Type="http://schemas.openxmlformats.org/officeDocument/2006/relationships/image" Target="/ppt/media/image36.png" Id="R319292558e1744bf" /><Relationship Type="http://schemas.openxmlformats.org/officeDocument/2006/relationships/image" Target="/ppt/media/image70.jpeg" Id="R7d7dee5ecd9447eb" /><Relationship Type="http://schemas.openxmlformats.org/officeDocument/2006/relationships/image" Target="/ppt/media/image71.jpeg" Id="R36895d53ca98486a" /><Relationship Type="http://schemas.openxmlformats.org/officeDocument/2006/relationships/notesSlide" Target="/ppt/notesSlides/notesSlide36.xml" Id="R353ce2f69f264526"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48fad3bf8d444831" /><Relationship Type="http://schemas.openxmlformats.org/officeDocument/2006/relationships/image" Target="/ppt/media/image37.png" Id="R28ef8120191e4b9c" /><Relationship Type="http://schemas.openxmlformats.org/officeDocument/2006/relationships/image" Target="/ppt/media/image72.jpeg" Id="Re1eed0daa3d7451e" /><Relationship Type="http://schemas.openxmlformats.org/officeDocument/2006/relationships/image" Target="/ppt/media/image73.jpeg" Id="Ra0e72f11576641e2" /><Relationship Type="http://schemas.openxmlformats.org/officeDocument/2006/relationships/notesSlide" Target="/ppt/notesSlides/notesSlide37.xml" Id="Rdb65fe950dfe4b5f"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0f78475c125746dc" /><Relationship Type="http://schemas.openxmlformats.org/officeDocument/2006/relationships/image" Target="/ppt/media/image38.png" Id="R7b27842285e142ee" /><Relationship Type="http://schemas.openxmlformats.org/officeDocument/2006/relationships/image" Target="/ppt/media/image74.jpeg" Id="R571bc504a65b4391" /><Relationship Type="http://schemas.openxmlformats.org/officeDocument/2006/relationships/image" Target="/ppt/media/image75.jpeg" Id="R7cc9a5f7e2fb47d4" /><Relationship Type="http://schemas.openxmlformats.org/officeDocument/2006/relationships/notesSlide" Target="/ppt/notesSlides/notesSlide38.xml" Id="Rfd108c44977c40d0"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603f61112d264043" /><Relationship Type="http://schemas.openxmlformats.org/officeDocument/2006/relationships/image" Target="/ppt/media/image39.png" Id="R57044d41efde4253" /><Relationship Type="http://schemas.openxmlformats.org/officeDocument/2006/relationships/image" Target="/ppt/media/image76.jpeg" Id="R2b4ec3355f3f46b8" /><Relationship Type="http://schemas.openxmlformats.org/officeDocument/2006/relationships/notesSlide" Target="/ppt/notesSlides/notesSlide39.xml" Id="R437eb5cf5c7b4e62"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25ab20e89f5e4bd6" /><Relationship Type="http://schemas.openxmlformats.org/officeDocument/2006/relationships/image" Target="/ppt/media/image40.png" Id="R3616815275a94540" /><Relationship Type="http://schemas.openxmlformats.org/officeDocument/2006/relationships/image" Target="/ppt/media/image77.jpeg" Id="Re29c16c2ec274609" /><Relationship Type="http://schemas.openxmlformats.org/officeDocument/2006/relationships/image" Target="/ppt/media/image78.jpeg" Id="Raec8941e32be475e" /><Relationship Type="http://schemas.openxmlformats.org/officeDocument/2006/relationships/image" Target="/ppt/media/image79.jpeg" Id="Rc17629ab457442d1" /><Relationship Type="http://schemas.openxmlformats.org/officeDocument/2006/relationships/notesSlide" Target="/ppt/notesSlides/notesSlide40.xml" Id="R667b5137fce14578"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d28fe2c9696c4b89" /><Relationship Type="http://schemas.openxmlformats.org/officeDocument/2006/relationships/image" Target="/ppt/media/image41.png" Id="Rfeac1444914741de" /><Relationship Type="http://schemas.openxmlformats.org/officeDocument/2006/relationships/image" Target="/ppt/media/image80.jpeg" Id="R6cc6c3d04960454a" /><Relationship Type="http://schemas.openxmlformats.org/officeDocument/2006/relationships/image" Target="/ppt/media/image81.jpeg" Id="Raea26ddd10064786" /><Relationship Type="http://schemas.openxmlformats.org/officeDocument/2006/relationships/image" Target="/ppt/media/image82.jpeg" Id="Ra70c132daf264bce" /><Relationship Type="http://schemas.openxmlformats.org/officeDocument/2006/relationships/notesSlide" Target="/ppt/notesSlides/notesSlide41.xml" Id="R9b323efaeafd460f"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a75a2c24c1e04c55" /><Relationship Type="http://schemas.openxmlformats.org/officeDocument/2006/relationships/image" Target="/ppt/media/image42.png" Id="R6d0eb6142fe94ff0" /><Relationship Type="http://schemas.openxmlformats.org/officeDocument/2006/relationships/image" Target="/ppt/media/image83.jpeg" Id="R98d5093628204b76" /><Relationship Type="http://schemas.openxmlformats.org/officeDocument/2006/relationships/notesSlide" Target="/ppt/notesSlides/notesSlide42.xml" Id="R65eeaaebe8294e5e"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A6EAD451-2863-4222-B8D4-8544570E862E}"/>
              </a:ext>
            </a:extLst>
          </p:cNvPr>
          <p:cNvPicPr>
            <a:picLocks xmlns:a="http://schemas.openxmlformats.org/drawingml/2006/main" noChangeAspect="1"/>
          </p:cNvPicPr>
          <p:nvPr/>
        </p:nvPicPr>
        <p:blipFill>
          <a:blip xmlns:r="http://schemas.openxmlformats.org/officeDocument/2006/relationships" xmlns:a="http://schemas.openxmlformats.org/drawingml/2006/main" r:embed="Rcf08f16d7ef44187"/>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uperficie">
            <a:extLst xmlns:a="http://schemas.openxmlformats.org/drawingml/2006/main">
              <a:ext uri="{FF2B5EF4-FFF2-40B4-BE49-F238E27FC236}">
                <a16:creationId xmlns:a16="http://schemas.microsoft.com/office/drawing/2014/main" id="{F4E12363-6EAC-4D83-B6D9-8FD1B2F71B0B}"/>
              </a:ext>
            </a:extLst>
          </p:cNvPr>
          <p:cNvSpPr>
            <a:spLocks xmlns:a="http://schemas.openxmlformats.org/drawingml/2006/main" noGrp="1"/>
          </p:cNvSpPr>
          <p:nvPr/>
        </p:nvSpPr>
        <p:spPr>
          <a:xfrm xmlns:a="http://schemas.openxmlformats.org/drawingml/2006/main">
            <a:off x="495300" y="1181100"/>
            <a:ext cx="11201400" cy="47625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3" name="curso">
            <a:extLst xmlns:a="http://schemas.openxmlformats.org/drawingml/2006/main">
              <a:ext uri="{FF2B5EF4-FFF2-40B4-BE49-F238E27FC236}">
                <a16:creationId xmlns:a16="http://schemas.microsoft.com/office/drawing/2014/main" id="{1D3ED72D-B445-4F75-99E0-51FAFB0539B0}"/>
              </a:ext>
            </a:extLst>
          </p:cNvPr>
          <p:cNvSpPr>
            <a:spLocks xmlns:a="http://schemas.openxmlformats.org/drawingml/2006/main" noGrp="1"/>
          </p:cNvSpPr>
          <p:nvPr/>
        </p:nvSpPr>
        <p:spPr>
          <a:xfrm xmlns:a="http://schemas.openxmlformats.org/drawingml/2006/main">
            <a:off x="762000" y="1485900"/>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237A86"/>
                </a:solidFill>
                <a:latin typeface="Calibri"/>
                <a:ea typeface="Calibri"/>
                <a:cs typeface="Calibri"/>
              </a:defRPr>
            </a:defPPr>
            <a:lvl1pPr algn="l">
              <a:defRPr sz="2100" b="1">
                <a:solidFill>
                  <a:srgbClr val="237A86"/>
                </a:solidFill>
                <a:latin typeface="Calibri"/>
                <a:ea typeface="Calibri"/>
                <a:cs typeface="Calibri"/>
              </a:defRPr>
            </a:lvl1pPr>
            <a:lvl2pPr algn="l">
              <a:defRPr sz="2100" b="1">
                <a:solidFill>
                  <a:srgbClr val="237A86"/>
                </a:solidFill>
                <a:latin typeface="Calibri"/>
                <a:ea typeface="Calibri"/>
                <a:cs typeface="Calibri"/>
              </a:defRPr>
            </a:lvl2pPr>
            <a:lvl3pPr algn="l">
              <a:defRPr sz="2100" b="1">
                <a:solidFill>
                  <a:srgbClr val="237A86"/>
                </a:solidFill>
                <a:latin typeface="Calibri"/>
                <a:ea typeface="Calibri"/>
                <a:cs typeface="Calibri"/>
              </a:defRPr>
            </a:lvl3pPr>
            <a:lvl4pPr algn="l">
              <a:defRPr sz="2100" b="1">
                <a:solidFill>
                  <a:srgbClr val="237A86"/>
                </a:solidFill>
                <a:latin typeface="Calibri"/>
                <a:ea typeface="Calibri"/>
                <a:cs typeface="Calibri"/>
              </a:defRPr>
            </a:lvl4pPr>
            <a:lvl5pPr algn="l">
              <a:defRPr sz="2100" b="1">
                <a:solidFill>
                  <a:srgbClr val="237A86"/>
                </a:solidFill>
                <a:latin typeface="Calibri"/>
                <a:ea typeface="Calibri"/>
                <a:cs typeface="Calibri"/>
              </a:defRPr>
            </a:lvl5pPr>
            <a:lvl6pPr algn="l">
              <a:defRPr sz="2100" b="1">
                <a:solidFill>
                  <a:srgbClr val="237A86"/>
                </a:solidFill>
                <a:latin typeface="Calibri"/>
                <a:ea typeface="Calibri"/>
                <a:cs typeface="Calibri"/>
              </a:defRPr>
            </a:lvl6pPr>
            <a:lvl7pPr algn="l">
              <a:defRPr sz="2100" b="1">
                <a:solidFill>
                  <a:srgbClr val="237A86"/>
                </a:solidFill>
                <a:latin typeface="Calibri"/>
                <a:ea typeface="Calibri"/>
                <a:cs typeface="Calibri"/>
              </a:defRPr>
            </a:lvl7pPr>
            <a:lvl8pPr algn="l">
              <a:defRPr sz="2100" b="1">
                <a:solidFill>
                  <a:srgbClr val="237A86"/>
                </a:solidFill>
                <a:latin typeface="Calibri"/>
                <a:ea typeface="Calibri"/>
                <a:cs typeface="Calibri"/>
              </a:defRPr>
            </a:lvl8pPr>
            <a:lvl9pPr algn="l">
              <a:defRPr sz="2100" b="1">
                <a:solidFill>
                  <a:srgbClr val="237A86"/>
                </a:solidFill>
                <a:latin typeface="Calibri"/>
                <a:ea typeface="Calibri"/>
                <a:cs typeface="Calibri"/>
              </a:defRPr>
            </a:lvl9pPr>
          </a:lstStyle>
          <a:p xmlns:a="http://schemas.openxmlformats.org/drawingml/2006/main">
            <a:pPr algn="l">
              <a:defRPr sz="2100" b="1">
                <a:solidFill>
                  <a:srgbClr val="237A86"/>
                </a:solidFill>
                <a:latin typeface="Calibri"/>
                <a:ea typeface="Calibri"/>
                <a:cs typeface="Calibri"/>
              </a:defRPr>
            </a:pPr>
            <a:r>
              <a:rPr sz="2100" b="1">
                <a:solidFill>
                  <a:srgbClr val="237A86"/>
                </a:solidFill>
                <a:latin typeface="Calibri"/>
                <a:ea typeface="Calibri"/>
                <a:cs typeface="Calibri"/>
              </a:rPr>
              <a:t>MORFOFUNCIÓN · TEMA 8</a:t>
            </a:r>
          </a:p>
        </p:txBody>
      </p:sp>
      <p:sp>
        <p:nvSpPr>
          <p:cNvPr id="4" name="titulo">
            <a:extLst xmlns:a="http://schemas.openxmlformats.org/drawingml/2006/main">
              <a:ext uri="{FF2B5EF4-FFF2-40B4-BE49-F238E27FC236}">
                <a16:creationId xmlns:a16="http://schemas.microsoft.com/office/drawing/2014/main" id="{2761E60B-CF6D-4BFE-A9D9-7A6469C30FA2}"/>
              </a:ext>
            </a:extLst>
          </p:cNvPr>
          <p:cNvSpPr>
            <a:spLocks xmlns:a="http://schemas.openxmlformats.org/drawingml/2006/main" noGrp="1"/>
          </p:cNvSpPr>
          <p:nvPr/>
        </p:nvSpPr>
        <p:spPr>
          <a:xfrm xmlns:a="http://schemas.openxmlformats.org/drawingml/2006/main">
            <a:off x="762000" y="2171700"/>
            <a:ext cx="619125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6225" b="1">
                <a:solidFill>
                  <a:srgbClr val="113C4C"/>
                </a:solidFill>
                <a:latin typeface="Calibri"/>
                <a:ea typeface="Calibri"/>
                <a:cs typeface="Calibri"/>
              </a:defRPr>
            </a:defPPr>
            <a:lvl1pPr algn="l">
              <a:defRPr sz="6225" b="1">
                <a:solidFill>
                  <a:srgbClr val="113C4C"/>
                </a:solidFill>
                <a:latin typeface="Calibri"/>
                <a:ea typeface="Calibri"/>
                <a:cs typeface="Calibri"/>
              </a:defRPr>
            </a:lvl1pPr>
            <a:lvl2pPr algn="l">
              <a:defRPr sz="6225" b="1">
                <a:solidFill>
                  <a:srgbClr val="113C4C"/>
                </a:solidFill>
                <a:latin typeface="Calibri"/>
                <a:ea typeface="Calibri"/>
                <a:cs typeface="Calibri"/>
              </a:defRPr>
            </a:lvl2pPr>
            <a:lvl3pPr algn="l">
              <a:defRPr sz="6225" b="1">
                <a:solidFill>
                  <a:srgbClr val="113C4C"/>
                </a:solidFill>
                <a:latin typeface="Calibri"/>
                <a:ea typeface="Calibri"/>
                <a:cs typeface="Calibri"/>
              </a:defRPr>
            </a:lvl3pPr>
            <a:lvl4pPr algn="l">
              <a:defRPr sz="6225" b="1">
                <a:solidFill>
                  <a:srgbClr val="113C4C"/>
                </a:solidFill>
                <a:latin typeface="Calibri"/>
                <a:ea typeface="Calibri"/>
                <a:cs typeface="Calibri"/>
              </a:defRPr>
            </a:lvl4pPr>
            <a:lvl5pPr algn="l">
              <a:defRPr sz="6225" b="1">
                <a:solidFill>
                  <a:srgbClr val="113C4C"/>
                </a:solidFill>
                <a:latin typeface="Calibri"/>
                <a:ea typeface="Calibri"/>
                <a:cs typeface="Calibri"/>
              </a:defRPr>
            </a:lvl5pPr>
            <a:lvl6pPr algn="l">
              <a:defRPr sz="6225" b="1">
                <a:solidFill>
                  <a:srgbClr val="113C4C"/>
                </a:solidFill>
                <a:latin typeface="Calibri"/>
                <a:ea typeface="Calibri"/>
                <a:cs typeface="Calibri"/>
              </a:defRPr>
            </a:lvl6pPr>
            <a:lvl7pPr algn="l">
              <a:defRPr sz="6225" b="1">
                <a:solidFill>
                  <a:srgbClr val="113C4C"/>
                </a:solidFill>
                <a:latin typeface="Calibri"/>
                <a:ea typeface="Calibri"/>
                <a:cs typeface="Calibri"/>
              </a:defRPr>
            </a:lvl7pPr>
            <a:lvl8pPr algn="l">
              <a:defRPr sz="6225" b="1">
                <a:solidFill>
                  <a:srgbClr val="113C4C"/>
                </a:solidFill>
                <a:latin typeface="Calibri"/>
                <a:ea typeface="Calibri"/>
                <a:cs typeface="Calibri"/>
              </a:defRPr>
            </a:lvl8pPr>
            <a:lvl9pPr algn="l">
              <a:defRPr sz="6225" b="1">
                <a:solidFill>
                  <a:srgbClr val="113C4C"/>
                </a:solidFill>
                <a:latin typeface="Calibri"/>
                <a:ea typeface="Calibri"/>
                <a:cs typeface="Calibri"/>
              </a:defRPr>
            </a:lvl9pPr>
          </a:lstStyle>
          <a:p xmlns:a="http://schemas.openxmlformats.org/drawingml/2006/main">
            <a:pPr algn="l">
              <a:defRPr sz="6225" b="1">
                <a:solidFill>
                  <a:srgbClr val="113C4C"/>
                </a:solidFill>
                <a:latin typeface="Calibri"/>
                <a:ea typeface="Calibri"/>
                <a:cs typeface="Calibri"/>
              </a:defRPr>
            </a:pPr>
            <a:r>
              <a:rPr sz="6225" b="1">
                <a:solidFill>
                  <a:srgbClr val="113C4C"/>
                </a:solidFill>
                <a:latin typeface="Calibri"/>
                <a:ea typeface="Calibri"/>
                <a:cs typeface="Calibri"/>
              </a:rPr>
              <a:t>Sistema</a:t>
            </a:r>
          </a:p>
          <a:p xmlns:a="http://schemas.openxmlformats.org/drawingml/2006/main">
            <a:pPr algn="l">
              <a:defRPr sz="6225" b="1">
                <a:solidFill>
                  <a:srgbClr val="113C4C"/>
                </a:solidFill>
                <a:latin typeface="Calibri"/>
                <a:ea typeface="Calibri"/>
                <a:cs typeface="Calibri"/>
              </a:defRPr>
            </a:pPr>
            <a:r>
              <a:rPr sz="6225" b="1">
                <a:solidFill>
                  <a:srgbClr val="113C4C"/>
                </a:solidFill>
                <a:latin typeface="Calibri"/>
                <a:ea typeface="Calibri"/>
                <a:cs typeface="Calibri"/>
              </a:rPr>
              <a:t>óseo</a:t>
            </a:r>
          </a:p>
        </p:txBody>
      </p:sp>
      <p:sp>
        <p:nvSpPr>
          <p:cNvPr id="5" name="acento">
            <a:extLst xmlns:a="http://schemas.openxmlformats.org/drawingml/2006/main">
              <a:ext uri="{FF2B5EF4-FFF2-40B4-BE49-F238E27FC236}">
                <a16:creationId xmlns:a16="http://schemas.microsoft.com/office/drawing/2014/main" id="{B03461D4-F120-4A4D-92C8-47AAB1AB41DB}"/>
              </a:ext>
            </a:extLst>
          </p:cNvPr>
          <p:cNvSpPr>
            <a:spLocks xmlns:a="http://schemas.openxmlformats.org/drawingml/2006/main" noGrp="1"/>
          </p:cNvSpPr>
          <p:nvPr/>
        </p:nvSpPr>
        <p:spPr>
          <a:xfrm xmlns:a="http://schemas.openxmlformats.org/drawingml/2006/main">
            <a:off x="762000" y="4362450"/>
            <a:ext cx="1714500" cy="66675"/>
          </a:xfrm>
          <a:prstGeom xmlns:a="http://schemas.openxmlformats.org/drawingml/2006/main" prst="rect">
            <a:avLst/>
          </a:prstGeom>
          <a:solidFill xmlns:a="http://schemas.openxmlformats.org/drawingml/2006/main">
            <a:srgbClr val="D99A2B"/>
          </a:solidFill>
          <a:ln xmlns:a="http://schemas.openxmlformats.org/drawingml/2006/main" w="0">
            <a:noFill/>
          </a:ln>
        </p:spPr>
      </p:sp>
      <p:sp>
        <p:nvSpPr>
          <p:cNvPr id="6" name="metodo">
            <a:extLst xmlns:a="http://schemas.openxmlformats.org/drawingml/2006/main">
              <a:ext uri="{FF2B5EF4-FFF2-40B4-BE49-F238E27FC236}">
                <a16:creationId xmlns:a16="http://schemas.microsoft.com/office/drawing/2014/main" id="{36B464D6-294E-4E45-B3AA-7A0C3CD4DFCC}"/>
              </a:ext>
            </a:extLst>
          </p:cNvPr>
          <p:cNvSpPr>
            <a:spLocks xmlns:a="http://schemas.openxmlformats.org/drawingml/2006/main" noGrp="1"/>
          </p:cNvSpPr>
          <p:nvPr/>
        </p:nvSpPr>
        <p:spPr>
          <a:xfrm xmlns:a="http://schemas.openxmlformats.org/drawingml/2006/main">
            <a:off x="762000" y="4667250"/>
            <a:ext cx="628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173E4B"/>
                </a:solidFill>
                <a:latin typeface="Calibri"/>
                <a:ea typeface="Calibri"/>
                <a:cs typeface="Calibri"/>
              </a:defRPr>
            </a:defPPr>
            <a:lvl1pPr algn="l">
              <a:defRPr sz="2175" b="1">
                <a:solidFill>
                  <a:srgbClr val="173E4B"/>
                </a:solidFill>
                <a:latin typeface="Calibri"/>
                <a:ea typeface="Calibri"/>
                <a:cs typeface="Calibri"/>
              </a:defRPr>
            </a:lvl1pPr>
            <a:lvl2pPr algn="l">
              <a:defRPr sz="2175" b="1">
                <a:solidFill>
                  <a:srgbClr val="173E4B"/>
                </a:solidFill>
                <a:latin typeface="Calibri"/>
                <a:ea typeface="Calibri"/>
                <a:cs typeface="Calibri"/>
              </a:defRPr>
            </a:lvl2pPr>
            <a:lvl3pPr algn="l">
              <a:defRPr sz="2175" b="1">
                <a:solidFill>
                  <a:srgbClr val="173E4B"/>
                </a:solidFill>
                <a:latin typeface="Calibri"/>
                <a:ea typeface="Calibri"/>
                <a:cs typeface="Calibri"/>
              </a:defRPr>
            </a:lvl3pPr>
            <a:lvl4pPr algn="l">
              <a:defRPr sz="2175" b="1">
                <a:solidFill>
                  <a:srgbClr val="173E4B"/>
                </a:solidFill>
                <a:latin typeface="Calibri"/>
                <a:ea typeface="Calibri"/>
                <a:cs typeface="Calibri"/>
              </a:defRPr>
            </a:lvl4pPr>
            <a:lvl5pPr algn="l">
              <a:defRPr sz="2175" b="1">
                <a:solidFill>
                  <a:srgbClr val="173E4B"/>
                </a:solidFill>
                <a:latin typeface="Calibri"/>
                <a:ea typeface="Calibri"/>
                <a:cs typeface="Calibri"/>
              </a:defRPr>
            </a:lvl5pPr>
            <a:lvl6pPr algn="l">
              <a:defRPr sz="2175" b="1">
                <a:solidFill>
                  <a:srgbClr val="173E4B"/>
                </a:solidFill>
                <a:latin typeface="Calibri"/>
                <a:ea typeface="Calibri"/>
                <a:cs typeface="Calibri"/>
              </a:defRPr>
            </a:lvl6pPr>
            <a:lvl7pPr algn="l">
              <a:defRPr sz="2175" b="1">
                <a:solidFill>
                  <a:srgbClr val="173E4B"/>
                </a:solidFill>
                <a:latin typeface="Calibri"/>
                <a:ea typeface="Calibri"/>
                <a:cs typeface="Calibri"/>
              </a:defRPr>
            </a:lvl7pPr>
            <a:lvl8pPr algn="l">
              <a:defRPr sz="2175" b="1">
                <a:solidFill>
                  <a:srgbClr val="173E4B"/>
                </a:solidFill>
                <a:latin typeface="Calibri"/>
                <a:ea typeface="Calibri"/>
                <a:cs typeface="Calibri"/>
              </a:defRPr>
            </a:lvl8pPr>
            <a:lvl9pPr algn="l">
              <a:defRPr sz="2175" b="1">
                <a:solidFill>
                  <a:srgbClr val="173E4B"/>
                </a:solidFill>
                <a:latin typeface="Calibri"/>
                <a:ea typeface="Calibri"/>
                <a:cs typeface="Calibri"/>
              </a:defRPr>
            </a:lvl9pPr>
          </a:lstStyle>
          <a:p xmlns:a="http://schemas.openxmlformats.org/drawingml/2006/main">
            <a:pPr algn="l">
              <a:defRPr sz="2175" b="1">
                <a:solidFill>
                  <a:srgbClr val="173E4B"/>
                </a:solidFill>
                <a:latin typeface="Calibri"/>
                <a:ea typeface="Calibri"/>
                <a:cs typeface="Calibri"/>
              </a:defRPr>
            </a:pPr>
            <a:r>
              <a:rPr sz="2175" b="1">
                <a:solidFill>
                  <a:srgbClr val="173E4B"/>
                </a:solidFill>
                <a:latin typeface="Calibri"/>
                <a:ea typeface="Calibri"/>
                <a:cs typeface="Calibri"/>
              </a:rPr>
              <a:t>Identificar • orientar • relacionar</a:t>
            </a:r>
          </a:p>
        </p:txBody>
      </p:sp>
      <p:pic>
        <p:nvPicPr>
          <p:cNvPr id="7" name="">
            <a:extLst xmlns:a="http://schemas.openxmlformats.org/drawingml/2006/main">
              <a:ext uri="{FF2B5EF4-FFF2-40B4-BE49-F238E27FC236}">
                <a16:creationId xmlns:a16="http://schemas.microsoft.com/office/drawing/2014/main" id="{91D491DC-2C62-4AE8-A70B-94CD12694B85}"/>
              </a:ext>
            </a:extLst>
          </p:cNvPr>
          <p:cNvPicPr>
            <a:picLocks xmlns:a="http://schemas.openxmlformats.org/drawingml/2006/main" noChangeAspect="1"/>
          </p:cNvPicPr>
          <p:nvPr/>
        </p:nvPicPr>
        <p:blipFill>
          <a:blip xmlns:r="http://schemas.openxmlformats.org/officeDocument/2006/relationships" xmlns:a="http://schemas.openxmlformats.org/drawingml/2006/main" r:embed="R5a593a02a3ca416c"/>
          <a:stretch xmlns:a="http://schemas.openxmlformats.org/drawingml/2006/main"/>
        </p:blipFill>
        <p:spPr>
          <a:xfrm xmlns:a="http://schemas.openxmlformats.org/drawingml/2006/main">
            <a:off x="7381875" y="2124075"/>
            <a:ext cx="4000500" cy="2667000"/>
          </a:xfrm>
          <a:prstGeom xmlns:a="http://schemas.openxmlformats.org/drawingml/2006/main" prst="rect">
            <a:avLst/>
          </a:prstGeom>
        </p:spPr>
      </p:pic>
      <p:sp>
        <p:nvSpPr>
          <p:cNvPr id="8" name="numero">
            <a:extLst xmlns:a="http://schemas.openxmlformats.org/drawingml/2006/main">
              <a:ext uri="{FF2B5EF4-FFF2-40B4-BE49-F238E27FC236}">
                <a16:creationId xmlns:a16="http://schemas.microsoft.com/office/drawing/2014/main" id="{14F95254-05AA-4BC4-B7E0-39DCE4ACEC3A}"/>
              </a:ext>
            </a:extLst>
          </p:cNvPr>
          <p:cNvSpPr>
            <a:spLocks xmlns:a="http://schemas.openxmlformats.org/drawingml/2006/main" noGrp="1"/>
          </p:cNvSpPr>
          <p:nvPr/>
        </p:nvSpPr>
        <p:spPr>
          <a:xfrm xmlns:a="http://schemas.openxmlformats.org/drawingml/2006/main">
            <a:off x="11287125" y="65341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01</a:t>
            </a:r>
          </a:p>
        </p:txBody>
      </p:sp>
    </p:spTree>
    <p:extLst>
      <p:ext uri="{BB962C8B-B14F-4D97-AF65-F5344CB8AC3E}">
        <p14:creationId xmlns:p14="http://schemas.microsoft.com/office/powerpoint/2010/main" val="81537722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B9832E0C-7F41-4A2F-9C92-C18C38E23833}"/>
              </a:ext>
            </a:extLst>
          </p:cNvPr>
          <p:cNvPicPr>
            <a:picLocks xmlns:a="http://schemas.openxmlformats.org/drawingml/2006/main" noChangeAspect="1"/>
          </p:cNvPicPr>
          <p:nvPr/>
        </p:nvPicPr>
        <p:blipFill>
          <a:blip xmlns:r="http://schemas.openxmlformats.org/officeDocument/2006/relationships" xmlns:a="http://schemas.openxmlformats.org/drawingml/2006/main" r:embed="R57fcb33c7ed24dc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32E974E2-3224-4AF0-BB58-FD613AB19AC8}"/>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225" b="1">
                <a:solidFill>
                  <a:srgbClr val="113C4C"/>
                </a:solidFill>
                <a:latin typeface="Calibri"/>
                <a:ea typeface="Calibri"/>
                <a:cs typeface="Calibri"/>
              </a:defRPr>
            </a:defPPr>
            <a:lvl1pPr algn="l">
              <a:defRPr sz="3225" b="1">
                <a:solidFill>
                  <a:srgbClr val="113C4C"/>
                </a:solidFill>
                <a:latin typeface="Calibri"/>
                <a:ea typeface="Calibri"/>
                <a:cs typeface="Calibri"/>
              </a:defRPr>
            </a:lvl1pPr>
            <a:lvl2pPr algn="l">
              <a:defRPr sz="3225" b="1">
                <a:solidFill>
                  <a:srgbClr val="113C4C"/>
                </a:solidFill>
                <a:latin typeface="Calibri"/>
                <a:ea typeface="Calibri"/>
                <a:cs typeface="Calibri"/>
              </a:defRPr>
            </a:lvl2pPr>
            <a:lvl3pPr algn="l">
              <a:defRPr sz="3225" b="1">
                <a:solidFill>
                  <a:srgbClr val="113C4C"/>
                </a:solidFill>
                <a:latin typeface="Calibri"/>
                <a:ea typeface="Calibri"/>
                <a:cs typeface="Calibri"/>
              </a:defRPr>
            </a:lvl3pPr>
            <a:lvl4pPr algn="l">
              <a:defRPr sz="3225" b="1">
                <a:solidFill>
                  <a:srgbClr val="113C4C"/>
                </a:solidFill>
                <a:latin typeface="Calibri"/>
                <a:ea typeface="Calibri"/>
                <a:cs typeface="Calibri"/>
              </a:defRPr>
            </a:lvl4pPr>
            <a:lvl5pPr algn="l">
              <a:defRPr sz="3225" b="1">
                <a:solidFill>
                  <a:srgbClr val="113C4C"/>
                </a:solidFill>
                <a:latin typeface="Calibri"/>
                <a:ea typeface="Calibri"/>
                <a:cs typeface="Calibri"/>
              </a:defRPr>
            </a:lvl5pPr>
            <a:lvl6pPr algn="l">
              <a:defRPr sz="3225" b="1">
                <a:solidFill>
                  <a:srgbClr val="113C4C"/>
                </a:solidFill>
                <a:latin typeface="Calibri"/>
                <a:ea typeface="Calibri"/>
                <a:cs typeface="Calibri"/>
              </a:defRPr>
            </a:lvl6pPr>
            <a:lvl7pPr algn="l">
              <a:defRPr sz="3225" b="1">
                <a:solidFill>
                  <a:srgbClr val="113C4C"/>
                </a:solidFill>
                <a:latin typeface="Calibri"/>
                <a:ea typeface="Calibri"/>
                <a:cs typeface="Calibri"/>
              </a:defRPr>
            </a:lvl7pPr>
            <a:lvl8pPr algn="l">
              <a:defRPr sz="3225" b="1">
                <a:solidFill>
                  <a:srgbClr val="113C4C"/>
                </a:solidFill>
                <a:latin typeface="Calibri"/>
                <a:ea typeface="Calibri"/>
                <a:cs typeface="Calibri"/>
              </a:defRPr>
            </a:lvl8pPr>
            <a:lvl9pPr algn="l">
              <a:defRPr sz="3225" b="1">
                <a:solidFill>
                  <a:srgbClr val="113C4C"/>
                </a:solidFill>
                <a:latin typeface="Calibri"/>
                <a:ea typeface="Calibri"/>
                <a:cs typeface="Calibri"/>
              </a:defRPr>
            </a:lvl9pPr>
          </a:lstStyle>
          <a:p xmlns:a="http://schemas.openxmlformats.org/drawingml/2006/main">
            <a:pPr algn="l">
              <a:defRPr sz="3225" b="1">
                <a:solidFill>
                  <a:srgbClr val="113C4C"/>
                </a:solidFill>
                <a:latin typeface="Calibri"/>
                <a:ea typeface="Calibri"/>
                <a:cs typeface="Calibri"/>
              </a:defRPr>
            </a:pPr>
            <a:r>
              <a:rPr sz="3225" b="1">
                <a:solidFill>
                  <a:srgbClr val="113C4C"/>
                </a:solidFill>
                <a:latin typeface="Calibri"/>
                <a:ea typeface="Calibri"/>
                <a:cs typeface="Calibri"/>
              </a:rPr>
              <a:t>Dos divisiones, un esqueleto</a:t>
            </a:r>
          </a:p>
        </p:txBody>
      </p:sp>
      <p:sp>
        <p:nvSpPr>
          <p:cNvPr id="3" name="area-figuras">
            <a:extLst xmlns:a="http://schemas.openxmlformats.org/drawingml/2006/main">
              <a:ext uri="{FF2B5EF4-FFF2-40B4-BE49-F238E27FC236}">
                <a16:creationId xmlns:a16="http://schemas.microsoft.com/office/drawing/2014/main" id="{DE4D9071-9170-47AA-BB53-6E990CBA7351}"/>
              </a:ext>
            </a:extLst>
          </p:cNvPr>
          <p:cNvSpPr>
            <a:spLocks xmlns:a="http://schemas.openxmlformats.org/drawingml/2006/main" noGrp="1"/>
          </p:cNvSpPr>
          <p:nvPr/>
        </p:nvSpPr>
        <p:spPr>
          <a:xfrm xmlns:a="http://schemas.openxmlformats.org/drawingml/2006/main">
            <a:off x="609600" y="1257300"/>
            <a:ext cx="10972800" cy="44005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5D483157-8DEE-413B-BCC1-C278C7620A40}"/>
              </a:ext>
            </a:extLst>
          </p:cNvPr>
          <p:cNvPicPr>
            <a:picLocks xmlns:a="http://schemas.openxmlformats.org/drawingml/2006/main" noChangeAspect="1"/>
          </p:cNvPicPr>
          <p:nvPr/>
        </p:nvPicPr>
        <p:blipFill>
          <a:blip xmlns:r="http://schemas.openxmlformats.org/officeDocument/2006/relationships" xmlns:a="http://schemas.openxmlformats.org/drawingml/2006/main" r:embed="Reb9325b68a304139"/>
          <a:stretch xmlns:a="http://schemas.openxmlformats.org/drawingml/2006/main"/>
        </p:blipFill>
        <p:spPr>
          <a:xfrm xmlns:a="http://schemas.openxmlformats.org/drawingml/2006/main">
            <a:off x="2971800" y="1323975"/>
            <a:ext cx="6229350" cy="4152900"/>
          </a:xfrm>
          <a:prstGeom xmlns:a="http://schemas.openxmlformats.org/drawingml/2006/main" prst="rect">
            <a:avLst/>
          </a:prstGeom>
        </p:spPr>
      </p:pic>
      <p:sp>
        <p:nvSpPr>
          <p:cNvPr id="5" name="relacion-0">
            <a:extLst xmlns:a="http://schemas.openxmlformats.org/drawingml/2006/main">
              <a:ext uri="{FF2B5EF4-FFF2-40B4-BE49-F238E27FC236}">
                <a16:creationId xmlns:a16="http://schemas.microsoft.com/office/drawing/2014/main" id="{11F09C23-3B0E-49E6-8349-B04FFF02912E}"/>
              </a:ext>
            </a:extLst>
          </p:cNvPr>
          <p:cNvSpPr>
            <a:spLocks xmlns:a="http://schemas.openxmlformats.org/drawingml/2006/main" noGrp="1"/>
          </p:cNvSpPr>
          <p:nvPr/>
        </p:nvSpPr>
        <p:spPr>
          <a:xfrm xmlns:a="http://schemas.openxmlformats.org/drawingml/2006/main">
            <a:off x="6096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Axial: 80</a:t>
            </a:r>
          </a:p>
        </p:txBody>
      </p:sp>
      <p:sp>
        <p:nvSpPr>
          <p:cNvPr id="6" name="relacion-1">
            <a:extLst xmlns:a="http://schemas.openxmlformats.org/drawingml/2006/main">
              <a:ext uri="{FF2B5EF4-FFF2-40B4-BE49-F238E27FC236}">
                <a16:creationId xmlns:a16="http://schemas.microsoft.com/office/drawing/2014/main" id="{CF4172F1-68FF-42A2-8433-CFDBEFA6CEAA}"/>
              </a:ext>
            </a:extLst>
          </p:cNvPr>
          <p:cNvSpPr>
            <a:spLocks xmlns:a="http://schemas.openxmlformats.org/drawingml/2006/main" noGrp="1"/>
          </p:cNvSpPr>
          <p:nvPr/>
        </p:nvSpPr>
        <p:spPr>
          <a:xfrm xmlns:a="http://schemas.openxmlformats.org/drawingml/2006/main">
            <a:off x="42672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Apendicular: 126</a:t>
            </a:r>
          </a:p>
        </p:txBody>
      </p:sp>
      <p:sp>
        <p:nvSpPr>
          <p:cNvPr id="7" name="relacion-2">
            <a:extLst xmlns:a="http://schemas.openxmlformats.org/drawingml/2006/main">
              <a:ext uri="{FF2B5EF4-FFF2-40B4-BE49-F238E27FC236}">
                <a16:creationId xmlns:a16="http://schemas.microsoft.com/office/drawing/2014/main" id="{0CE1F86B-C051-451F-A4A3-300F949D8619}"/>
              </a:ext>
            </a:extLst>
          </p:cNvPr>
          <p:cNvSpPr>
            <a:spLocks xmlns:a="http://schemas.openxmlformats.org/drawingml/2006/main" noGrp="1"/>
          </p:cNvSpPr>
          <p:nvPr/>
        </p:nvSpPr>
        <p:spPr>
          <a:xfrm xmlns:a="http://schemas.openxmlformats.org/drawingml/2006/main">
            <a:off x="79248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Adulto: ≈206</a:t>
            </a:r>
          </a:p>
        </p:txBody>
      </p:sp>
      <p:sp>
        <p:nvSpPr>
          <p:cNvPr id="8" name="idea-fondo">
            <a:extLst xmlns:a="http://schemas.openxmlformats.org/drawingml/2006/main">
              <a:ext uri="{FF2B5EF4-FFF2-40B4-BE49-F238E27FC236}">
                <a16:creationId xmlns:a16="http://schemas.microsoft.com/office/drawing/2014/main" id="{B840A96A-7AB8-408E-9657-5EDB4B64116F}"/>
              </a:ext>
            </a:extLst>
          </p:cNvPr>
          <p:cNvSpPr>
            <a:spLocks xmlns:a="http://schemas.openxmlformats.org/drawingml/2006/main" noGrp="1"/>
          </p:cNvSpPr>
          <p:nvPr/>
        </p:nvSpPr>
        <p:spPr>
          <a:xfrm xmlns:a="http://schemas.openxmlformats.org/drawingml/2006/main">
            <a:off x="609600" y="6410325"/>
            <a:ext cx="10477500" cy="381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9" name="idea">
            <a:extLst xmlns:a="http://schemas.openxmlformats.org/drawingml/2006/main">
              <a:ext uri="{FF2B5EF4-FFF2-40B4-BE49-F238E27FC236}">
                <a16:creationId xmlns:a16="http://schemas.microsoft.com/office/drawing/2014/main" id="{A6D9037A-E9DC-4978-B80C-6C250A4339C9}"/>
              </a:ext>
            </a:extLst>
          </p:cNvPr>
          <p:cNvSpPr>
            <a:spLocks xmlns:a="http://schemas.openxmlformats.org/drawingml/2006/main" noGrp="1"/>
          </p:cNvSpPr>
          <p:nvPr/>
        </p:nvSpPr>
        <p:spPr>
          <a:xfrm xmlns:a="http://schemas.openxmlformats.org/drawingml/2006/main">
            <a:off x="742950" y="6419850"/>
            <a:ext cx="1019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Axial = eje; apendicular = cinturas y miembros.</a:t>
            </a:r>
          </a:p>
        </p:txBody>
      </p:sp>
      <p:sp>
        <p:nvSpPr>
          <p:cNvPr id="10" name="numero">
            <a:extLst xmlns:a="http://schemas.openxmlformats.org/drawingml/2006/main">
              <a:ext uri="{FF2B5EF4-FFF2-40B4-BE49-F238E27FC236}">
                <a16:creationId xmlns:a16="http://schemas.microsoft.com/office/drawing/2014/main" id="{B9528832-60F2-4A9F-8276-5C7648D79F2A}"/>
              </a:ext>
            </a:extLst>
          </p:cNvPr>
          <p:cNvSpPr>
            <a:spLocks xmlns:a="http://schemas.openxmlformats.org/drawingml/2006/main" noGrp="1"/>
          </p:cNvSpPr>
          <p:nvPr/>
        </p:nvSpPr>
        <p:spPr>
          <a:xfrm xmlns:a="http://schemas.openxmlformats.org/drawingml/2006/main">
            <a:off x="11287125" y="65341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02</a:t>
            </a:r>
          </a:p>
        </p:txBody>
      </p:sp>
    </p:spTree>
    <p:extLst>
      <p:ext uri="{BB962C8B-B14F-4D97-AF65-F5344CB8AC3E}">
        <p14:creationId xmlns:p14="http://schemas.microsoft.com/office/powerpoint/2010/main" val="151425412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10681D25-FC24-42A1-BCF4-A07D7605157A}"/>
              </a:ext>
            </a:extLst>
          </p:cNvPr>
          <p:cNvPicPr>
            <a:picLocks xmlns:a="http://schemas.openxmlformats.org/drawingml/2006/main" noChangeAspect="1"/>
          </p:cNvPicPr>
          <p:nvPr/>
        </p:nvPicPr>
        <p:blipFill>
          <a:blip xmlns:r="http://schemas.openxmlformats.org/officeDocument/2006/relationships" xmlns:a="http://schemas.openxmlformats.org/drawingml/2006/main" r:embed="R1b11cf5a19fe471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5CDE08E7-BCE9-42AD-9266-6F0A554D04E6}"/>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225" b="1">
                <a:solidFill>
                  <a:srgbClr val="113C4C"/>
                </a:solidFill>
                <a:latin typeface="Calibri"/>
                <a:ea typeface="Calibri"/>
                <a:cs typeface="Calibri"/>
              </a:defRPr>
            </a:defPPr>
            <a:lvl1pPr algn="l">
              <a:defRPr sz="3225" b="1">
                <a:solidFill>
                  <a:srgbClr val="113C4C"/>
                </a:solidFill>
                <a:latin typeface="Calibri"/>
                <a:ea typeface="Calibri"/>
                <a:cs typeface="Calibri"/>
              </a:defRPr>
            </a:lvl1pPr>
            <a:lvl2pPr algn="l">
              <a:defRPr sz="3225" b="1">
                <a:solidFill>
                  <a:srgbClr val="113C4C"/>
                </a:solidFill>
                <a:latin typeface="Calibri"/>
                <a:ea typeface="Calibri"/>
                <a:cs typeface="Calibri"/>
              </a:defRPr>
            </a:lvl2pPr>
            <a:lvl3pPr algn="l">
              <a:defRPr sz="3225" b="1">
                <a:solidFill>
                  <a:srgbClr val="113C4C"/>
                </a:solidFill>
                <a:latin typeface="Calibri"/>
                <a:ea typeface="Calibri"/>
                <a:cs typeface="Calibri"/>
              </a:defRPr>
            </a:lvl3pPr>
            <a:lvl4pPr algn="l">
              <a:defRPr sz="3225" b="1">
                <a:solidFill>
                  <a:srgbClr val="113C4C"/>
                </a:solidFill>
                <a:latin typeface="Calibri"/>
                <a:ea typeface="Calibri"/>
                <a:cs typeface="Calibri"/>
              </a:defRPr>
            </a:lvl4pPr>
            <a:lvl5pPr algn="l">
              <a:defRPr sz="3225" b="1">
                <a:solidFill>
                  <a:srgbClr val="113C4C"/>
                </a:solidFill>
                <a:latin typeface="Calibri"/>
                <a:ea typeface="Calibri"/>
                <a:cs typeface="Calibri"/>
              </a:defRPr>
            </a:lvl5pPr>
            <a:lvl6pPr algn="l">
              <a:defRPr sz="3225" b="1">
                <a:solidFill>
                  <a:srgbClr val="113C4C"/>
                </a:solidFill>
                <a:latin typeface="Calibri"/>
                <a:ea typeface="Calibri"/>
                <a:cs typeface="Calibri"/>
              </a:defRPr>
            </a:lvl6pPr>
            <a:lvl7pPr algn="l">
              <a:defRPr sz="3225" b="1">
                <a:solidFill>
                  <a:srgbClr val="113C4C"/>
                </a:solidFill>
                <a:latin typeface="Calibri"/>
                <a:ea typeface="Calibri"/>
                <a:cs typeface="Calibri"/>
              </a:defRPr>
            </a:lvl7pPr>
            <a:lvl8pPr algn="l">
              <a:defRPr sz="3225" b="1">
                <a:solidFill>
                  <a:srgbClr val="113C4C"/>
                </a:solidFill>
                <a:latin typeface="Calibri"/>
                <a:ea typeface="Calibri"/>
                <a:cs typeface="Calibri"/>
              </a:defRPr>
            </a:lvl8pPr>
            <a:lvl9pPr algn="l">
              <a:defRPr sz="3225" b="1">
                <a:solidFill>
                  <a:srgbClr val="113C4C"/>
                </a:solidFill>
                <a:latin typeface="Calibri"/>
                <a:ea typeface="Calibri"/>
                <a:cs typeface="Calibri"/>
              </a:defRPr>
            </a:lvl9pPr>
          </a:lstStyle>
          <a:p xmlns:a="http://schemas.openxmlformats.org/drawingml/2006/main">
            <a:pPr algn="l">
              <a:defRPr sz="3225" b="1">
                <a:solidFill>
                  <a:srgbClr val="113C4C"/>
                </a:solidFill>
                <a:latin typeface="Calibri"/>
                <a:ea typeface="Calibri"/>
                <a:cs typeface="Calibri"/>
              </a:defRPr>
            </a:pPr>
            <a:r>
              <a:rPr sz="3225" b="1">
                <a:solidFill>
                  <a:srgbClr val="113C4C"/>
                </a:solidFill>
                <a:latin typeface="Calibri"/>
                <a:ea typeface="Calibri"/>
                <a:cs typeface="Calibri"/>
              </a:rPr>
              <a:t>Superficies que articulan</a:t>
            </a:r>
          </a:p>
        </p:txBody>
      </p:sp>
      <p:sp>
        <p:nvSpPr>
          <p:cNvPr id="3" name="area-figuras">
            <a:extLst xmlns:a="http://schemas.openxmlformats.org/drawingml/2006/main">
              <a:ext uri="{FF2B5EF4-FFF2-40B4-BE49-F238E27FC236}">
                <a16:creationId xmlns:a16="http://schemas.microsoft.com/office/drawing/2014/main" id="{299157B2-3E63-4979-A9F2-446B1C264629}"/>
              </a:ext>
            </a:extLst>
          </p:cNvPr>
          <p:cNvSpPr>
            <a:spLocks xmlns:a="http://schemas.openxmlformats.org/drawingml/2006/main" noGrp="1"/>
          </p:cNvSpPr>
          <p:nvPr/>
        </p:nvSpPr>
        <p:spPr>
          <a:xfrm xmlns:a="http://schemas.openxmlformats.org/drawingml/2006/main">
            <a:off x="609600" y="1257300"/>
            <a:ext cx="10972800" cy="44005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5C4C690C-29A3-4BA0-8480-094EA6E4A4FB}"/>
              </a:ext>
            </a:extLst>
          </p:cNvPr>
          <p:cNvPicPr>
            <a:picLocks xmlns:a="http://schemas.openxmlformats.org/drawingml/2006/main" noChangeAspect="1"/>
          </p:cNvPicPr>
          <p:nvPr/>
        </p:nvPicPr>
        <p:blipFill>
          <a:blip xmlns:r="http://schemas.openxmlformats.org/officeDocument/2006/relationships" xmlns:a="http://schemas.openxmlformats.org/drawingml/2006/main" r:embed="R36f9078248424373"/>
          <a:stretch xmlns:a="http://schemas.openxmlformats.org/drawingml/2006/main"/>
        </p:blipFill>
        <p:spPr>
          <a:xfrm xmlns:a="http://schemas.openxmlformats.org/drawingml/2006/main">
            <a:off x="704850" y="1676400"/>
            <a:ext cx="3448050" cy="344805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30095993-A822-4440-9817-199BC8B23FCF}"/>
              </a:ext>
            </a:extLst>
          </p:cNvPr>
          <p:cNvPicPr>
            <a:picLocks xmlns:a="http://schemas.openxmlformats.org/drawingml/2006/main" noChangeAspect="1"/>
          </p:cNvPicPr>
          <p:nvPr/>
        </p:nvPicPr>
        <p:blipFill>
          <a:blip xmlns:r="http://schemas.openxmlformats.org/officeDocument/2006/relationships" xmlns:a="http://schemas.openxmlformats.org/drawingml/2006/main" r:embed="R62faa079dcfc4dba"/>
          <a:stretch xmlns:a="http://schemas.openxmlformats.org/drawingml/2006/main"/>
        </p:blipFill>
        <p:spPr>
          <a:xfrm xmlns:a="http://schemas.openxmlformats.org/drawingml/2006/main">
            <a:off x="4362450" y="2241537"/>
            <a:ext cx="3448050" cy="2317776"/>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D9E7105E-9D88-4F8E-AE6A-117CE479D5FD}"/>
              </a:ext>
            </a:extLst>
          </p:cNvPr>
          <p:cNvPicPr>
            <a:picLocks xmlns:a="http://schemas.openxmlformats.org/drawingml/2006/main" noChangeAspect="1"/>
          </p:cNvPicPr>
          <p:nvPr/>
        </p:nvPicPr>
        <p:blipFill>
          <a:blip xmlns:r="http://schemas.openxmlformats.org/officeDocument/2006/relationships" xmlns:a="http://schemas.openxmlformats.org/drawingml/2006/main" r:embed="R64d7fc3b0ad14587"/>
          <a:stretch xmlns:a="http://schemas.openxmlformats.org/drawingml/2006/main"/>
        </p:blipFill>
        <p:spPr>
          <a:xfrm xmlns:a="http://schemas.openxmlformats.org/drawingml/2006/main">
            <a:off x="8020050" y="2107406"/>
            <a:ext cx="3448050" cy="2586038"/>
          </a:xfrm>
          <a:prstGeom xmlns:a="http://schemas.openxmlformats.org/drawingml/2006/main" prst="rect">
            <a:avLst/>
          </a:prstGeom>
        </p:spPr>
      </p:pic>
      <p:sp>
        <p:nvSpPr>
          <p:cNvPr id="7" name="relacion-0">
            <a:extLst xmlns:a="http://schemas.openxmlformats.org/drawingml/2006/main">
              <a:ext uri="{FF2B5EF4-FFF2-40B4-BE49-F238E27FC236}">
                <a16:creationId xmlns:a16="http://schemas.microsoft.com/office/drawing/2014/main" id="{245D065A-DA74-43C0-8E2F-820B36AFF54F}"/>
              </a:ext>
            </a:extLst>
          </p:cNvPr>
          <p:cNvSpPr>
            <a:spLocks xmlns:a="http://schemas.openxmlformats.org/drawingml/2006/main" noGrp="1"/>
          </p:cNvSpPr>
          <p:nvPr/>
        </p:nvSpPr>
        <p:spPr>
          <a:xfrm xmlns:a="http://schemas.openxmlformats.org/drawingml/2006/main">
            <a:off x="6096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Cóndilo</a:t>
            </a:r>
          </a:p>
        </p:txBody>
      </p:sp>
      <p:sp>
        <p:nvSpPr>
          <p:cNvPr id="8" name="relacion-1">
            <a:extLst xmlns:a="http://schemas.openxmlformats.org/drawingml/2006/main">
              <a:ext uri="{FF2B5EF4-FFF2-40B4-BE49-F238E27FC236}">
                <a16:creationId xmlns:a16="http://schemas.microsoft.com/office/drawing/2014/main" id="{944C98BB-0AD1-4640-AC66-430C9C46EB24}"/>
              </a:ext>
            </a:extLst>
          </p:cNvPr>
          <p:cNvSpPr>
            <a:spLocks xmlns:a="http://schemas.openxmlformats.org/drawingml/2006/main" noGrp="1"/>
          </p:cNvSpPr>
          <p:nvPr/>
        </p:nvSpPr>
        <p:spPr>
          <a:xfrm xmlns:a="http://schemas.openxmlformats.org/drawingml/2006/main">
            <a:off x="42672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Cabeza</a:t>
            </a:r>
          </a:p>
        </p:txBody>
      </p:sp>
      <p:sp>
        <p:nvSpPr>
          <p:cNvPr id="9" name="relacion-2">
            <a:extLst xmlns:a="http://schemas.openxmlformats.org/drawingml/2006/main">
              <a:ext uri="{FF2B5EF4-FFF2-40B4-BE49-F238E27FC236}">
                <a16:creationId xmlns:a16="http://schemas.microsoft.com/office/drawing/2014/main" id="{DBE49687-47FA-41AE-A9CB-E55913D512AE}"/>
              </a:ext>
            </a:extLst>
          </p:cNvPr>
          <p:cNvSpPr>
            <a:spLocks xmlns:a="http://schemas.openxmlformats.org/drawingml/2006/main" noGrp="1"/>
          </p:cNvSpPr>
          <p:nvPr/>
        </p:nvSpPr>
        <p:spPr>
          <a:xfrm xmlns:a="http://schemas.openxmlformats.org/drawingml/2006/main">
            <a:off x="79248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Carilla</a:t>
            </a:r>
          </a:p>
        </p:txBody>
      </p:sp>
      <p:sp>
        <p:nvSpPr>
          <p:cNvPr id="10" name="idea-fondo">
            <a:extLst xmlns:a="http://schemas.openxmlformats.org/drawingml/2006/main">
              <a:ext uri="{FF2B5EF4-FFF2-40B4-BE49-F238E27FC236}">
                <a16:creationId xmlns:a16="http://schemas.microsoft.com/office/drawing/2014/main" id="{93AEFD9D-ACA1-4D39-A901-8BB78F773B60}"/>
              </a:ext>
            </a:extLst>
          </p:cNvPr>
          <p:cNvSpPr>
            <a:spLocks xmlns:a="http://schemas.openxmlformats.org/drawingml/2006/main" noGrp="1"/>
          </p:cNvSpPr>
          <p:nvPr/>
        </p:nvSpPr>
        <p:spPr>
          <a:xfrm xmlns:a="http://schemas.openxmlformats.org/drawingml/2006/main">
            <a:off x="609600" y="6410325"/>
            <a:ext cx="10477500" cy="381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1" name="idea">
            <a:extLst xmlns:a="http://schemas.openxmlformats.org/drawingml/2006/main">
              <a:ext uri="{FF2B5EF4-FFF2-40B4-BE49-F238E27FC236}">
                <a16:creationId xmlns:a16="http://schemas.microsoft.com/office/drawing/2014/main" id="{6FBB5998-39D0-4DEB-87C9-243B5E4DF3E6}"/>
              </a:ext>
            </a:extLst>
          </p:cNvPr>
          <p:cNvSpPr>
            <a:spLocks xmlns:a="http://schemas.openxmlformats.org/drawingml/2006/main" noGrp="1"/>
          </p:cNvSpPr>
          <p:nvPr/>
        </p:nvSpPr>
        <p:spPr>
          <a:xfrm xmlns:a="http://schemas.openxmlformats.org/drawingml/2006/main">
            <a:off x="742950" y="6419850"/>
            <a:ext cx="1019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La forma de la superficie ayuda a reconocer la relación articular.</a:t>
            </a:r>
          </a:p>
        </p:txBody>
      </p:sp>
      <p:sp>
        <p:nvSpPr>
          <p:cNvPr id="12" name="numero">
            <a:extLst xmlns:a="http://schemas.openxmlformats.org/drawingml/2006/main">
              <a:ext uri="{FF2B5EF4-FFF2-40B4-BE49-F238E27FC236}">
                <a16:creationId xmlns:a16="http://schemas.microsoft.com/office/drawing/2014/main" id="{9DD08CF7-486E-413E-9E1A-A6AFCDE6F3D7}"/>
              </a:ext>
            </a:extLst>
          </p:cNvPr>
          <p:cNvSpPr>
            <a:spLocks xmlns:a="http://schemas.openxmlformats.org/drawingml/2006/main" noGrp="1"/>
          </p:cNvSpPr>
          <p:nvPr/>
        </p:nvSpPr>
        <p:spPr>
          <a:xfrm xmlns:a="http://schemas.openxmlformats.org/drawingml/2006/main">
            <a:off x="11287125" y="65341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03</a:t>
            </a:r>
          </a:p>
        </p:txBody>
      </p:sp>
    </p:spTree>
    <p:extLst>
      <p:ext uri="{BB962C8B-B14F-4D97-AF65-F5344CB8AC3E}">
        <p14:creationId xmlns:p14="http://schemas.microsoft.com/office/powerpoint/2010/main" val="100278876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9B612AD2-CB99-45A7-8911-AE2F5C8FEB71}"/>
              </a:ext>
            </a:extLst>
          </p:cNvPr>
          <p:cNvPicPr>
            <a:picLocks xmlns:a="http://schemas.openxmlformats.org/drawingml/2006/main" noChangeAspect="1"/>
          </p:cNvPicPr>
          <p:nvPr/>
        </p:nvPicPr>
        <p:blipFill>
          <a:blip xmlns:r="http://schemas.openxmlformats.org/officeDocument/2006/relationships" xmlns:a="http://schemas.openxmlformats.org/drawingml/2006/main" r:embed="Ra7e8a031c2764d9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71284688-CA09-4804-B15C-75BDC8781228}"/>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225" b="1">
                <a:solidFill>
                  <a:srgbClr val="113C4C"/>
                </a:solidFill>
                <a:latin typeface="Calibri"/>
                <a:ea typeface="Calibri"/>
                <a:cs typeface="Calibri"/>
              </a:defRPr>
            </a:defPPr>
            <a:lvl1pPr algn="l">
              <a:defRPr sz="3225" b="1">
                <a:solidFill>
                  <a:srgbClr val="113C4C"/>
                </a:solidFill>
                <a:latin typeface="Calibri"/>
                <a:ea typeface="Calibri"/>
                <a:cs typeface="Calibri"/>
              </a:defRPr>
            </a:lvl1pPr>
            <a:lvl2pPr algn="l">
              <a:defRPr sz="3225" b="1">
                <a:solidFill>
                  <a:srgbClr val="113C4C"/>
                </a:solidFill>
                <a:latin typeface="Calibri"/>
                <a:ea typeface="Calibri"/>
                <a:cs typeface="Calibri"/>
              </a:defRPr>
            </a:lvl2pPr>
            <a:lvl3pPr algn="l">
              <a:defRPr sz="3225" b="1">
                <a:solidFill>
                  <a:srgbClr val="113C4C"/>
                </a:solidFill>
                <a:latin typeface="Calibri"/>
                <a:ea typeface="Calibri"/>
                <a:cs typeface="Calibri"/>
              </a:defRPr>
            </a:lvl3pPr>
            <a:lvl4pPr algn="l">
              <a:defRPr sz="3225" b="1">
                <a:solidFill>
                  <a:srgbClr val="113C4C"/>
                </a:solidFill>
                <a:latin typeface="Calibri"/>
                <a:ea typeface="Calibri"/>
                <a:cs typeface="Calibri"/>
              </a:defRPr>
            </a:lvl4pPr>
            <a:lvl5pPr algn="l">
              <a:defRPr sz="3225" b="1">
                <a:solidFill>
                  <a:srgbClr val="113C4C"/>
                </a:solidFill>
                <a:latin typeface="Calibri"/>
                <a:ea typeface="Calibri"/>
                <a:cs typeface="Calibri"/>
              </a:defRPr>
            </a:lvl5pPr>
            <a:lvl6pPr algn="l">
              <a:defRPr sz="3225" b="1">
                <a:solidFill>
                  <a:srgbClr val="113C4C"/>
                </a:solidFill>
                <a:latin typeface="Calibri"/>
                <a:ea typeface="Calibri"/>
                <a:cs typeface="Calibri"/>
              </a:defRPr>
            </a:lvl6pPr>
            <a:lvl7pPr algn="l">
              <a:defRPr sz="3225" b="1">
                <a:solidFill>
                  <a:srgbClr val="113C4C"/>
                </a:solidFill>
                <a:latin typeface="Calibri"/>
                <a:ea typeface="Calibri"/>
                <a:cs typeface="Calibri"/>
              </a:defRPr>
            </a:lvl7pPr>
            <a:lvl8pPr algn="l">
              <a:defRPr sz="3225" b="1">
                <a:solidFill>
                  <a:srgbClr val="113C4C"/>
                </a:solidFill>
                <a:latin typeface="Calibri"/>
                <a:ea typeface="Calibri"/>
                <a:cs typeface="Calibri"/>
              </a:defRPr>
            </a:lvl8pPr>
            <a:lvl9pPr algn="l">
              <a:defRPr sz="3225" b="1">
                <a:solidFill>
                  <a:srgbClr val="113C4C"/>
                </a:solidFill>
                <a:latin typeface="Calibri"/>
                <a:ea typeface="Calibri"/>
                <a:cs typeface="Calibri"/>
              </a:defRPr>
            </a:lvl9pPr>
          </a:lstStyle>
          <a:p xmlns:a="http://schemas.openxmlformats.org/drawingml/2006/main">
            <a:pPr algn="l">
              <a:defRPr sz="3225" b="1">
                <a:solidFill>
                  <a:srgbClr val="113C4C"/>
                </a:solidFill>
                <a:latin typeface="Calibri"/>
                <a:ea typeface="Calibri"/>
                <a:cs typeface="Calibri"/>
              </a:defRPr>
            </a:pPr>
            <a:r>
              <a:rPr sz="3225" b="1">
                <a:solidFill>
                  <a:srgbClr val="113C4C"/>
                </a:solidFill>
                <a:latin typeface="Calibri"/>
                <a:ea typeface="Calibri"/>
                <a:cs typeface="Calibri"/>
              </a:rPr>
              <a:t>Relieves para reconocer e insertar</a:t>
            </a:r>
          </a:p>
        </p:txBody>
      </p:sp>
      <p:sp>
        <p:nvSpPr>
          <p:cNvPr id="3" name="area-figuras">
            <a:extLst xmlns:a="http://schemas.openxmlformats.org/drawingml/2006/main">
              <a:ext uri="{FF2B5EF4-FFF2-40B4-BE49-F238E27FC236}">
                <a16:creationId xmlns:a16="http://schemas.microsoft.com/office/drawing/2014/main" id="{C79D4A26-1631-48E9-8FEB-74A8D69C1617}"/>
              </a:ext>
            </a:extLst>
          </p:cNvPr>
          <p:cNvSpPr>
            <a:spLocks xmlns:a="http://schemas.openxmlformats.org/drawingml/2006/main" noGrp="1"/>
          </p:cNvSpPr>
          <p:nvPr/>
        </p:nvSpPr>
        <p:spPr>
          <a:xfrm xmlns:a="http://schemas.openxmlformats.org/drawingml/2006/main">
            <a:off x="609600" y="1257300"/>
            <a:ext cx="10972800" cy="44005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0CE4F837-A50F-40C4-B552-51EA639F3B40}"/>
              </a:ext>
            </a:extLst>
          </p:cNvPr>
          <p:cNvPicPr>
            <a:picLocks xmlns:a="http://schemas.openxmlformats.org/drawingml/2006/main" noChangeAspect="1"/>
          </p:cNvPicPr>
          <p:nvPr/>
        </p:nvPicPr>
        <p:blipFill>
          <a:blip xmlns:r="http://schemas.openxmlformats.org/officeDocument/2006/relationships" xmlns:a="http://schemas.openxmlformats.org/drawingml/2006/main" r:embed="R8f995c97a916474f"/>
          <a:stretch xmlns:a="http://schemas.openxmlformats.org/drawingml/2006/main"/>
        </p:blipFill>
        <p:spPr>
          <a:xfrm xmlns:a="http://schemas.openxmlformats.org/drawingml/2006/main">
            <a:off x="704850" y="1676400"/>
            <a:ext cx="3448050" cy="344805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6430D779-71C1-4426-9882-A2F651EF0CFC}"/>
              </a:ext>
            </a:extLst>
          </p:cNvPr>
          <p:cNvPicPr>
            <a:picLocks xmlns:a="http://schemas.openxmlformats.org/drawingml/2006/main" noChangeAspect="1"/>
          </p:cNvPicPr>
          <p:nvPr/>
        </p:nvPicPr>
        <p:blipFill>
          <a:blip xmlns:r="http://schemas.openxmlformats.org/officeDocument/2006/relationships" xmlns:a="http://schemas.openxmlformats.org/drawingml/2006/main" r:embed="R6517baa8677a4150"/>
          <a:stretch xmlns:a="http://schemas.openxmlformats.org/drawingml/2006/main"/>
        </p:blipFill>
        <p:spPr>
          <a:xfrm xmlns:a="http://schemas.openxmlformats.org/drawingml/2006/main">
            <a:off x="4362450" y="2075196"/>
            <a:ext cx="3448050" cy="2650458"/>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354E61CD-B13C-4459-A1A7-298398A4C479}"/>
              </a:ext>
            </a:extLst>
          </p:cNvPr>
          <p:cNvPicPr>
            <a:picLocks xmlns:a="http://schemas.openxmlformats.org/drawingml/2006/main" noChangeAspect="1"/>
          </p:cNvPicPr>
          <p:nvPr/>
        </p:nvPicPr>
        <p:blipFill>
          <a:blip xmlns:r="http://schemas.openxmlformats.org/officeDocument/2006/relationships" xmlns:a="http://schemas.openxmlformats.org/drawingml/2006/main" r:embed="R6f2038b9be9a4256"/>
          <a:stretch xmlns:a="http://schemas.openxmlformats.org/drawingml/2006/main"/>
        </p:blipFill>
        <p:spPr>
          <a:xfrm xmlns:a="http://schemas.openxmlformats.org/drawingml/2006/main">
            <a:off x="8020050" y="1597587"/>
            <a:ext cx="3448050" cy="3605675"/>
          </a:xfrm>
          <a:prstGeom xmlns:a="http://schemas.openxmlformats.org/drawingml/2006/main" prst="rect">
            <a:avLst/>
          </a:prstGeom>
        </p:spPr>
      </p:pic>
      <p:sp>
        <p:nvSpPr>
          <p:cNvPr id="7" name="relacion-0">
            <a:extLst xmlns:a="http://schemas.openxmlformats.org/drawingml/2006/main">
              <a:ext uri="{FF2B5EF4-FFF2-40B4-BE49-F238E27FC236}">
                <a16:creationId xmlns:a16="http://schemas.microsoft.com/office/drawing/2014/main" id="{C1AFA827-B4CD-4246-B3E2-271D71C2964B}"/>
              </a:ext>
            </a:extLst>
          </p:cNvPr>
          <p:cNvSpPr>
            <a:spLocks xmlns:a="http://schemas.openxmlformats.org/drawingml/2006/main" noGrp="1"/>
          </p:cNvSpPr>
          <p:nvPr/>
        </p:nvSpPr>
        <p:spPr>
          <a:xfrm xmlns:a="http://schemas.openxmlformats.org/drawingml/2006/main">
            <a:off x="6096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Cresta</a:t>
            </a:r>
          </a:p>
        </p:txBody>
      </p:sp>
      <p:sp>
        <p:nvSpPr>
          <p:cNvPr id="8" name="relacion-1">
            <a:extLst xmlns:a="http://schemas.openxmlformats.org/drawingml/2006/main">
              <a:ext uri="{FF2B5EF4-FFF2-40B4-BE49-F238E27FC236}">
                <a16:creationId xmlns:a16="http://schemas.microsoft.com/office/drawing/2014/main" id="{6EECB3BB-04F6-4C42-8865-9544E38245E6}"/>
              </a:ext>
            </a:extLst>
          </p:cNvPr>
          <p:cNvSpPr>
            <a:spLocks xmlns:a="http://schemas.openxmlformats.org/drawingml/2006/main" noGrp="1"/>
          </p:cNvSpPr>
          <p:nvPr/>
        </p:nvSpPr>
        <p:spPr>
          <a:xfrm xmlns:a="http://schemas.openxmlformats.org/drawingml/2006/main">
            <a:off x="42672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Trocánter</a:t>
            </a:r>
          </a:p>
        </p:txBody>
      </p:sp>
      <p:sp>
        <p:nvSpPr>
          <p:cNvPr id="9" name="relacion-2">
            <a:extLst xmlns:a="http://schemas.openxmlformats.org/drawingml/2006/main">
              <a:ext uri="{FF2B5EF4-FFF2-40B4-BE49-F238E27FC236}">
                <a16:creationId xmlns:a16="http://schemas.microsoft.com/office/drawing/2014/main" id="{2A51C0E1-6586-4CF6-9E4F-2925DEE6608E}"/>
              </a:ext>
            </a:extLst>
          </p:cNvPr>
          <p:cNvSpPr>
            <a:spLocks xmlns:a="http://schemas.openxmlformats.org/drawingml/2006/main" noGrp="1"/>
          </p:cNvSpPr>
          <p:nvPr/>
        </p:nvSpPr>
        <p:spPr>
          <a:xfrm xmlns:a="http://schemas.openxmlformats.org/drawingml/2006/main">
            <a:off x="79248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Tuberosidad</a:t>
            </a:r>
          </a:p>
        </p:txBody>
      </p:sp>
      <p:sp>
        <p:nvSpPr>
          <p:cNvPr id="10" name="idea-fondo">
            <a:extLst xmlns:a="http://schemas.openxmlformats.org/drawingml/2006/main">
              <a:ext uri="{FF2B5EF4-FFF2-40B4-BE49-F238E27FC236}">
                <a16:creationId xmlns:a16="http://schemas.microsoft.com/office/drawing/2014/main" id="{BE2CB7F7-A7A8-4069-A01D-B8EE8A3EEC2E}"/>
              </a:ext>
            </a:extLst>
          </p:cNvPr>
          <p:cNvSpPr>
            <a:spLocks xmlns:a="http://schemas.openxmlformats.org/drawingml/2006/main" noGrp="1"/>
          </p:cNvSpPr>
          <p:nvPr/>
        </p:nvSpPr>
        <p:spPr>
          <a:xfrm xmlns:a="http://schemas.openxmlformats.org/drawingml/2006/main">
            <a:off x="609600" y="6410325"/>
            <a:ext cx="10477500" cy="381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1" name="idea">
            <a:extLst xmlns:a="http://schemas.openxmlformats.org/drawingml/2006/main">
              <a:ext uri="{FF2B5EF4-FFF2-40B4-BE49-F238E27FC236}">
                <a16:creationId xmlns:a16="http://schemas.microsoft.com/office/drawing/2014/main" id="{9434BEC8-8486-4FF4-9B3A-38206C2F6552}"/>
              </a:ext>
            </a:extLst>
          </p:cNvPr>
          <p:cNvSpPr>
            <a:spLocks xmlns:a="http://schemas.openxmlformats.org/drawingml/2006/main" noGrp="1"/>
          </p:cNvSpPr>
          <p:nvPr/>
        </p:nvSpPr>
        <p:spPr>
          <a:xfrm xmlns:a="http://schemas.openxmlformats.org/drawingml/2006/main">
            <a:off x="742950" y="6419850"/>
            <a:ext cx="1019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El relieve es una pista de la función y de la orientación.</a:t>
            </a:r>
          </a:p>
        </p:txBody>
      </p:sp>
      <p:sp>
        <p:nvSpPr>
          <p:cNvPr id="12" name="numero">
            <a:extLst xmlns:a="http://schemas.openxmlformats.org/drawingml/2006/main">
              <a:ext uri="{FF2B5EF4-FFF2-40B4-BE49-F238E27FC236}">
                <a16:creationId xmlns:a16="http://schemas.microsoft.com/office/drawing/2014/main" id="{8F813CC2-41AC-4CDE-A85E-BAE48AF50019}"/>
              </a:ext>
            </a:extLst>
          </p:cNvPr>
          <p:cNvSpPr>
            <a:spLocks xmlns:a="http://schemas.openxmlformats.org/drawingml/2006/main" noGrp="1"/>
          </p:cNvSpPr>
          <p:nvPr/>
        </p:nvSpPr>
        <p:spPr>
          <a:xfrm xmlns:a="http://schemas.openxmlformats.org/drawingml/2006/main">
            <a:off x="11287125" y="65341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04</a:t>
            </a:r>
          </a:p>
        </p:txBody>
      </p:sp>
    </p:spTree>
    <p:extLst>
      <p:ext uri="{BB962C8B-B14F-4D97-AF65-F5344CB8AC3E}">
        <p14:creationId xmlns:p14="http://schemas.microsoft.com/office/powerpoint/2010/main" val="59557901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35EB33B8-A44A-40CF-B141-74A2358A3B2D}"/>
              </a:ext>
            </a:extLst>
          </p:cNvPr>
          <p:cNvPicPr>
            <a:picLocks xmlns:a="http://schemas.openxmlformats.org/drawingml/2006/main" noChangeAspect="1"/>
          </p:cNvPicPr>
          <p:nvPr/>
        </p:nvPicPr>
        <p:blipFill>
          <a:blip xmlns:r="http://schemas.openxmlformats.org/officeDocument/2006/relationships" xmlns:a="http://schemas.openxmlformats.org/drawingml/2006/main" r:embed="Ra6985be88f51426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49B8E539-744D-4EEC-897E-A13F2522A1D0}"/>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225" b="1">
                <a:solidFill>
                  <a:srgbClr val="113C4C"/>
                </a:solidFill>
                <a:latin typeface="Calibri"/>
                <a:ea typeface="Calibri"/>
                <a:cs typeface="Calibri"/>
              </a:defRPr>
            </a:defPPr>
            <a:lvl1pPr algn="l">
              <a:defRPr sz="3225" b="1">
                <a:solidFill>
                  <a:srgbClr val="113C4C"/>
                </a:solidFill>
                <a:latin typeface="Calibri"/>
                <a:ea typeface="Calibri"/>
                <a:cs typeface="Calibri"/>
              </a:defRPr>
            </a:lvl1pPr>
            <a:lvl2pPr algn="l">
              <a:defRPr sz="3225" b="1">
                <a:solidFill>
                  <a:srgbClr val="113C4C"/>
                </a:solidFill>
                <a:latin typeface="Calibri"/>
                <a:ea typeface="Calibri"/>
                <a:cs typeface="Calibri"/>
              </a:defRPr>
            </a:lvl2pPr>
            <a:lvl3pPr algn="l">
              <a:defRPr sz="3225" b="1">
                <a:solidFill>
                  <a:srgbClr val="113C4C"/>
                </a:solidFill>
                <a:latin typeface="Calibri"/>
                <a:ea typeface="Calibri"/>
                <a:cs typeface="Calibri"/>
              </a:defRPr>
            </a:lvl3pPr>
            <a:lvl4pPr algn="l">
              <a:defRPr sz="3225" b="1">
                <a:solidFill>
                  <a:srgbClr val="113C4C"/>
                </a:solidFill>
                <a:latin typeface="Calibri"/>
                <a:ea typeface="Calibri"/>
                <a:cs typeface="Calibri"/>
              </a:defRPr>
            </a:lvl4pPr>
            <a:lvl5pPr algn="l">
              <a:defRPr sz="3225" b="1">
                <a:solidFill>
                  <a:srgbClr val="113C4C"/>
                </a:solidFill>
                <a:latin typeface="Calibri"/>
                <a:ea typeface="Calibri"/>
                <a:cs typeface="Calibri"/>
              </a:defRPr>
            </a:lvl5pPr>
            <a:lvl6pPr algn="l">
              <a:defRPr sz="3225" b="1">
                <a:solidFill>
                  <a:srgbClr val="113C4C"/>
                </a:solidFill>
                <a:latin typeface="Calibri"/>
                <a:ea typeface="Calibri"/>
                <a:cs typeface="Calibri"/>
              </a:defRPr>
            </a:lvl6pPr>
            <a:lvl7pPr algn="l">
              <a:defRPr sz="3225" b="1">
                <a:solidFill>
                  <a:srgbClr val="113C4C"/>
                </a:solidFill>
                <a:latin typeface="Calibri"/>
                <a:ea typeface="Calibri"/>
                <a:cs typeface="Calibri"/>
              </a:defRPr>
            </a:lvl7pPr>
            <a:lvl8pPr algn="l">
              <a:defRPr sz="3225" b="1">
                <a:solidFill>
                  <a:srgbClr val="113C4C"/>
                </a:solidFill>
                <a:latin typeface="Calibri"/>
                <a:ea typeface="Calibri"/>
                <a:cs typeface="Calibri"/>
              </a:defRPr>
            </a:lvl8pPr>
            <a:lvl9pPr algn="l">
              <a:defRPr sz="3225" b="1">
                <a:solidFill>
                  <a:srgbClr val="113C4C"/>
                </a:solidFill>
                <a:latin typeface="Calibri"/>
                <a:ea typeface="Calibri"/>
                <a:cs typeface="Calibri"/>
              </a:defRPr>
            </a:lvl9pPr>
          </a:lstStyle>
          <a:p xmlns:a="http://schemas.openxmlformats.org/drawingml/2006/main">
            <a:pPr algn="l">
              <a:defRPr sz="3225" b="1">
                <a:solidFill>
                  <a:srgbClr val="113C4C"/>
                </a:solidFill>
                <a:latin typeface="Calibri"/>
                <a:ea typeface="Calibri"/>
                <a:cs typeface="Calibri"/>
              </a:defRPr>
            </a:pPr>
            <a:r>
              <a:rPr sz="3225" b="1">
                <a:solidFill>
                  <a:srgbClr val="113C4C"/>
                </a:solidFill>
                <a:latin typeface="Calibri"/>
                <a:ea typeface="Calibri"/>
                <a:cs typeface="Calibri"/>
              </a:rPr>
              <a:t>Huecos, pasos y cavidades</a:t>
            </a:r>
          </a:p>
        </p:txBody>
      </p:sp>
      <p:sp>
        <p:nvSpPr>
          <p:cNvPr id="3" name="area-figuras">
            <a:extLst xmlns:a="http://schemas.openxmlformats.org/drawingml/2006/main">
              <a:ext uri="{FF2B5EF4-FFF2-40B4-BE49-F238E27FC236}">
                <a16:creationId xmlns:a16="http://schemas.microsoft.com/office/drawing/2014/main" id="{1AC554A1-F7BB-42CD-97DE-1E04D70C23E3}"/>
              </a:ext>
            </a:extLst>
          </p:cNvPr>
          <p:cNvSpPr>
            <a:spLocks xmlns:a="http://schemas.openxmlformats.org/drawingml/2006/main" noGrp="1"/>
          </p:cNvSpPr>
          <p:nvPr/>
        </p:nvSpPr>
        <p:spPr>
          <a:xfrm xmlns:a="http://schemas.openxmlformats.org/drawingml/2006/main">
            <a:off x="609600" y="1257300"/>
            <a:ext cx="10972800" cy="44005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C53AF02A-8985-4D97-BCD4-5B35B9109F5D}"/>
              </a:ext>
            </a:extLst>
          </p:cNvPr>
          <p:cNvPicPr>
            <a:picLocks xmlns:a="http://schemas.openxmlformats.org/drawingml/2006/main" noChangeAspect="1"/>
          </p:cNvPicPr>
          <p:nvPr/>
        </p:nvPicPr>
        <p:blipFill>
          <a:blip xmlns:r="http://schemas.openxmlformats.org/officeDocument/2006/relationships" xmlns:a="http://schemas.openxmlformats.org/drawingml/2006/main" r:embed="R4e1954604e0040d3"/>
          <a:stretch xmlns:a="http://schemas.openxmlformats.org/drawingml/2006/main"/>
        </p:blipFill>
        <p:spPr>
          <a:xfrm xmlns:a="http://schemas.openxmlformats.org/drawingml/2006/main">
            <a:off x="704850" y="1676400"/>
            <a:ext cx="3448050" cy="344805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D689AE8C-587C-44DA-89A2-691D2B904F49}"/>
              </a:ext>
            </a:extLst>
          </p:cNvPr>
          <p:cNvPicPr>
            <a:picLocks xmlns:a="http://schemas.openxmlformats.org/drawingml/2006/main" noChangeAspect="1"/>
          </p:cNvPicPr>
          <p:nvPr/>
        </p:nvPicPr>
        <p:blipFill>
          <a:blip xmlns:r="http://schemas.openxmlformats.org/officeDocument/2006/relationships" xmlns:a="http://schemas.openxmlformats.org/drawingml/2006/main" r:embed="R5723bcb5cb7e4826"/>
          <a:stretch xmlns:a="http://schemas.openxmlformats.org/drawingml/2006/main"/>
        </p:blipFill>
        <p:spPr>
          <a:xfrm xmlns:a="http://schemas.openxmlformats.org/drawingml/2006/main">
            <a:off x="4362450" y="2538413"/>
            <a:ext cx="3448050" cy="1724025"/>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8623DA9C-1290-44D0-A32A-6833EFA49554}"/>
              </a:ext>
            </a:extLst>
          </p:cNvPr>
          <p:cNvPicPr>
            <a:picLocks xmlns:a="http://schemas.openxmlformats.org/drawingml/2006/main" noChangeAspect="1"/>
          </p:cNvPicPr>
          <p:nvPr/>
        </p:nvPicPr>
        <p:blipFill>
          <a:blip xmlns:r="http://schemas.openxmlformats.org/officeDocument/2006/relationships" xmlns:a="http://schemas.openxmlformats.org/drawingml/2006/main" r:embed="R0107faab01cd468f"/>
          <a:stretch xmlns:a="http://schemas.openxmlformats.org/drawingml/2006/main"/>
        </p:blipFill>
        <p:spPr>
          <a:xfrm xmlns:a="http://schemas.openxmlformats.org/drawingml/2006/main">
            <a:off x="8096099" y="1323975"/>
            <a:ext cx="3295952" cy="4152900"/>
          </a:xfrm>
          <a:prstGeom xmlns:a="http://schemas.openxmlformats.org/drawingml/2006/main" prst="rect">
            <a:avLst/>
          </a:prstGeom>
        </p:spPr>
      </p:pic>
      <p:sp>
        <p:nvSpPr>
          <p:cNvPr id="7" name="relacion-0">
            <a:extLst xmlns:a="http://schemas.openxmlformats.org/drawingml/2006/main">
              <a:ext uri="{FF2B5EF4-FFF2-40B4-BE49-F238E27FC236}">
                <a16:creationId xmlns:a16="http://schemas.microsoft.com/office/drawing/2014/main" id="{56E1206C-7E23-49A0-8F60-6752B631FCD6}"/>
              </a:ext>
            </a:extLst>
          </p:cNvPr>
          <p:cNvSpPr>
            <a:spLocks xmlns:a="http://schemas.openxmlformats.org/drawingml/2006/main" noGrp="1"/>
          </p:cNvSpPr>
          <p:nvPr/>
        </p:nvSpPr>
        <p:spPr>
          <a:xfrm xmlns:a="http://schemas.openxmlformats.org/drawingml/2006/main">
            <a:off x="6096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Fosa: depresión</a:t>
            </a:r>
          </a:p>
        </p:txBody>
      </p:sp>
      <p:sp>
        <p:nvSpPr>
          <p:cNvPr id="8" name="relacion-1">
            <a:extLst xmlns:a="http://schemas.openxmlformats.org/drawingml/2006/main">
              <a:ext uri="{FF2B5EF4-FFF2-40B4-BE49-F238E27FC236}">
                <a16:creationId xmlns:a16="http://schemas.microsoft.com/office/drawing/2014/main" id="{B4E7B56E-60A9-4B0F-A488-DE7DCCEDAFA5}"/>
              </a:ext>
            </a:extLst>
          </p:cNvPr>
          <p:cNvSpPr>
            <a:spLocks xmlns:a="http://schemas.openxmlformats.org/drawingml/2006/main" noGrp="1"/>
          </p:cNvSpPr>
          <p:nvPr/>
        </p:nvSpPr>
        <p:spPr>
          <a:xfrm xmlns:a="http://schemas.openxmlformats.org/drawingml/2006/main">
            <a:off x="42672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Alvéolo: alojamiento</a:t>
            </a:r>
          </a:p>
        </p:txBody>
      </p:sp>
      <p:sp>
        <p:nvSpPr>
          <p:cNvPr id="9" name="relacion-2">
            <a:extLst xmlns:a="http://schemas.openxmlformats.org/drawingml/2006/main">
              <a:ext uri="{FF2B5EF4-FFF2-40B4-BE49-F238E27FC236}">
                <a16:creationId xmlns:a16="http://schemas.microsoft.com/office/drawing/2014/main" id="{861B4696-E338-45D2-9E3B-1F1C25E24F80}"/>
              </a:ext>
            </a:extLst>
          </p:cNvPr>
          <p:cNvSpPr>
            <a:spLocks xmlns:a="http://schemas.openxmlformats.org/drawingml/2006/main" noGrp="1"/>
          </p:cNvSpPr>
          <p:nvPr/>
        </p:nvSpPr>
        <p:spPr>
          <a:xfrm xmlns:a="http://schemas.openxmlformats.org/drawingml/2006/main">
            <a:off x="79248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Foramen: paso</a:t>
            </a:r>
          </a:p>
        </p:txBody>
      </p:sp>
      <p:sp>
        <p:nvSpPr>
          <p:cNvPr id="10" name="idea-fondo">
            <a:extLst xmlns:a="http://schemas.openxmlformats.org/drawingml/2006/main">
              <a:ext uri="{FF2B5EF4-FFF2-40B4-BE49-F238E27FC236}">
                <a16:creationId xmlns:a16="http://schemas.microsoft.com/office/drawing/2014/main" id="{2A5E9DBE-26C7-476D-8CF7-B107D0222AA3}"/>
              </a:ext>
            </a:extLst>
          </p:cNvPr>
          <p:cNvSpPr>
            <a:spLocks xmlns:a="http://schemas.openxmlformats.org/drawingml/2006/main" noGrp="1"/>
          </p:cNvSpPr>
          <p:nvPr/>
        </p:nvSpPr>
        <p:spPr>
          <a:xfrm xmlns:a="http://schemas.openxmlformats.org/drawingml/2006/main">
            <a:off x="609600" y="6410325"/>
            <a:ext cx="10477500" cy="381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1" name="idea">
            <a:extLst xmlns:a="http://schemas.openxmlformats.org/drawingml/2006/main">
              <a:ext uri="{FF2B5EF4-FFF2-40B4-BE49-F238E27FC236}">
                <a16:creationId xmlns:a16="http://schemas.microsoft.com/office/drawing/2014/main" id="{6B8B3200-1C69-428B-962C-1080177C5AE1}"/>
              </a:ext>
            </a:extLst>
          </p:cNvPr>
          <p:cNvSpPr>
            <a:spLocks xmlns:a="http://schemas.openxmlformats.org/drawingml/2006/main" noGrp="1"/>
          </p:cNvSpPr>
          <p:nvPr/>
        </p:nvSpPr>
        <p:spPr>
          <a:xfrm xmlns:a="http://schemas.openxmlformats.org/drawingml/2006/main">
            <a:off x="742950" y="6419850"/>
            <a:ext cx="1019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Pregunta qué ocupa la cavidad o qué atraviesa el orificio.</a:t>
            </a:r>
          </a:p>
        </p:txBody>
      </p:sp>
      <p:sp>
        <p:nvSpPr>
          <p:cNvPr id="12" name="numero">
            <a:extLst xmlns:a="http://schemas.openxmlformats.org/drawingml/2006/main">
              <a:ext uri="{FF2B5EF4-FFF2-40B4-BE49-F238E27FC236}">
                <a16:creationId xmlns:a16="http://schemas.microsoft.com/office/drawing/2014/main" id="{C4EDD92D-88C0-4D33-93CF-2F737F4403EA}"/>
              </a:ext>
            </a:extLst>
          </p:cNvPr>
          <p:cNvSpPr>
            <a:spLocks xmlns:a="http://schemas.openxmlformats.org/drawingml/2006/main" noGrp="1"/>
          </p:cNvSpPr>
          <p:nvPr/>
        </p:nvSpPr>
        <p:spPr>
          <a:xfrm xmlns:a="http://schemas.openxmlformats.org/drawingml/2006/main">
            <a:off x="11287125" y="65341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05</a:t>
            </a:r>
          </a:p>
        </p:txBody>
      </p:sp>
    </p:spTree>
    <p:extLst>
      <p:ext uri="{BB962C8B-B14F-4D97-AF65-F5344CB8AC3E}">
        <p14:creationId xmlns:p14="http://schemas.microsoft.com/office/powerpoint/2010/main" val="157306561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AE893C62-02C8-4086-8AE9-2385D717382F}"/>
              </a:ext>
            </a:extLst>
          </p:cNvPr>
          <p:cNvPicPr>
            <a:picLocks xmlns:a="http://schemas.openxmlformats.org/drawingml/2006/main" noChangeAspect="1"/>
          </p:cNvPicPr>
          <p:nvPr/>
        </p:nvPicPr>
        <p:blipFill>
          <a:blip xmlns:r="http://schemas.openxmlformats.org/officeDocument/2006/relationships" xmlns:a="http://schemas.openxmlformats.org/drawingml/2006/main" r:embed="Rad337dc95d9049b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5420213D-3A05-48F9-8F4D-512216A3168C}"/>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225" b="1">
                <a:solidFill>
                  <a:srgbClr val="113C4C"/>
                </a:solidFill>
                <a:latin typeface="Calibri"/>
                <a:ea typeface="Calibri"/>
                <a:cs typeface="Calibri"/>
              </a:defRPr>
            </a:defPPr>
            <a:lvl1pPr algn="l">
              <a:defRPr sz="3225" b="1">
                <a:solidFill>
                  <a:srgbClr val="113C4C"/>
                </a:solidFill>
                <a:latin typeface="Calibri"/>
                <a:ea typeface="Calibri"/>
                <a:cs typeface="Calibri"/>
              </a:defRPr>
            </a:lvl1pPr>
            <a:lvl2pPr algn="l">
              <a:defRPr sz="3225" b="1">
                <a:solidFill>
                  <a:srgbClr val="113C4C"/>
                </a:solidFill>
                <a:latin typeface="Calibri"/>
                <a:ea typeface="Calibri"/>
                <a:cs typeface="Calibri"/>
              </a:defRPr>
            </a:lvl2pPr>
            <a:lvl3pPr algn="l">
              <a:defRPr sz="3225" b="1">
                <a:solidFill>
                  <a:srgbClr val="113C4C"/>
                </a:solidFill>
                <a:latin typeface="Calibri"/>
                <a:ea typeface="Calibri"/>
                <a:cs typeface="Calibri"/>
              </a:defRPr>
            </a:lvl3pPr>
            <a:lvl4pPr algn="l">
              <a:defRPr sz="3225" b="1">
                <a:solidFill>
                  <a:srgbClr val="113C4C"/>
                </a:solidFill>
                <a:latin typeface="Calibri"/>
                <a:ea typeface="Calibri"/>
                <a:cs typeface="Calibri"/>
              </a:defRPr>
            </a:lvl4pPr>
            <a:lvl5pPr algn="l">
              <a:defRPr sz="3225" b="1">
                <a:solidFill>
                  <a:srgbClr val="113C4C"/>
                </a:solidFill>
                <a:latin typeface="Calibri"/>
                <a:ea typeface="Calibri"/>
                <a:cs typeface="Calibri"/>
              </a:defRPr>
            </a:lvl5pPr>
            <a:lvl6pPr algn="l">
              <a:defRPr sz="3225" b="1">
                <a:solidFill>
                  <a:srgbClr val="113C4C"/>
                </a:solidFill>
                <a:latin typeface="Calibri"/>
                <a:ea typeface="Calibri"/>
                <a:cs typeface="Calibri"/>
              </a:defRPr>
            </a:lvl6pPr>
            <a:lvl7pPr algn="l">
              <a:defRPr sz="3225" b="1">
                <a:solidFill>
                  <a:srgbClr val="113C4C"/>
                </a:solidFill>
                <a:latin typeface="Calibri"/>
                <a:ea typeface="Calibri"/>
                <a:cs typeface="Calibri"/>
              </a:defRPr>
            </a:lvl7pPr>
            <a:lvl8pPr algn="l">
              <a:defRPr sz="3225" b="1">
                <a:solidFill>
                  <a:srgbClr val="113C4C"/>
                </a:solidFill>
                <a:latin typeface="Calibri"/>
                <a:ea typeface="Calibri"/>
                <a:cs typeface="Calibri"/>
              </a:defRPr>
            </a:lvl8pPr>
            <a:lvl9pPr algn="l">
              <a:defRPr sz="3225" b="1">
                <a:solidFill>
                  <a:srgbClr val="113C4C"/>
                </a:solidFill>
                <a:latin typeface="Calibri"/>
                <a:ea typeface="Calibri"/>
                <a:cs typeface="Calibri"/>
              </a:defRPr>
            </a:lvl9pPr>
          </a:lstStyle>
          <a:p xmlns:a="http://schemas.openxmlformats.org/drawingml/2006/main">
            <a:pPr algn="l">
              <a:defRPr sz="3225" b="1">
                <a:solidFill>
                  <a:srgbClr val="113C4C"/>
                </a:solidFill>
                <a:latin typeface="Calibri"/>
                <a:ea typeface="Calibri"/>
                <a:cs typeface="Calibri"/>
              </a:defRPr>
            </a:pPr>
            <a:r>
              <a:rPr sz="3225" b="1">
                <a:solidFill>
                  <a:srgbClr val="113C4C"/>
                </a:solidFill>
                <a:latin typeface="Calibri"/>
                <a:ea typeface="Calibri"/>
                <a:cs typeface="Calibri"/>
              </a:rPr>
              <a:t>Cráneo: 8 + 14</a:t>
            </a:r>
          </a:p>
        </p:txBody>
      </p:sp>
      <p:sp>
        <p:nvSpPr>
          <p:cNvPr id="3" name="area-figuras">
            <a:extLst xmlns:a="http://schemas.openxmlformats.org/drawingml/2006/main">
              <a:ext uri="{FF2B5EF4-FFF2-40B4-BE49-F238E27FC236}">
                <a16:creationId xmlns:a16="http://schemas.microsoft.com/office/drawing/2014/main" id="{85DA638F-D004-4EFA-B9C4-46AF0D1BCE5C}"/>
              </a:ext>
            </a:extLst>
          </p:cNvPr>
          <p:cNvSpPr>
            <a:spLocks xmlns:a="http://schemas.openxmlformats.org/drawingml/2006/main" noGrp="1"/>
          </p:cNvSpPr>
          <p:nvPr/>
        </p:nvSpPr>
        <p:spPr>
          <a:xfrm xmlns:a="http://schemas.openxmlformats.org/drawingml/2006/main">
            <a:off x="609600" y="1257300"/>
            <a:ext cx="10972800" cy="44005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B79B12EC-5CC6-47F8-BF7A-83C87E89A86C}"/>
              </a:ext>
            </a:extLst>
          </p:cNvPr>
          <p:cNvPicPr>
            <a:picLocks xmlns:a="http://schemas.openxmlformats.org/drawingml/2006/main" noChangeAspect="1"/>
          </p:cNvPicPr>
          <p:nvPr/>
        </p:nvPicPr>
        <p:blipFill>
          <a:blip xmlns:r="http://schemas.openxmlformats.org/officeDocument/2006/relationships" xmlns:a="http://schemas.openxmlformats.org/drawingml/2006/main" r:embed="Rd2b9ed6a58c64491"/>
          <a:stretch xmlns:a="http://schemas.openxmlformats.org/drawingml/2006/main"/>
        </p:blipFill>
        <p:spPr>
          <a:xfrm xmlns:a="http://schemas.openxmlformats.org/drawingml/2006/main">
            <a:off x="704850" y="1804178"/>
            <a:ext cx="5276850" cy="3192494"/>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42631075-F8C6-4174-B8E8-B98E8EA79C9A}"/>
              </a:ext>
            </a:extLst>
          </p:cNvPr>
          <p:cNvPicPr>
            <a:picLocks xmlns:a="http://schemas.openxmlformats.org/drawingml/2006/main" noChangeAspect="1"/>
          </p:cNvPicPr>
          <p:nvPr/>
        </p:nvPicPr>
        <p:blipFill>
          <a:blip xmlns:r="http://schemas.openxmlformats.org/officeDocument/2006/relationships" xmlns:a="http://schemas.openxmlformats.org/drawingml/2006/main" r:embed="Rdac00e228b7e41c1"/>
          <a:stretch xmlns:a="http://schemas.openxmlformats.org/drawingml/2006/main"/>
        </p:blipFill>
        <p:spPr>
          <a:xfrm xmlns:a="http://schemas.openxmlformats.org/drawingml/2006/main">
            <a:off x="7272338" y="1323975"/>
            <a:ext cx="3114675" cy="4152900"/>
          </a:xfrm>
          <a:prstGeom xmlns:a="http://schemas.openxmlformats.org/drawingml/2006/main" prst="rect">
            <a:avLst/>
          </a:prstGeom>
        </p:spPr>
      </p:pic>
      <p:sp>
        <p:nvSpPr>
          <p:cNvPr id="6" name="relacion-0">
            <a:extLst xmlns:a="http://schemas.openxmlformats.org/drawingml/2006/main">
              <a:ext uri="{FF2B5EF4-FFF2-40B4-BE49-F238E27FC236}">
                <a16:creationId xmlns:a16="http://schemas.microsoft.com/office/drawing/2014/main" id="{760C3D53-13B3-4AEC-A123-F8D9C866D9E8}"/>
              </a:ext>
            </a:extLst>
          </p:cNvPr>
          <p:cNvSpPr>
            <a:spLocks xmlns:a="http://schemas.openxmlformats.org/drawingml/2006/main" noGrp="1"/>
          </p:cNvSpPr>
          <p:nvPr/>
        </p:nvSpPr>
        <p:spPr>
          <a:xfrm xmlns:a="http://schemas.openxmlformats.org/drawingml/2006/main">
            <a:off x="6096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8 craneales</a:t>
            </a:r>
          </a:p>
        </p:txBody>
      </p:sp>
      <p:sp>
        <p:nvSpPr>
          <p:cNvPr id="7" name="relacion-1">
            <a:extLst xmlns:a="http://schemas.openxmlformats.org/drawingml/2006/main">
              <a:ext uri="{FF2B5EF4-FFF2-40B4-BE49-F238E27FC236}">
                <a16:creationId xmlns:a16="http://schemas.microsoft.com/office/drawing/2014/main" id="{BCA4D0A6-233C-4926-A74E-926DBB90A018}"/>
              </a:ext>
            </a:extLst>
          </p:cNvPr>
          <p:cNvSpPr>
            <a:spLocks xmlns:a="http://schemas.openxmlformats.org/drawingml/2006/main" noGrp="1"/>
          </p:cNvSpPr>
          <p:nvPr/>
        </p:nvSpPr>
        <p:spPr>
          <a:xfrm xmlns:a="http://schemas.openxmlformats.org/drawingml/2006/main">
            <a:off x="42672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14 faciales</a:t>
            </a:r>
          </a:p>
        </p:txBody>
      </p:sp>
      <p:sp>
        <p:nvSpPr>
          <p:cNvPr id="8" name="relacion-2">
            <a:extLst xmlns:a="http://schemas.openxmlformats.org/drawingml/2006/main">
              <a:ext uri="{FF2B5EF4-FFF2-40B4-BE49-F238E27FC236}">
                <a16:creationId xmlns:a16="http://schemas.microsoft.com/office/drawing/2014/main" id="{15C74F03-930A-42D6-9E1C-F800DB193CF5}"/>
              </a:ext>
            </a:extLst>
          </p:cNvPr>
          <p:cNvSpPr>
            <a:spLocks xmlns:a="http://schemas.openxmlformats.org/drawingml/2006/main" noGrp="1"/>
          </p:cNvSpPr>
          <p:nvPr/>
        </p:nvSpPr>
        <p:spPr>
          <a:xfrm xmlns:a="http://schemas.openxmlformats.org/drawingml/2006/main">
            <a:off x="79248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22 en total</a:t>
            </a:r>
          </a:p>
        </p:txBody>
      </p:sp>
      <p:sp>
        <p:nvSpPr>
          <p:cNvPr id="9" name="idea-fondo">
            <a:extLst xmlns:a="http://schemas.openxmlformats.org/drawingml/2006/main">
              <a:ext uri="{FF2B5EF4-FFF2-40B4-BE49-F238E27FC236}">
                <a16:creationId xmlns:a16="http://schemas.microsoft.com/office/drawing/2014/main" id="{784BC27E-40AA-4BBC-AD38-DE94676D15EC}"/>
              </a:ext>
            </a:extLst>
          </p:cNvPr>
          <p:cNvSpPr>
            <a:spLocks xmlns:a="http://schemas.openxmlformats.org/drawingml/2006/main" noGrp="1"/>
          </p:cNvSpPr>
          <p:nvPr/>
        </p:nvSpPr>
        <p:spPr>
          <a:xfrm xmlns:a="http://schemas.openxmlformats.org/drawingml/2006/main">
            <a:off x="609600" y="6410325"/>
            <a:ext cx="10477500" cy="381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0" name="idea">
            <a:extLst xmlns:a="http://schemas.openxmlformats.org/drawingml/2006/main">
              <a:ext uri="{FF2B5EF4-FFF2-40B4-BE49-F238E27FC236}">
                <a16:creationId xmlns:a16="http://schemas.microsoft.com/office/drawing/2014/main" id="{F383481A-7F7D-45EF-B5FE-5517694A5B6C}"/>
              </a:ext>
            </a:extLst>
          </p:cNvPr>
          <p:cNvSpPr>
            <a:spLocks xmlns:a="http://schemas.openxmlformats.org/drawingml/2006/main" noGrp="1"/>
          </p:cNvSpPr>
          <p:nvPr/>
        </p:nvSpPr>
        <p:spPr>
          <a:xfrm xmlns:a="http://schemas.openxmlformats.org/drawingml/2006/main">
            <a:off x="742950" y="6419850"/>
            <a:ext cx="1019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Los huesos asociados no se incluyen en los 22 del cráneo.</a:t>
            </a:r>
          </a:p>
        </p:txBody>
      </p:sp>
      <p:sp>
        <p:nvSpPr>
          <p:cNvPr id="11" name="numero">
            <a:extLst xmlns:a="http://schemas.openxmlformats.org/drawingml/2006/main">
              <a:ext uri="{FF2B5EF4-FFF2-40B4-BE49-F238E27FC236}">
                <a16:creationId xmlns:a16="http://schemas.microsoft.com/office/drawing/2014/main" id="{A4EB060E-14DA-4DAF-9B21-4ED0114FC555}"/>
              </a:ext>
            </a:extLst>
          </p:cNvPr>
          <p:cNvSpPr>
            <a:spLocks xmlns:a="http://schemas.openxmlformats.org/drawingml/2006/main" noGrp="1"/>
          </p:cNvSpPr>
          <p:nvPr/>
        </p:nvSpPr>
        <p:spPr>
          <a:xfrm xmlns:a="http://schemas.openxmlformats.org/drawingml/2006/main">
            <a:off x="11287125" y="65341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06</a:t>
            </a:r>
          </a:p>
        </p:txBody>
      </p:sp>
    </p:spTree>
    <p:extLst>
      <p:ext uri="{BB962C8B-B14F-4D97-AF65-F5344CB8AC3E}">
        <p14:creationId xmlns:p14="http://schemas.microsoft.com/office/powerpoint/2010/main" val="96133518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9A768640-2530-4C47-B398-A0DB73007D0F}"/>
              </a:ext>
            </a:extLst>
          </p:cNvPr>
          <p:cNvPicPr>
            <a:picLocks xmlns:a="http://schemas.openxmlformats.org/drawingml/2006/main" noChangeAspect="1"/>
          </p:cNvPicPr>
          <p:nvPr/>
        </p:nvPicPr>
        <p:blipFill>
          <a:blip xmlns:r="http://schemas.openxmlformats.org/officeDocument/2006/relationships" xmlns:a="http://schemas.openxmlformats.org/drawingml/2006/main" r:embed="R1eb4f10c24cb4dd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00398F04-308B-4E6B-BE91-4020CB285515}"/>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225" b="1">
                <a:solidFill>
                  <a:srgbClr val="113C4C"/>
                </a:solidFill>
                <a:latin typeface="Calibri"/>
                <a:ea typeface="Calibri"/>
                <a:cs typeface="Calibri"/>
              </a:defRPr>
            </a:defPPr>
            <a:lvl1pPr algn="l">
              <a:defRPr sz="3225" b="1">
                <a:solidFill>
                  <a:srgbClr val="113C4C"/>
                </a:solidFill>
                <a:latin typeface="Calibri"/>
                <a:ea typeface="Calibri"/>
                <a:cs typeface="Calibri"/>
              </a:defRPr>
            </a:lvl1pPr>
            <a:lvl2pPr algn="l">
              <a:defRPr sz="3225" b="1">
                <a:solidFill>
                  <a:srgbClr val="113C4C"/>
                </a:solidFill>
                <a:latin typeface="Calibri"/>
                <a:ea typeface="Calibri"/>
                <a:cs typeface="Calibri"/>
              </a:defRPr>
            </a:lvl2pPr>
            <a:lvl3pPr algn="l">
              <a:defRPr sz="3225" b="1">
                <a:solidFill>
                  <a:srgbClr val="113C4C"/>
                </a:solidFill>
                <a:latin typeface="Calibri"/>
                <a:ea typeface="Calibri"/>
                <a:cs typeface="Calibri"/>
              </a:defRPr>
            </a:lvl3pPr>
            <a:lvl4pPr algn="l">
              <a:defRPr sz="3225" b="1">
                <a:solidFill>
                  <a:srgbClr val="113C4C"/>
                </a:solidFill>
                <a:latin typeface="Calibri"/>
                <a:ea typeface="Calibri"/>
                <a:cs typeface="Calibri"/>
              </a:defRPr>
            </a:lvl4pPr>
            <a:lvl5pPr algn="l">
              <a:defRPr sz="3225" b="1">
                <a:solidFill>
                  <a:srgbClr val="113C4C"/>
                </a:solidFill>
                <a:latin typeface="Calibri"/>
                <a:ea typeface="Calibri"/>
                <a:cs typeface="Calibri"/>
              </a:defRPr>
            </a:lvl5pPr>
            <a:lvl6pPr algn="l">
              <a:defRPr sz="3225" b="1">
                <a:solidFill>
                  <a:srgbClr val="113C4C"/>
                </a:solidFill>
                <a:latin typeface="Calibri"/>
                <a:ea typeface="Calibri"/>
                <a:cs typeface="Calibri"/>
              </a:defRPr>
            </a:lvl6pPr>
            <a:lvl7pPr algn="l">
              <a:defRPr sz="3225" b="1">
                <a:solidFill>
                  <a:srgbClr val="113C4C"/>
                </a:solidFill>
                <a:latin typeface="Calibri"/>
                <a:ea typeface="Calibri"/>
                <a:cs typeface="Calibri"/>
              </a:defRPr>
            </a:lvl7pPr>
            <a:lvl8pPr algn="l">
              <a:defRPr sz="3225" b="1">
                <a:solidFill>
                  <a:srgbClr val="113C4C"/>
                </a:solidFill>
                <a:latin typeface="Calibri"/>
                <a:ea typeface="Calibri"/>
                <a:cs typeface="Calibri"/>
              </a:defRPr>
            </a:lvl8pPr>
            <a:lvl9pPr algn="l">
              <a:defRPr sz="3225" b="1">
                <a:solidFill>
                  <a:srgbClr val="113C4C"/>
                </a:solidFill>
                <a:latin typeface="Calibri"/>
                <a:ea typeface="Calibri"/>
                <a:cs typeface="Calibri"/>
              </a:defRPr>
            </a:lvl9pPr>
          </a:lstStyle>
          <a:p xmlns:a="http://schemas.openxmlformats.org/drawingml/2006/main">
            <a:pPr algn="l">
              <a:defRPr sz="3225" b="1">
                <a:solidFill>
                  <a:srgbClr val="113C4C"/>
                </a:solidFill>
                <a:latin typeface="Calibri"/>
                <a:ea typeface="Calibri"/>
                <a:cs typeface="Calibri"/>
              </a:defRPr>
            </a:pPr>
            <a:r>
              <a:rPr sz="3225" b="1">
                <a:solidFill>
                  <a:srgbClr val="113C4C"/>
                </a:solidFill>
                <a:latin typeface="Calibri"/>
                <a:ea typeface="Calibri"/>
                <a:cs typeface="Calibri"/>
              </a:rPr>
              <a:t>Suturas: reconoce sus límites</a:t>
            </a:r>
          </a:p>
        </p:txBody>
      </p:sp>
      <p:sp>
        <p:nvSpPr>
          <p:cNvPr id="3" name="area-figuras">
            <a:extLst xmlns:a="http://schemas.openxmlformats.org/drawingml/2006/main">
              <a:ext uri="{FF2B5EF4-FFF2-40B4-BE49-F238E27FC236}">
                <a16:creationId xmlns:a16="http://schemas.microsoft.com/office/drawing/2014/main" id="{401CD09B-6B4B-45C4-9191-500C8C8F457A}"/>
              </a:ext>
            </a:extLst>
          </p:cNvPr>
          <p:cNvSpPr>
            <a:spLocks xmlns:a="http://schemas.openxmlformats.org/drawingml/2006/main" noGrp="1"/>
          </p:cNvSpPr>
          <p:nvPr/>
        </p:nvSpPr>
        <p:spPr>
          <a:xfrm xmlns:a="http://schemas.openxmlformats.org/drawingml/2006/main">
            <a:off x="609600" y="1257300"/>
            <a:ext cx="10972800" cy="44005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4" name="identificacion-0">
            <a:extLst xmlns:a="http://schemas.openxmlformats.org/drawingml/2006/main">
              <a:ext uri="{FF2B5EF4-FFF2-40B4-BE49-F238E27FC236}">
                <a16:creationId xmlns:a16="http://schemas.microsoft.com/office/drawing/2014/main" id="{98700EED-C085-45B6-B2BC-A8F4EFA83FCE}"/>
              </a:ext>
            </a:extLst>
          </p:cNvPr>
          <p:cNvSpPr>
            <a:spLocks xmlns:a="http://schemas.openxmlformats.org/drawingml/2006/main" noGrp="1"/>
          </p:cNvSpPr>
          <p:nvPr/>
        </p:nvSpPr>
        <p:spPr>
          <a:xfrm xmlns:a="http://schemas.openxmlformats.org/drawingml/2006/main">
            <a:off x="704850" y="1323975"/>
            <a:ext cx="5276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237A86"/>
                </a:solidFill>
                <a:latin typeface="Calibri"/>
                <a:ea typeface="Calibri"/>
                <a:cs typeface="Calibri"/>
              </a:defRPr>
            </a:defPPr>
            <a:lvl1pPr algn="ctr">
              <a:defRPr sz="1875" b="1">
                <a:solidFill>
                  <a:srgbClr val="237A86"/>
                </a:solidFill>
                <a:latin typeface="Calibri"/>
                <a:ea typeface="Calibri"/>
                <a:cs typeface="Calibri"/>
              </a:defRPr>
            </a:lvl1pPr>
            <a:lvl2pPr algn="ctr">
              <a:defRPr sz="1875" b="1">
                <a:solidFill>
                  <a:srgbClr val="237A86"/>
                </a:solidFill>
                <a:latin typeface="Calibri"/>
                <a:ea typeface="Calibri"/>
                <a:cs typeface="Calibri"/>
              </a:defRPr>
            </a:lvl2pPr>
            <a:lvl3pPr algn="ctr">
              <a:defRPr sz="1875" b="1">
                <a:solidFill>
                  <a:srgbClr val="237A86"/>
                </a:solidFill>
                <a:latin typeface="Calibri"/>
                <a:ea typeface="Calibri"/>
                <a:cs typeface="Calibri"/>
              </a:defRPr>
            </a:lvl3pPr>
            <a:lvl4pPr algn="ctr">
              <a:defRPr sz="1875" b="1">
                <a:solidFill>
                  <a:srgbClr val="237A86"/>
                </a:solidFill>
                <a:latin typeface="Calibri"/>
                <a:ea typeface="Calibri"/>
                <a:cs typeface="Calibri"/>
              </a:defRPr>
            </a:lvl4pPr>
            <a:lvl5pPr algn="ctr">
              <a:defRPr sz="1875" b="1">
                <a:solidFill>
                  <a:srgbClr val="237A86"/>
                </a:solidFill>
                <a:latin typeface="Calibri"/>
                <a:ea typeface="Calibri"/>
                <a:cs typeface="Calibri"/>
              </a:defRPr>
            </a:lvl5pPr>
            <a:lvl6pPr algn="ctr">
              <a:defRPr sz="1875" b="1">
                <a:solidFill>
                  <a:srgbClr val="237A86"/>
                </a:solidFill>
                <a:latin typeface="Calibri"/>
                <a:ea typeface="Calibri"/>
                <a:cs typeface="Calibri"/>
              </a:defRPr>
            </a:lvl6pPr>
            <a:lvl7pPr algn="ctr">
              <a:defRPr sz="1875" b="1">
                <a:solidFill>
                  <a:srgbClr val="237A86"/>
                </a:solidFill>
                <a:latin typeface="Calibri"/>
                <a:ea typeface="Calibri"/>
                <a:cs typeface="Calibri"/>
              </a:defRPr>
            </a:lvl7pPr>
            <a:lvl8pPr algn="ctr">
              <a:defRPr sz="1875" b="1">
                <a:solidFill>
                  <a:srgbClr val="237A86"/>
                </a:solidFill>
                <a:latin typeface="Calibri"/>
                <a:ea typeface="Calibri"/>
                <a:cs typeface="Calibri"/>
              </a:defRPr>
            </a:lvl8pPr>
            <a:lvl9pPr algn="ctr">
              <a:defRPr sz="1875" b="1">
                <a:solidFill>
                  <a:srgbClr val="237A86"/>
                </a:solidFill>
                <a:latin typeface="Calibri"/>
                <a:ea typeface="Calibri"/>
                <a:cs typeface="Calibri"/>
              </a:defRPr>
            </a:lvl9pPr>
          </a:lstStyle>
          <a:p xmlns:a="http://schemas.openxmlformats.org/drawingml/2006/main">
            <a:pPr algn="ctr">
              <a:defRPr sz="1875" b="1">
                <a:solidFill>
                  <a:srgbClr val="237A86"/>
                </a:solidFill>
                <a:latin typeface="Calibri"/>
                <a:ea typeface="Calibri"/>
                <a:cs typeface="Calibri"/>
              </a:defRPr>
            </a:pPr>
            <a:r>
              <a:rPr sz="1875" b="1">
                <a:solidFill>
                  <a:srgbClr val="237A86"/>
                </a:solidFill>
                <a:latin typeface="Calibri"/>
                <a:ea typeface="Calibri"/>
                <a:cs typeface="Calibri"/>
              </a:rPr>
              <a:t>Coronal</a:t>
            </a:r>
          </a:p>
        </p:txBody>
      </p:sp>
      <p:pic>
        <p:nvPicPr>
          <p:cNvPr id="5" name="">
            <a:extLst xmlns:a="http://schemas.openxmlformats.org/drawingml/2006/main">
              <a:ext uri="{FF2B5EF4-FFF2-40B4-BE49-F238E27FC236}">
                <a16:creationId xmlns:a16="http://schemas.microsoft.com/office/drawing/2014/main" id="{83B9FD35-84E4-4EE9-BE6E-F10FC8BDEC22}"/>
              </a:ext>
            </a:extLst>
          </p:cNvPr>
          <p:cNvPicPr>
            <a:picLocks xmlns:a="http://schemas.openxmlformats.org/drawingml/2006/main" noChangeAspect="1"/>
          </p:cNvPicPr>
          <p:nvPr/>
        </p:nvPicPr>
        <p:blipFill>
          <a:blip xmlns:r="http://schemas.openxmlformats.org/officeDocument/2006/relationships" xmlns:a="http://schemas.openxmlformats.org/drawingml/2006/main" r:embed="R7e1ba92abb684fb3"/>
          <a:stretch xmlns:a="http://schemas.openxmlformats.org/drawingml/2006/main"/>
        </p:blipFill>
        <p:spPr>
          <a:xfrm xmlns:a="http://schemas.openxmlformats.org/drawingml/2006/main">
            <a:off x="2500313" y="1666875"/>
            <a:ext cx="1685925" cy="1685925"/>
          </a:xfrm>
          <a:prstGeom xmlns:a="http://schemas.openxmlformats.org/drawingml/2006/main" prst="rect">
            <a:avLst/>
          </a:prstGeom>
        </p:spPr>
      </p:pic>
      <p:sp>
        <p:nvSpPr>
          <p:cNvPr id="6" name="identificacion-1">
            <a:extLst xmlns:a="http://schemas.openxmlformats.org/drawingml/2006/main">
              <a:ext uri="{FF2B5EF4-FFF2-40B4-BE49-F238E27FC236}">
                <a16:creationId xmlns:a16="http://schemas.microsoft.com/office/drawing/2014/main" id="{53D72A52-02F1-4E08-BC66-17C28D981871}"/>
              </a:ext>
            </a:extLst>
          </p:cNvPr>
          <p:cNvSpPr>
            <a:spLocks xmlns:a="http://schemas.openxmlformats.org/drawingml/2006/main" noGrp="1"/>
          </p:cNvSpPr>
          <p:nvPr/>
        </p:nvSpPr>
        <p:spPr>
          <a:xfrm xmlns:a="http://schemas.openxmlformats.org/drawingml/2006/main">
            <a:off x="6191250" y="1323975"/>
            <a:ext cx="5276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237A86"/>
                </a:solidFill>
                <a:latin typeface="Calibri"/>
                <a:ea typeface="Calibri"/>
                <a:cs typeface="Calibri"/>
              </a:defRPr>
            </a:defPPr>
            <a:lvl1pPr algn="ctr">
              <a:defRPr sz="1875" b="1">
                <a:solidFill>
                  <a:srgbClr val="237A86"/>
                </a:solidFill>
                <a:latin typeface="Calibri"/>
                <a:ea typeface="Calibri"/>
                <a:cs typeface="Calibri"/>
              </a:defRPr>
            </a:lvl1pPr>
            <a:lvl2pPr algn="ctr">
              <a:defRPr sz="1875" b="1">
                <a:solidFill>
                  <a:srgbClr val="237A86"/>
                </a:solidFill>
                <a:latin typeface="Calibri"/>
                <a:ea typeface="Calibri"/>
                <a:cs typeface="Calibri"/>
              </a:defRPr>
            </a:lvl2pPr>
            <a:lvl3pPr algn="ctr">
              <a:defRPr sz="1875" b="1">
                <a:solidFill>
                  <a:srgbClr val="237A86"/>
                </a:solidFill>
                <a:latin typeface="Calibri"/>
                <a:ea typeface="Calibri"/>
                <a:cs typeface="Calibri"/>
              </a:defRPr>
            </a:lvl3pPr>
            <a:lvl4pPr algn="ctr">
              <a:defRPr sz="1875" b="1">
                <a:solidFill>
                  <a:srgbClr val="237A86"/>
                </a:solidFill>
                <a:latin typeface="Calibri"/>
                <a:ea typeface="Calibri"/>
                <a:cs typeface="Calibri"/>
              </a:defRPr>
            </a:lvl4pPr>
            <a:lvl5pPr algn="ctr">
              <a:defRPr sz="1875" b="1">
                <a:solidFill>
                  <a:srgbClr val="237A86"/>
                </a:solidFill>
                <a:latin typeface="Calibri"/>
                <a:ea typeface="Calibri"/>
                <a:cs typeface="Calibri"/>
              </a:defRPr>
            </a:lvl5pPr>
            <a:lvl6pPr algn="ctr">
              <a:defRPr sz="1875" b="1">
                <a:solidFill>
                  <a:srgbClr val="237A86"/>
                </a:solidFill>
                <a:latin typeface="Calibri"/>
                <a:ea typeface="Calibri"/>
                <a:cs typeface="Calibri"/>
              </a:defRPr>
            </a:lvl6pPr>
            <a:lvl7pPr algn="ctr">
              <a:defRPr sz="1875" b="1">
                <a:solidFill>
                  <a:srgbClr val="237A86"/>
                </a:solidFill>
                <a:latin typeface="Calibri"/>
                <a:ea typeface="Calibri"/>
                <a:cs typeface="Calibri"/>
              </a:defRPr>
            </a:lvl7pPr>
            <a:lvl8pPr algn="ctr">
              <a:defRPr sz="1875" b="1">
                <a:solidFill>
                  <a:srgbClr val="237A86"/>
                </a:solidFill>
                <a:latin typeface="Calibri"/>
                <a:ea typeface="Calibri"/>
                <a:cs typeface="Calibri"/>
              </a:defRPr>
            </a:lvl8pPr>
            <a:lvl9pPr algn="ctr">
              <a:defRPr sz="1875" b="1">
                <a:solidFill>
                  <a:srgbClr val="237A86"/>
                </a:solidFill>
                <a:latin typeface="Calibri"/>
                <a:ea typeface="Calibri"/>
                <a:cs typeface="Calibri"/>
              </a:defRPr>
            </a:lvl9pPr>
          </a:lstStyle>
          <a:p xmlns:a="http://schemas.openxmlformats.org/drawingml/2006/main">
            <a:pPr algn="ctr">
              <a:defRPr sz="1875" b="1">
                <a:solidFill>
                  <a:srgbClr val="237A86"/>
                </a:solidFill>
                <a:latin typeface="Calibri"/>
                <a:ea typeface="Calibri"/>
                <a:cs typeface="Calibri"/>
              </a:defRPr>
            </a:pPr>
            <a:r>
              <a:rPr sz="1875" b="1">
                <a:solidFill>
                  <a:srgbClr val="237A86"/>
                </a:solidFill>
                <a:latin typeface="Calibri"/>
                <a:ea typeface="Calibri"/>
                <a:cs typeface="Calibri"/>
              </a:rPr>
              <a:t>Sagital</a:t>
            </a:r>
          </a:p>
        </p:txBody>
      </p:sp>
      <p:pic>
        <p:nvPicPr>
          <p:cNvPr id="7" name="">
            <a:extLst xmlns:a="http://schemas.openxmlformats.org/drawingml/2006/main">
              <a:ext uri="{FF2B5EF4-FFF2-40B4-BE49-F238E27FC236}">
                <a16:creationId xmlns:a16="http://schemas.microsoft.com/office/drawing/2014/main" id="{599F1A95-D92C-4520-8A06-66EFFFB9CF56}"/>
              </a:ext>
            </a:extLst>
          </p:cNvPr>
          <p:cNvPicPr>
            <a:picLocks xmlns:a="http://schemas.openxmlformats.org/drawingml/2006/main" noChangeAspect="1"/>
          </p:cNvPicPr>
          <p:nvPr/>
        </p:nvPicPr>
        <p:blipFill>
          <a:blip xmlns:r="http://schemas.openxmlformats.org/officeDocument/2006/relationships" xmlns:a="http://schemas.openxmlformats.org/drawingml/2006/main" r:embed="Rce1fa85ecd8440a3"/>
          <a:stretch xmlns:a="http://schemas.openxmlformats.org/drawingml/2006/main"/>
        </p:blipFill>
        <p:spPr>
          <a:xfrm xmlns:a="http://schemas.openxmlformats.org/drawingml/2006/main">
            <a:off x="7998260" y="1666875"/>
            <a:ext cx="1662830" cy="1685925"/>
          </a:xfrm>
          <a:prstGeom xmlns:a="http://schemas.openxmlformats.org/drawingml/2006/main" prst="rect">
            <a:avLst/>
          </a:prstGeom>
        </p:spPr>
      </p:pic>
      <p:sp>
        <p:nvSpPr>
          <p:cNvPr id="8" name="identificacion-2">
            <a:extLst xmlns:a="http://schemas.openxmlformats.org/drawingml/2006/main">
              <a:ext uri="{FF2B5EF4-FFF2-40B4-BE49-F238E27FC236}">
                <a16:creationId xmlns:a16="http://schemas.microsoft.com/office/drawing/2014/main" id="{082C2A18-AB08-47B4-8506-CCFAEB5CDA8D}"/>
              </a:ext>
            </a:extLst>
          </p:cNvPr>
          <p:cNvSpPr>
            <a:spLocks xmlns:a="http://schemas.openxmlformats.org/drawingml/2006/main" noGrp="1"/>
          </p:cNvSpPr>
          <p:nvPr/>
        </p:nvSpPr>
        <p:spPr>
          <a:xfrm xmlns:a="http://schemas.openxmlformats.org/drawingml/2006/main">
            <a:off x="704850" y="3467100"/>
            <a:ext cx="5276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237A86"/>
                </a:solidFill>
                <a:latin typeface="Calibri"/>
                <a:ea typeface="Calibri"/>
                <a:cs typeface="Calibri"/>
              </a:defRPr>
            </a:defPPr>
            <a:lvl1pPr algn="ctr">
              <a:defRPr sz="1875" b="1">
                <a:solidFill>
                  <a:srgbClr val="237A86"/>
                </a:solidFill>
                <a:latin typeface="Calibri"/>
                <a:ea typeface="Calibri"/>
                <a:cs typeface="Calibri"/>
              </a:defRPr>
            </a:lvl1pPr>
            <a:lvl2pPr algn="ctr">
              <a:defRPr sz="1875" b="1">
                <a:solidFill>
                  <a:srgbClr val="237A86"/>
                </a:solidFill>
                <a:latin typeface="Calibri"/>
                <a:ea typeface="Calibri"/>
                <a:cs typeface="Calibri"/>
              </a:defRPr>
            </a:lvl2pPr>
            <a:lvl3pPr algn="ctr">
              <a:defRPr sz="1875" b="1">
                <a:solidFill>
                  <a:srgbClr val="237A86"/>
                </a:solidFill>
                <a:latin typeface="Calibri"/>
                <a:ea typeface="Calibri"/>
                <a:cs typeface="Calibri"/>
              </a:defRPr>
            </a:lvl3pPr>
            <a:lvl4pPr algn="ctr">
              <a:defRPr sz="1875" b="1">
                <a:solidFill>
                  <a:srgbClr val="237A86"/>
                </a:solidFill>
                <a:latin typeface="Calibri"/>
                <a:ea typeface="Calibri"/>
                <a:cs typeface="Calibri"/>
              </a:defRPr>
            </a:lvl4pPr>
            <a:lvl5pPr algn="ctr">
              <a:defRPr sz="1875" b="1">
                <a:solidFill>
                  <a:srgbClr val="237A86"/>
                </a:solidFill>
                <a:latin typeface="Calibri"/>
                <a:ea typeface="Calibri"/>
                <a:cs typeface="Calibri"/>
              </a:defRPr>
            </a:lvl5pPr>
            <a:lvl6pPr algn="ctr">
              <a:defRPr sz="1875" b="1">
                <a:solidFill>
                  <a:srgbClr val="237A86"/>
                </a:solidFill>
                <a:latin typeface="Calibri"/>
                <a:ea typeface="Calibri"/>
                <a:cs typeface="Calibri"/>
              </a:defRPr>
            </a:lvl6pPr>
            <a:lvl7pPr algn="ctr">
              <a:defRPr sz="1875" b="1">
                <a:solidFill>
                  <a:srgbClr val="237A86"/>
                </a:solidFill>
                <a:latin typeface="Calibri"/>
                <a:ea typeface="Calibri"/>
                <a:cs typeface="Calibri"/>
              </a:defRPr>
            </a:lvl7pPr>
            <a:lvl8pPr algn="ctr">
              <a:defRPr sz="1875" b="1">
                <a:solidFill>
                  <a:srgbClr val="237A86"/>
                </a:solidFill>
                <a:latin typeface="Calibri"/>
                <a:ea typeface="Calibri"/>
                <a:cs typeface="Calibri"/>
              </a:defRPr>
            </a:lvl8pPr>
            <a:lvl9pPr algn="ctr">
              <a:defRPr sz="1875" b="1">
                <a:solidFill>
                  <a:srgbClr val="237A86"/>
                </a:solidFill>
                <a:latin typeface="Calibri"/>
                <a:ea typeface="Calibri"/>
                <a:cs typeface="Calibri"/>
              </a:defRPr>
            </a:lvl9pPr>
          </a:lstStyle>
          <a:p xmlns:a="http://schemas.openxmlformats.org/drawingml/2006/main">
            <a:pPr algn="ctr">
              <a:defRPr sz="1875" b="1">
                <a:solidFill>
                  <a:srgbClr val="237A86"/>
                </a:solidFill>
                <a:latin typeface="Calibri"/>
                <a:ea typeface="Calibri"/>
                <a:cs typeface="Calibri"/>
              </a:defRPr>
            </a:pPr>
            <a:r>
              <a:rPr sz="1875" b="1">
                <a:solidFill>
                  <a:srgbClr val="237A86"/>
                </a:solidFill>
                <a:latin typeface="Calibri"/>
                <a:ea typeface="Calibri"/>
                <a:cs typeface="Calibri"/>
              </a:rPr>
              <a:t>Lambdoidea</a:t>
            </a:r>
          </a:p>
        </p:txBody>
      </p:sp>
      <p:pic>
        <p:nvPicPr>
          <p:cNvPr id="9" name="">
            <a:extLst xmlns:a="http://schemas.openxmlformats.org/drawingml/2006/main">
              <a:ext uri="{FF2B5EF4-FFF2-40B4-BE49-F238E27FC236}">
                <a16:creationId xmlns:a16="http://schemas.microsoft.com/office/drawing/2014/main" id="{AE570044-0CFB-4F34-AD85-3CD30C3FD913}"/>
              </a:ext>
            </a:extLst>
          </p:cNvPr>
          <p:cNvPicPr>
            <a:picLocks xmlns:a="http://schemas.openxmlformats.org/drawingml/2006/main" noChangeAspect="1"/>
          </p:cNvPicPr>
          <p:nvPr/>
        </p:nvPicPr>
        <p:blipFill>
          <a:blip xmlns:r="http://schemas.openxmlformats.org/officeDocument/2006/relationships" xmlns:a="http://schemas.openxmlformats.org/drawingml/2006/main" r:embed="R8fed1c88ae3142ad"/>
          <a:stretch xmlns:a="http://schemas.openxmlformats.org/drawingml/2006/main"/>
        </p:blipFill>
        <p:spPr>
          <a:xfrm xmlns:a="http://schemas.openxmlformats.org/drawingml/2006/main">
            <a:off x="2738887" y="3810000"/>
            <a:ext cx="1208776" cy="1685925"/>
          </a:xfrm>
          <a:prstGeom xmlns:a="http://schemas.openxmlformats.org/drawingml/2006/main" prst="rect">
            <a:avLst/>
          </a:prstGeom>
        </p:spPr>
      </p:pic>
      <p:sp>
        <p:nvSpPr>
          <p:cNvPr id="10" name="identificacion-3">
            <a:extLst xmlns:a="http://schemas.openxmlformats.org/drawingml/2006/main">
              <a:ext uri="{FF2B5EF4-FFF2-40B4-BE49-F238E27FC236}">
                <a16:creationId xmlns:a16="http://schemas.microsoft.com/office/drawing/2014/main" id="{B0B89165-514E-455F-9491-8932FCC2BDC7}"/>
              </a:ext>
            </a:extLst>
          </p:cNvPr>
          <p:cNvSpPr>
            <a:spLocks xmlns:a="http://schemas.openxmlformats.org/drawingml/2006/main" noGrp="1"/>
          </p:cNvSpPr>
          <p:nvPr/>
        </p:nvSpPr>
        <p:spPr>
          <a:xfrm xmlns:a="http://schemas.openxmlformats.org/drawingml/2006/main">
            <a:off x="6191250" y="3467100"/>
            <a:ext cx="5276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237A86"/>
                </a:solidFill>
                <a:latin typeface="Calibri"/>
                <a:ea typeface="Calibri"/>
                <a:cs typeface="Calibri"/>
              </a:defRPr>
            </a:defPPr>
            <a:lvl1pPr algn="ctr">
              <a:defRPr sz="1875" b="1">
                <a:solidFill>
                  <a:srgbClr val="237A86"/>
                </a:solidFill>
                <a:latin typeface="Calibri"/>
                <a:ea typeface="Calibri"/>
                <a:cs typeface="Calibri"/>
              </a:defRPr>
            </a:lvl1pPr>
            <a:lvl2pPr algn="ctr">
              <a:defRPr sz="1875" b="1">
                <a:solidFill>
                  <a:srgbClr val="237A86"/>
                </a:solidFill>
                <a:latin typeface="Calibri"/>
                <a:ea typeface="Calibri"/>
                <a:cs typeface="Calibri"/>
              </a:defRPr>
            </a:lvl2pPr>
            <a:lvl3pPr algn="ctr">
              <a:defRPr sz="1875" b="1">
                <a:solidFill>
                  <a:srgbClr val="237A86"/>
                </a:solidFill>
                <a:latin typeface="Calibri"/>
                <a:ea typeface="Calibri"/>
                <a:cs typeface="Calibri"/>
              </a:defRPr>
            </a:lvl3pPr>
            <a:lvl4pPr algn="ctr">
              <a:defRPr sz="1875" b="1">
                <a:solidFill>
                  <a:srgbClr val="237A86"/>
                </a:solidFill>
                <a:latin typeface="Calibri"/>
                <a:ea typeface="Calibri"/>
                <a:cs typeface="Calibri"/>
              </a:defRPr>
            </a:lvl4pPr>
            <a:lvl5pPr algn="ctr">
              <a:defRPr sz="1875" b="1">
                <a:solidFill>
                  <a:srgbClr val="237A86"/>
                </a:solidFill>
                <a:latin typeface="Calibri"/>
                <a:ea typeface="Calibri"/>
                <a:cs typeface="Calibri"/>
              </a:defRPr>
            </a:lvl5pPr>
            <a:lvl6pPr algn="ctr">
              <a:defRPr sz="1875" b="1">
                <a:solidFill>
                  <a:srgbClr val="237A86"/>
                </a:solidFill>
                <a:latin typeface="Calibri"/>
                <a:ea typeface="Calibri"/>
                <a:cs typeface="Calibri"/>
              </a:defRPr>
            </a:lvl6pPr>
            <a:lvl7pPr algn="ctr">
              <a:defRPr sz="1875" b="1">
                <a:solidFill>
                  <a:srgbClr val="237A86"/>
                </a:solidFill>
                <a:latin typeface="Calibri"/>
                <a:ea typeface="Calibri"/>
                <a:cs typeface="Calibri"/>
              </a:defRPr>
            </a:lvl7pPr>
            <a:lvl8pPr algn="ctr">
              <a:defRPr sz="1875" b="1">
                <a:solidFill>
                  <a:srgbClr val="237A86"/>
                </a:solidFill>
                <a:latin typeface="Calibri"/>
                <a:ea typeface="Calibri"/>
                <a:cs typeface="Calibri"/>
              </a:defRPr>
            </a:lvl8pPr>
            <a:lvl9pPr algn="ctr">
              <a:defRPr sz="1875" b="1">
                <a:solidFill>
                  <a:srgbClr val="237A86"/>
                </a:solidFill>
                <a:latin typeface="Calibri"/>
                <a:ea typeface="Calibri"/>
                <a:cs typeface="Calibri"/>
              </a:defRPr>
            </a:lvl9pPr>
          </a:lstStyle>
          <a:p xmlns:a="http://schemas.openxmlformats.org/drawingml/2006/main">
            <a:pPr algn="ctr">
              <a:defRPr sz="1875" b="1">
                <a:solidFill>
                  <a:srgbClr val="237A86"/>
                </a:solidFill>
                <a:latin typeface="Calibri"/>
                <a:ea typeface="Calibri"/>
                <a:cs typeface="Calibri"/>
              </a:defRPr>
            </a:pPr>
            <a:r>
              <a:rPr sz="1875" b="1">
                <a:solidFill>
                  <a:srgbClr val="237A86"/>
                </a:solidFill>
                <a:latin typeface="Calibri"/>
                <a:ea typeface="Calibri"/>
                <a:cs typeface="Calibri"/>
              </a:rPr>
              <a:t>Escamosa</a:t>
            </a:r>
          </a:p>
        </p:txBody>
      </p:sp>
      <p:pic>
        <p:nvPicPr>
          <p:cNvPr id="11" name="">
            <a:extLst xmlns:a="http://schemas.openxmlformats.org/drawingml/2006/main">
              <a:ext uri="{FF2B5EF4-FFF2-40B4-BE49-F238E27FC236}">
                <a16:creationId xmlns:a16="http://schemas.microsoft.com/office/drawing/2014/main" id="{38930B1D-A78F-4755-9761-CE822E9949D5}"/>
              </a:ext>
            </a:extLst>
          </p:cNvPr>
          <p:cNvPicPr>
            <a:picLocks xmlns:a="http://schemas.openxmlformats.org/drawingml/2006/main" noChangeAspect="1"/>
          </p:cNvPicPr>
          <p:nvPr/>
        </p:nvPicPr>
        <p:blipFill>
          <a:blip xmlns:r="http://schemas.openxmlformats.org/officeDocument/2006/relationships" xmlns:a="http://schemas.openxmlformats.org/drawingml/2006/main" r:embed="R9616d85f412546ff"/>
          <a:stretch xmlns:a="http://schemas.openxmlformats.org/drawingml/2006/main"/>
        </p:blipFill>
        <p:spPr>
          <a:xfrm xmlns:a="http://schemas.openxmlformats.org/drawingml/2006/main">
            <a:off x="7986713" y="3810000"/>
            <a:ext cx="1685925" cy="1685925"/>
          </a:xfrm>
          <a:prstGeom xmlns:a="http://schemas.openxmlformats.org/drawingml/2006/main" prst="rect">
            <a:avLst/>
          </a:prstGeom>
        </p:spPr>
      </p:pic>
      <p:sp>
        <p:nvSpPr>
          <p:cNvPr id="12" name="idea-fondo">
            <a:extLst xmlns:a="http://schemas.openxmlformats.org/drawingml/2006/main">
              <a:ext uri="{FF2B5EF4-FFF2-40B4-BE49-F238E27FC236}">
                <a16:creationId xmlns:a16="http://schemas.microsoft.com/office/drawing/2014/main" id="{06D8791A-19CC-4EE3-913F-BE8DCD659969}"/>
              </a:ext>
            </a:extLst>
          </p:cNvPr>
          <p:cNvSpPr>
            <a:spLocks xmlns:a="http://schemas.openxmlformats.org/drawingml/2006/main" noGrp="1"/>
          </p:cNvSpPr>
          <p:nvPr/>
        </p:nvSpPr>
        <p:spPr>
          <a:xfrm xmlns:a="http://schemas.openxmlformats.org/drawingml/2006/main">
            <a:off x="609600" y="6410325"/>
            <a:ext cx="10477500" cy="381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3" name="idea">
            <a:extLst xmlns:a="http://schemas.openxmlformats.org/drawingml/2006/main">
              <a:ext uri="{FF2B5EF4-FFF2-40B4-BE49-F238E27FC236}">
                <a16:creationId xmlns:a16="http://schemas.microsoft.com/office/drawing/2014/main" id="{465C5CE0-BACD-463E-934D-BC1E4B45E778}"/>
              </a:ext>
            </a:extLst>
          </p:cNvPr>
          <p:cNvSpPr>
            <a:spLocks xmlns:a="http://schemas.openxmlformats.org/drawingml/2006/main" noGrp="1"/>
          </p:cNvSpPr>
          <p:nvPr/>
        </p:nvSpPr>
        <p:spPr>
          <a:xfrm xmlns:a="http://schemas.openxmlformats.org/drawingml/2006/main">
            <a:off x="742950" y="6419850"/>
            <a:ext cx="1019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Aprende la sutura por los huesos que separa.</a:t>
            </a:r>
          </a:p>
        </p:txBody>
      </p:sp>
      <p:sp>
        <p:nvSpPr>
          <p:cNvPr id="14" name="numero">
            <a:extLst xmlns:a="http://schemas.openxmlformats.org/drawingml/2006/main">
              <a:ext uri="{FF2B5EF4-FFF2-40B4-BE49-F238E27FC236}">
                <a16:creationId xmlns:a16="http://schemas.microsoft.com/office/drawing/2014/main" id="{259704D1-7D93-412D-8789-3511F4C59092}"/>
              </a:ext>
            </a:extLst>
          </p:cNvPr>
          <p:cNvSpPr>
            <a:spLocks xmlns:a="http://schemas.openxmlformats.org/drawingml/2006/main" noGrp="1"/>
          </p:cNvSpPr>
          <p:nvPr/>
        </p:nvSpPr>
        <p:spPr>
          <a:xfrm xmlns:a="http://schemas.openxmlformats.org/drawingml/2006/main">
            <a:off x="11287125" y="65341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07</a:t>
            </a:r>
          </a:p>
        </p:txBody>
      </p:sp>
    </p:spTree>
    <p:extLst>
      <p:ext uri="{BB962C8B-B14F-4D97-AF65-F5344CB8AC3E}">
        <p14:creationId xmlns:p14="http://schemas.microsoft.com/office/powerpoint/2010/main" val="87904656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FF6DBEA1-7F93-4AD7-BDB2-E93DB40C2FA6}"/>
              </a:ext>
            </a:extLst>
          </p:cNvPr>
          <p:cNvPicPr>
            <a:picLocks xmlns:a="http://schemas.openxmlformats.org/drawingml/2006/main" noChangeAspect="1"/>
          </p:cNvPicPr>
          <p:nvPr/>
        </p:nvPicPr>
        <p:blipFill>
          <a:blip xmlns:r="http://schemas.openxmlformats.org/officeDocument/2006/relationships" xmlns:a="http://schemas.openxmlformats.org/drawingml/2006/main" r:embed="R6b349cde00ba457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8047FEE3-CD86-47AC-9613-BE9D13C63291}"/>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225" b="1">
                <a:solidFill>
                  <a:srgbClr val="113C4C"/>
                </a:solidFill>
                <a:latin typeface="Calibri"/>
                <a:ea typeface="Calibri"/>
                <a:cs typeface="Calibri"/>
              </a:defRPr>
            </a:defPPr>
            <a:lvl1pPr algn="l">
              <a:defRPr sz="3225" b="1">
                <a:solidFill>
                  <a:srgbClr val="113C4C"/>
                </a:solidFill>
                <a:latin typeface="Calibri"/>
                <a:ea typeface="Calibri"/>
                <a:cs typeface="Calibri"/>
              </a:defRPr>
            </a:lvl1pPr>
            <a:lvl2pPr algn="l">
              <a:defRPr sz="3225" b="1">
                <a:solidFill>
                  <a:srgbClr val="113C4C"/>
                </a:solidFill>
                <a:latin typeface="Calibri"/>
                <a:ea typeface="Calibri"/>
                <a:cs typeface="Calibri"/>
              </a:defRPr>
            </a:lvl2pPr>
            <a:lvl3pPr algn="l">
              <a:defRPr sz="3225" b="1">
                <a:solidFill>
                  <a:srgbClr val="113C4C"/>
                </a:solidFill>
                <a:latin typeface="Calibri"/>
                <a:ea typeface="Calibri"/>
                <a:cs typeface="Calibri"/>
              </a:defRPr>
            </a:lvl3pPr>
            <a:lvl4pPr algn="l">
              <a:defRPr sz="3225" b="1">
                <a:solidFill>
                  <a:srgbClr val="113C4C"/>
                </a:solidFill>
                <a:latin typeface="Calibri"/>
                <a:ea typeface="Calibri"/>
                <a:cs typeface="Calibri"/>
              </a:defRPr>
            </a:lvl4pPr>
            <a:lvl5pPr algn="l">
              <a:defRPr sz="3225" b="1">
                <a:solidFill>
                  <a:srgbClr val="113C4C"/>
                </a:solidFill>
                <a:latin typeface="Calibri"/>
                <a:ea typeface="Calibri"/>
                <a:cs typeface="Calibri"/>
              </a:defRPr>
            </a:lvl5pPr>
            <a:lvl6pPr algn="l">
              <a:defRPr sz="3225" b="1">
                <a:solidFill>
                  <a:srgbClr val="113C4C"/>
                </a:solidFill>
                <a:latin typeface="Calibri"/>
                <a:ea typeface="Calibri"/>
                <a:cs typeface="Calibri"/>
              </a:defRPr>
            </a:lvl6pPr>
            <a:lvl7pPr algn="l">
              <a:defRPr sz="3225" b="1">
                <a:solidFill>
                  <a:srgbClr val="113C4C"/>
                </a:solidFill>
                <a:latin typeface="Calibri"/>
                <a:ea typeface="Calibri"/>
                <a:cs typeface="Calibri"/>
              </a:defRPr>
            </a:lvl7pPr>
            <a:lvl8pPr algn="l">
              <a:defRPr sz="3225" b="1">
                <a:solidFill>
                  <a:srgbClr val="113C4C"/>
                </a:solidFill>
                <a:latin typeface="Calibri"/>
                <a:ea typeface="Calibri"/>
                <a:cs typeface="Calibri"/>
              </a:defRPr>
            </a:lvl8pPr>
            <a:lvl9pPr algn="l">
              <a:defRPr sz="3225" b="1">
                <a:solidFill>
                  <a:srgbClr val="113C4C"/>
                </a:solidFill>
                <a:latin typeface="Calibri"/>
                <a:ea typeface="Calibri"/>
                <a:cs typeface="Calibri"/>
              </a:defRPr>
            </a:lvl9pPr>
          </a:lstStyle>
          <a:p xmlns:a="http://schemas.openxmlformats.org/drawingml/2006/main">
            <a:pPr algn="l">
              <a:defRPr sz="3225" b="1">
                <a:solidFill>
                  <a:srgbClr val="113C4C"/>
                </a:solidFill>
                <a:latin typeface="Calibri"/>
                <a:ea typeface="Calibri"/>
                <a:cs typeface="Calibri"/>
              </a:defRPr>
            </a:pPr>
            <a:r>
              <a:rPr sz="3225" b="1">
                <a:solidFill>
                  <a:srgbClr val="113C4C"/>
                </a:solidFill>
                <a:latin typeface="Calibri"/>
                <a:ea typeface="Calibri"/>
                <a:cs typeface="Calibri"/>
              </a:rPr>
              <a:t>Cavidades del cráneo</a:t>
            </a:r>
          </a:p>
        </p:txBody>
      </p:sp>
      <p:sp>
        <p:nvSpPr>
          <p:cNvPr id="3" name="area-figuras">
            <a:extLst xmlns:a="http://schemas.openxmlformats.org/drawingml/2006/main">
              <a:ext uri="{FF2B5EF4-FFF2-40B4-BE49-F238E27FC236}">
                <a16:creationId xmlns:a16="http://schemas.microsoft.com/office/drawing/2014/main" id="{7DB8B79D-17A7-41F5-8706-7A5C29B454F9}"/>
              </a:ext>
            </a:extLst>
          </p:cNvPr>
          <p:cNvSpPr>
            <a:spLocks xmlns:a="http://schemas.openxmlformats.org/drawingml/2006/main" noGrp="1"/>
          </p:cNvSpPr>
          <p:nvPr/>
        </p:nvSpPr>
        <p:spPr>
          <a:xfrm xmlns:a="http://schemas.openxmlformats.org/drawingml/2006/main">
            <a:off x="609600" y="1257300"/>
            <a:ext cx="10972800" cy="44005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3D92F75E-FA4C-467A-9A84-461C3C49CC65}"/>
              </a:ext>
            </a:extLst>
          </p:cNvPr>
          <p:cNvPicPr>
            <a:picLocks xmlns:a="http://schemas.openxmlformats.org/drawingml/2006/main" noChangeAspect="1"/>
          </p:cNvPicPr>
          <p:nvPr/>
        </p:nvPicPr>
        <p:blipFill>
          <a:blip xmlns:r="http://schemas.openxmlformats.org/officeDocument/2006/relationships" xmlns:a="http://schemas.openxmlformats.org/drawingml/2006/main" r:embed="Rf18050f118b04a17"/>
          <a:stretch xmlns:a="http://schemas.openxmlformats.org/drawingml/2006/main"/>
        </p:blipFill>
        <p:spPr>
          <a:xfrm xmlns:a="http://schemas.openxmlformats.org/drawingml/2006/main">
            <a:off x="1266825" y="1323975"/>
            <a:ext cx="4152900" cy="415290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C38D38C5-ED1A-4150-9B65-A5669FA5B9D3}"/>
              </a:ext>
            </a:extLst>
          </p:cNvPr>
          <p:cNvPicPr>
            <a:picLocks xmlns:a="http://schemas.openxmlformats.org/drawingml/2006/main" noChangeAspect="1"/>
          </p:cNvPicPr>
          <p:nvPr/>
        </p:nvPicPr>
        <p:blipFill>
          <a:blip xmlns:r="http://schemas.openxmlformats.org/officeDocument/2006/relationships" xmlns:a="http://schemas.openxmlformats.org/drawingml/2006/main" r:embed="R05aaa4e3d10346c7"/>
          <a:stretch xmlns:a="http://schemas.openxmlformats.org/drawingml/2006/main"/>
        </p:blipFill>
        <p:spPr>
          <a:xfrm xmlns:a="http://schemas.openxmlformats.org/drawingml/2006/main">
            <a:off x="6191250" y="1628636"/>
            <a:ext cx="5276850" cy="3543578"/>
          </a:xfrm>
          <a:prstGeom xmlns:a="http://schemas.openxmlformats.org/drawingml/2006/main" prst="rect">
            <a:avLst/>
          </a:prstGeom>
        </p:spPr>
      </p:pic>
      <p:sp>
        <p:nvSpPr>
          <p:cNvPr id="6" name="relacion-0">
            <a:extLst xmlns:a="http://schemas.openxmlformats.org/drawingml/2006/main">
              <a:ext uri="{FF2B5EF4-FFF2-40B4-BE49-F238E27FC236}">
                <a16:creationId xmlns:a16="http://schemas.microsoft.com/office/drawing/2014/main" id="{5B7F2873-1637-4742-BA83-A42C88770A92}"/>
              </a:ext>
            </a:extLst>
          </p:cNvPr>
          <p:cNvSpPr>
            <a:spLocks xmlns:a="http://schemas.openxmlformats.org/drawingml/2006/main" noGrp="1"/>
          </p:cNvSpPr>
          <p:nvPr/>
        </p:nvSpPr>
        <p:spPr>
          <a:xfrm xmlns:a="http://schemas.openxmlformats.org/drawingml/2006/main">
            <a:off x="6096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Órbita</a:t>
            </a:r>
          </a:p>
        </p:txBody>
      </p:sp>
      <p:sp>
        <p:nvSpPr>
          <p:cNvPr id="7" name="relacion-1">
            <a:extLst xmlns:a="http://schemas.openxmlformats.org/drawingml/2006/main">
              <a:ext uri="{FF2B5EF4-FFF2-40B4-BE49-F238E27FC236}">
                <a16:creationId xmlns:a16="http://schemas.microsoft.com/office/drawing/2014/main" id="{1D82CF35-AC88-4368-8C33-97EF123E8353}"/>
              </a:ext>
            </a:extLst>
          </p:cNvPr>
          <p:cNvSpPr>
            <a:spLocks xmlns:a="http://schemas.openxmlformats.org/drawingml/2006/main" noGrp="1"/>
          </p:cNvSpPr>
          <p:nvPr/>
        </p:nvSpPr>
        <p:spPr>
          <a:xfrm xmlns:a="http://schemas.openxmlformats.org/drawingml/2006/main">
            <a:off x="42672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Cavidad nasal</a:t>
            </a:r>
          </a:p>
        </p:txBody>
      </p:sp>
      <p:sp>
        <p:nvSpPr>
          <p:cNvPr id="8" name="relacion-2">
            <a:extLst xmlns:a="http://schemas.openxmlformats.org/drawingml/2006/main">
              <a:ext uri="{FF2B5EF4-FFF2-40B4-BE49-F238E27FC236}">
                <a16:creationId xmlns:a16="http://schemas.microsoft.com/office/drawing/2014/main" id="{5CBAE891-C3BB-428F-817E-8E237C93A8BD}"/>
              </a:ext>
            </a:extLst>
          </p:cNvPr>
          <p:cNvSpPr>
            <a:spLocks xmlns:a="http://schemas.openxmlformats.org/drawingml/2006/main" noGrp="1"/>
          </p:cNvSpPr>
          <p:nvPr/>
        </p:nvSpPr>
        <p:spPr>
          <a:xfrm xmlns:a="http://schemas.openxmlformats.org/drawingml/2006/main">
            <a:off x="79248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Fosas craneales</a:t>
            </a:r>
          </a:p>
        </p:txBody>
      </p:sp>
      <p:sp>
        <p:nvSpPr>
          <p:cNvPr id="9" name="idea-fondo">
            <a:extLst xmlns:a="http://schemas.openxmlformats.org/drawingml/2006/main">
              <a:ext uri="{FF2B5EF4-FFF2-40B4-BE49-F238E27FC236}">
                <a16:creationId xmlns:a16="http://schemas.microsoft.com/office/drawing/2014/main" id="{59AAF848-F814-4514-A933-97FF5522E2B1}"/>
              </a:ext>
            </a:extLst>
          </p:cNvPr>
          <p:cNvSpPr>
            <a:spLocks xmlns:a="http://schemas.openxmlformats.org/drawingml/2006/main" noGrp="1"/>
          </p:cNvSpPr>
          <p:nvPr/>
        </p:nvSpPr>
        <p:spPr>
          <a:xfrm xmlns:a="http://schemas.openxmlformats.org/drawingml/2006/main">
            <a:off x="609600" y="6410325"/>
            <a:ext cx="10477500" cy="381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0" name="idea">
            <a:extLst xmlns:a="http://schemas.openxmlformats.org/drawingml/2006/main">
              <a:ext uri="{FF2B5EF4-FFF2-40B4-BE49-F238E27FC236}">
                <a16:creationId xmlns:a16="http://schemas.microsoft.com/office/drawing/2014/main" id="{88C7CC10-AD62-4021-BE5C-F8584BE3009A}"/>
              </a:ext>
            </a:extLst>
          </p:cNvPr>
          <p:cNvSpPr>
            <a:spLocks xmlns:a="http://schemas.openxmlformats.org/drawingml/2006/main" noGrp="1"/>
          </p:cNvSpPr>
          <p:nvPr/>
        </p:nvSpPr>
        <p:spPr>
          <a:xfrm xmlns:a="http://schemas.openxmlformats.org/drawingml/2006/main">
            <a:off x="742950" y="6419850"/>
            <a:ext cx="1019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Una cavidad puede estar formada por varios huesos.</a:t>
            </a:r>
          </a:p>
        </p:txBody>
      </p:sp>
      <p:sp>
        <p:nvSpPr>
          <p:cNvPr id="11" name="numero">
            <a:extLst xmlns:a="http://schemas.openxmlformats.org/drawingml/2006/main">
              <a:ext uri="{FF2B5EF4-FFF2-40B4-BE49-F238E27FC236}">
                <a16:creationId xmlns:a16="http://schemas.microsoft.com/office/drawing/2014/main" id="{98F43AEA-EA15-40D5-ACDA-E979026C9291}"/>
              </a:ext>
            </a:extLst>
          </p:cNvPr>
          <p:cNvSpPr>
            <a:spLocks xmlns:a="http://schemas.openxmlformats.org/drawingml/2006/main" noGrp="1"/>
          </p:cNvSpPr>
          <p:nvPr/>
        </p:nvSpPr>
        <p:spPr>
          <a:xfrm xmlns:a="http://schemas.openxmlformats.org/drawingml/2006/main">
            <a:off x="11287125" y="65341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08</a:t>
            </a:r>
          </a:p>
        </p:txBody>
      </p:sp>
    </p:spTree>
    <p:extLst>
      <p:ext uri="{BB962C8B-B14F-4D97-AF65-F5344CB8AC3E}">
        <p14:creationId xmlns:p14="http://schemas.microsoft.com/office/powerpoint/2010/main" val="1164016784"/>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A8263D43-38AA-4BC5-B0EF-EF8A8EDE585D}"/>
              </a:ext>
            </a:extLst>
          </p:cNvPr>
          <p:cNvPicPr>
            <a:picLocks xmlns:a="http://schemas.openxmlformats.org/drawingml/2006/main" noChangeAspect="1"/>
          </p:cNvPicPr>
          <p:nvPr/>
        </p:nvPicPr>
        <p:blipFill>
          <a:blip xmlns:r="http://schemas.openxmlformats.org/officeDocument/2006/relationships" xmlns:a="http://schemas.openxmlformats.org/drawingml/2006/main" r:embed="Ra123da0498be45c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6FBC49C3-E2E7-4DA1-A336-280A4A6A50FA}"/>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225" b="1">
                <a:solidFill>
                  <a:srgbClr val="113C4C"/>
                </a:solidFill>
                <a:latin typeface="Calibri"/>
                <a:ea typeface="Calibri"/>
                <a:cs typeface="Calibri"/>
              </a:defRPr>
            </a:defPPr>
            <a:lvl1pPr algn="l">
              <a:defRPr sz="3225" b="1">
                <a:solidFill>
                  <a:srgbClr val="113C4C"/>
                </a:solidFill>
                <a:latin typeface="Calibri"/>
                <a:ea typeface="Calibri"/>
                <a:cs typeface="Calibri"/>
              </a:defRPr>
            </a:lvl1pPr>
            <a:lvl2pPr algn="l">
              <a:defRPr sz="3225" b="1">
                <a:solidFill>
                  <a:srgbClr val="113C4C"/>
                </a:solidFill>
                <a:latin typeface="Calibri"/>
                <a:ea typeface="Calibri"/>
                <a:cs typeface="Calibri"/>
              </a:defRPr>
            </a:lvl2pPr>
            <a:lvl3pPr algn="l">
              <a:defRPr sz="3225" b="1">
                <a:solidFill>
                  <a:srgbClr val="113C4C"/>
                </a:solidFill>
                <a:latin typeface="Calibri"/>
                <a:ea typeface="Calibri"/>
                <a:cs typeface="Calibri"/>
              </a:defRPr>
            </a:lvl3pPr>
            <a:lvl4pPr algn="l">
              <a:defRPr sz="3225" b="1">
                <a:solidFill>
                  <a:srgbClr val="113C4C"/>
                </a:solidFill>
                <a:latin typeface="Calibri"/>
                <a:ea typeface="Calibri"/>
                <a:cs typeface="Calibri"/>
              </a:defRPr>
            </a:lvl4pPr>
            <a:lvl5pPr algn="l">
              <a:defRPr sz="3225" b="1">
                <a:solidFill>
                  <a:srgbClr val="113C4C"/>
                </a:solidFill>
                <a:latin typeface="Calibri"/>
                <a:ea typeface="Calibri"/>
                <a:cs typeface="Calibri"/>
              </a:defRPr>
            </a:lvl5pPr>
            <a:lvl6pPr algn="l">
              <a:defRPr sz="3225" b="1">
                <a:solidFill>
                  <a:srgbClr val="113C4C"/>
                </a:solidFill>
                <a:latin typeface="Calibri"/>
                <a:ea typeface="Calibri"/>
                <a:cs typeface="Calibri"/>
              </a:defRPr>
            </a:lvl6pPr>
            <a:lvl7pPr algn="l">
              <a:defRPr sz="3225" b="1">
                <a:solidFill>
                  <a:srgbClr val="113C4C"/>
                </a:solidFill>
                <a:latin typeface="Calibri"/>
                <a:ea typeface="Calibri"/>
                <a:cs typeface="Calibri"/>
              </a:defRPr>
            </a:lvl7pPr>
            <a:lvl8pPr algn="l">
              <a:defRPr sz="3225" b="1">
                <a:solidFill>
                  <a:srgbClr val="113C4C"/>
                </a:solidFill>
                <a:latin typeface="Calibri"/>
                <a:ea typeface="Calibri"/>
                <a:cs typeface="Calibri"/>
              </a:defRPr>
            </a:lvl8pPr>
            <a:lvl9pPr algn="l">
              <a:defRPr sz="3225" b="1">
                <a:solidFill>
                  <a:srgbClr val="113C4C"/>
                </a:solidFill>
                <a:latin typeface="Calibri"/>
                <a:ea typeface="Calibri"/>
                <a:cs typeface="Calibri"/>
              </a:defRPr>
            </a:lvl9pPr>
          </a:lstStyle>
          <a:p xmlns:a="http://schemas.openxmlformats.org/drawingml/2006/main">
            <a:pPr algn="l">
              <a:defRPr sz="3225" b="1">
                <a:solidFill>
                  <a:srgbClr val="113C4C"/>
                </a:solidFill>
                <a:latin typeface="Calibri"/>
                <a:ea typeface="Calibri"/>
                <a:cs typeface="Calibri"/>
              </a:defRPr>
            </a:pPr>
            <a:r>
              <a:rPr sz="3225" b="1">
                <a:solidFill>
                  <a:srgbClr val="113C4C"/>
                </a:solidFill>
                <a:latin typeface="Calibri"/>
                <a:ea typeface="Calibri"/>
                <a:cs typeface="Calibri"/>
              </a:rPr>
              <a:t>Frontal y parietales</a:t>
            </a:r>
          </a:p>
        </p:txBody>
      </p:sp>
      <p:sp>
        <p:nvSpPr>
          <p:cNvPr id="3" name="area-figuras">
            <a:extLst xmlns:a="http://schemas.openxmlformats.org/drawingml/2006/main">
              <a:ext uri="{FF2B5EF4-FFF2-40B4-BE49-F238E27FC236}">
                <a16:creationId xmlns:a16="http://schemas.microsoft.com/office/drawing/2014/main" id="{93D1D465-E42F-4169-B2E0-DB432B2CFC30}"/>
              </a:ext>
            </a:extLst>
          </p:cNvPr>
          <p:cNvSpPr>
            <a:spLocks xmlns:a="http://schemas.openxmlformats.org/drawingml/2006/main" noGrp="1"/>
          </p:cNvSpPr>
          <p:nvPr/>
        </p:nvSpPr>
        <p:spPr>
          <a:xfrm xmlns:a="http://schemas.openxmlformats.org/drawingml/2006/main">
            <a:off x="609600" y="1257300"/>
            <a:ext cx="10972800" cy="44005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1E935690-A39B-44D2-ADB5-8E756B49185E}"/>
              </a:ext>
            </a:extLst>
          </p:cNvPr>
          <p:cNvPicPr>
            <a:picLocks xmlns:a="http://schemas.openxmlformats.org/drawingml/2006/main" noChangeAspect="1"/>
          </p:cNvPicPr>
          <p:nvPr/>
        </p:nvPicPr>
        <p:blipFill>
          <a:blip xmlns:r="http://schemas.openxmlformats.org/officeDocument/2006/relationships" xmlns:a="http://schemas.openxmlformats.org/drawingml/2006/main" r:embed="Re27fc1bacced455d"/>
          <a:stretch xmlns:a="http://schemas.openxmlformats.org/drawingml/2006/main"/>
        </p:blipFill>
        <p:spPr>
          <a:xfrm xmlns:a="http://schemas.openxmlformats.org/drawingml/2006/main">
            <a:off x="1266825" y="1323975"/>
            <a:ext cx="4152900" cy="415290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EE24368D-52EC-45BD-99D5-902D7A892CF2}"/>
              </a:ext>
            </a:extLst>
          </p:cNvPr>
          <p:cNvPicPr>
            <a:picLocks xmlns:a="http://schemas.openxmlformats.org/drawingml/2006/main" noChangeAspect="1"/>
          </p:cNvPicPr>
          <p:nvPr/>
        </p:nvPicPr>
        <p:blipFill>
          <a:blip xmlns:r="http://schemas.openxmlformats.org/officeDocument/2006/relationships" xmlns:a="http://schemas.openxmlformats.org/drawingml/2006/main" r:embed="R98b8bb912be44ec2"/>
          <a:stretch xmlns:a="http://schemas.openxmlformats.org/drawingml/2006/main"/>
        </p:blipFill>
        <p:spPr>
          <a:xfrm xmlns:a="http://schemas.openxmlformats.org/drawingml/2006/main">
            <a:off x="6753225" y="1323975"/>
            <a:ext cx="4152900" cy="4152900"/>
          </a:xfrm>
          <a:prstGeom xmlns:a="http://schemas.openxmlformats.org/drawingml/2006/main" prst="rect">
            <a:avLst/>
          </a:prstGeom>
        </p:spPr>
      </p:pic>
      <p:sp>
        <p:nvSpPr>
          <p:cNvPr id="6" name="relacion-0">
            <a:extLst xmlns:a="http://schemas.openxmlformats.org/drawingml/2006/main">
              <a:ext uri="{FF2B5EF4-FFF2-40B4-BE49-F238E27FC236}">
                <a16:creationId xmlns:a16="http://schemas.microsoft.com/office/drawing/2014/main" id="{5805B8E2-761C-4CD6-9A45-0C87AE124020}"/>
              </a:ext>
            </a:extLst>
          </p:cNvPr>
          <p:cNvSpPr>
            <a:spLocks xmlns:a="http://schemas.openxmlformats.org/drawingml/2006/main" noGrp="1"/>
          </p:cNvSpPr>
          <p:nvPr/>
        </p:nvSpPr>
        <p:spPr>
          <a:xfrm xmlns:a="http://schemas.openxmlformats.org/drawingml/2006/main">
            <a:off x="609600" y="5743575"/>
            <a:ext cx="5353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Frontal: anterior</a:t>
            </a:r>
          </a:p>
        </p:txBody>
      </p:sp>
      <p:sp>
        <p:nvSpPr>
          <p:cNvPr id="7" name="relacion-1">
            <a:extLst xmlns:a="http://schemas.openxmlformats.org/drawingml/2006/main">
              <a:ext uri="{FF2B5EF4-FFF2-40B4-BE49-F238E27FC236}">
                <a16:creationId xmlns:a16="http://schemas.microsoft.com/office/drawing/2014/main" id="{EB78F165-B9C1-4082-9FD0-C7A22DD52978}"/>
              </a:ext>
            </a:extLst>
          </p:cNvPr>
          <p:cNvSpPr>
            <a:spLocks xmlns:a="http://schemas.openxmlformats.org/drawingml/2006/main" noGrp="1"/>
          </p:cNvSpPr>
          <p:nvPr/>
        </p:nvSpPr>
        <p:spPr>
          <a:xfrm xmlns:a="http://schemas.openxmlformats.org/drawingml/2006/main">
            <a:off x="6096000" y="5743575"/>
            <a:ext cx="5353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Parietales: bóveda</a:t>
            </a:r>
          </a:p>
        </p:txBody>
      </p:sp>
      <p:sp>
        <p:nvSpPr>
          <p:cNvPr id="8" name="idea-fondo">
            <a:extLst xmlns:a="http://schemas.openxmlformats.org/drawingml/2006/main">
              <a:ext uri="{FF2B5EF4-FFF2-40B4-BE49-F238E27FC236}">
                <a16:creationId xmlns:a16="http://schemas.microsoft.com/office/drawing/2014/main" id="{DC9EFA87-BD1B-4003-906E-41072334E9D4}"/>
              </a:ext>
            </a:extLst>
          </p:cNvPr>
          <p:cNvSpPr>
            <a:spLocks xmlns:a="http://schemas.openxmlformats.org/drawingml/2006/main" noGrp="1"/>
          </p:cNvSpPr>
          <p:nvPr/>
        </p:nvSpPr>
        <p:spPr>
          <a:xfrm xmlns:a="http://schemas.openxmlformats.org/drawingml/2006/main">
            <a:off x="609600" y="6410325"/>
            <a:ext cx="10477500" cy="381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9" name="idea">
            <a:extLst xmlns:a="http://schemas.openxmlformats.org/drawingml/2006/main">
              <a:ext uri="{FF2B5EF4-FFF2-40B4-BE49-F238E27FC236}">
                <a16:creationId xmlns:a16="http://schemas.microsoft.com/office/drawing/2014/main" id="{C9BE7DCB-27EC-4A86-BBB2-56A1FCF16115}"/>
              </a:ext>
            </a:extLst>
          </p:cNvPr>
          <p:cNvSpPr>
            <a:spLocks xmlns:a="http://schemas.openxmlformats.org/drawingml/2006/main" noGrp="1"/>
          </p:cNvSpPr>
          <p:nvPr/>
        </p:nvSpPr>
        <p:spPr>
          <a:xfrm xmlns:a="http://schemas.openxmlformats.org/drawingml/2006/main">
            <a:off x="742950" y="6419850"/>
            <a:ext cx="1019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Primero ubica la bóveda; después sus suturas.</a:t>
            </a:r>
          </a:p>
        </p:txBody>
      </p:sp>
      <p:sp>
        <p:nvSpPr>
          <p:cNvPr id="10" name="numero">
            <a:extLst xmlns:a="http://schemas.openxmlformats.org/drawingml/2006/main">
              <a:ext uri="{FF2B5EF4-FFF2-40B4-BE49-F238E27FC236}">
                <a16:creationId xmlns:a16="http://schemas.microsoft.com/office/drawing/2014/main" id="{A4D3B1C1-4E08-4E32-B3BB-F1325A399A9C}"/>
              </a:ext>
            </a:extLst>
          </p:cNvPr>
          <p:cNvSpPr>
            <a:spLocks xmlns:a="http://schemas.openxmlformats.org/drawingml/2006/main" noGrp="1"/>
          </p:cNvSpPr>
          <p:nvPr/>
        </p:nvSpPr>
        <p:spPr>
          <a:xfrm xmlns:a="http://schemas.openxmlformats.org/drawingml/2006/main">
            <a:off x="11287125" y="65341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09</a:t>
            </a:r>
          </a:p>
        </p:txBody>
      </p:sp>
    </p:spTree>
    <p:extLst>
      <p:ext uri="{BB962C8B-B14F-4D97-AF65-F5344CB8AC3E}">
        <p14:creationId xmlns:p14="http://schemas.microsoft.com/office/powerpoint/2010/main" val="1227413359"/>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F63D8421-2683-4E56-AD24-2BBB3169DC6B}"/>
              </a:ext>
            </a:extLst>
          </p:cNvPr>
          <p:cNvPicPr>
            <a:picLocks xmlns:a="http://schemas.openxmlformats.org/drawingml/2006/main" noChangeAspect="1"/>
          </p:cNvPicPr>
          <p:nvPr/>
        </p:nvPicPr>
        <p:blipFill>
          <a:blip xmlns:r="http://schemas.openxmlformats.org/officeDocument/2006/relationships" xmlns:a="http://schemas.openxmlformats.org/drawingml/2006/main" r:embed="Rdd7d1737ac0b443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22A27F2D-B94E-4ACB-A276-DBC834D38165}"/>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225" b="1">
                <a:solidFill>
                  <a:srgbClr val="113C4C"/>
                </a:solidFill>
                <a:latin typeface="Calibri"/>
                <a:ea typeface="Calibri"/>
                <a:cs typeface="Calibri"/>
              </a:defRPr>
            </a:defPPr>
            <a:lvl1pPr algn="l">
              <a:defRPr sz="3225" b="1">
                <a:solidFill>
                  <a:srgbClr val="113C4C"/>
                </a:solidFill>
                <a:latin typeface="Calibri"/>
                <a:ea typeface="Calibri"/>
                <a:cs typeface="Calibri"/>
              </a:defRPr>
            </a:lvl1pPr>
            <a:lvl2pPr algn="l">
              <a:defRPr sz="3225" b="1">
                <a:solidFill>
                  <a:srgbClr val="113C4C"/>
                </a:solidFill>
                <a:latin typeface="Calibri"/>
                <a:ea typeface="Calibri"/>
                <a:cs typeface="Calibri"/>
              </a:defRPr>
            </a:lvl2pPr>
            <a:lvl3pPr algn="l">
              <a:defRPr sz="3225" b="1">
                <a:solidFill>
                  <a:srgbClr val="113C4C"/>
                </a:solidFill>
                <a:latin typeface="Calibri"/>
                <a:ea typeface="Calibri"/>
                <a:cs typeface="Calibri"/>
              </a:defRPr>
            </a:lvl3pPr>
            <a:lvl4pPr algn="l">
              <a:defRPr sz="3225" b="1">
                <a:solidFill>
                  <a:srgbClr val="113C4C"/>
                </a:solidFill>
                <a:latin typeface="Calibri"/>
                <a:ea typeface="Calibri"/>
                <a:cs typeface="Calibri"/>
              </a:defRPr>
            </a:lvl4pPr>
            <a:lvl5pPr algn="l">
              <a:defRPr sz="3225" b="1">
                <a:solidFill>
                  <a:srgbClr val="113C4C"/>
                </a:solidFill>
                <a:latin typeface="Calibri"/>
                <a:ea typeface="Calibri"/>
                <a:cs typeface="Calibri"/>
              </a:defRPr>
            </a:lvl5pPr>
            <a:lvl6pPr algn="l">
              <a:defRPr sz="3225" b="1">
                <a:solidFill>
                  <a:srgbClr val="113C4C"/>
                </a:solidFill>
                <a:latin typeface="Calibri"/>
                <a:ea typeface="Calibri"/>
                <a:cs typeface="Calibri"/>
              </a:defRPr>
            </a:lvl6pPr>
            <a:lvl7pPr algn="l">
              <a:defRPr sz="3225" b="1">
                <a:solidFill>
                  <a:srgbClr val="113C4C"/>
                </a:solidFill>
                <a:latin typeface="Calibri"/>
                <a:ea typeface="Calibri"/>
                <a:cs typeface="Calibri"/>
              </a:defRPr>
            </a:lvl7pPr>
            <a:lvl8pPr algn="l">
              <a:defRPr sz="3225" b="1">
                <a:solidFill>
                  <a:srgbClr val="113C4C"/>
                </a:solidFill>
                <a:latin typeface="Calibri"/>
                <a:ea typeface="Calibri"/>
                <a:cs typeface="Calibri"/>
              </a:defRPr>
            </a:lvl8pPr>
            <a:lvl9pPr algn="l">
              <a:defRPr sz="3225" b="1">
                <a:solidFill>
                  <a:srgbClr val="113C4C"/>
                </a:solidFill>
                <a:latin typeface="Calibri"/>
                <a:ea typeface="Calibri"/>
                <a:cs typeface="Calibri"/>
              </a:defRPr>
            </a:lvl9pPr>
          </a:lstStyle>
          <a:p xmlns:a="http://schemas.openxmlformats.org/drawingml/2006/main">
            <a:pPr algn="l">
              <a:defRPr sz="3225" b="1">
                <a:solidFill>
                  <a:srgbClr val="113C4C"/>
                </a:solidFill>
                <a:latin typeface="Calibri"/>
                <a:ea typeface="Calibri"/>
                <a:cs typeface="Calibri"/>
              </a:defRPr>
            </a:pPr>
            <a:r>
              <a:rPr sz="3225" b="1">
                <a:solidFill>
                  <a:srgbClr val="113C4C"/>
                </a:solidFill>
                <a:latin typeface="Calibri"/>
                <a:ea typeface="Calibri"/>
                <a:cs typeface="Calibri"/>
              </a:rPr>
              <a:t>Temporal: cuatro porciones</a:t>
            </a:r>
          </a:p>
        </p:txBody>
      </p:sp>
      <p:sp>
        <p:nvSpPr>
          <p:cNvPr id="3" name="area-figuras">
            <a:extLst xmlns:a="http://schemas.openxmlformats.org/drawingml/2006/main">
              <a:ext uri="{FF2B5EF4-FFF2-40B4-BE49-F238E27FC236}">
                <a16:creationId xmlns:a16="http://schemas.microsoft.com/office/drawing/2014/main" id="{91600FFB-469F-4EF1-BCA5-D292FA88A939}"/>
              </a:ext>
            </a:extLst>
          </p:cNvPr>
          <p:cNvSpPr>
            <a:spLocks xmlns:a="http://schemas.openxmlformats.org/drawingml/2006/main" noGrp="1"/>
          </p:cNvSpPr>
          <p:nvPr/>
        </p:nvSpPr>
        <p:spPr>
          <a:xfrm xmlns:a="http://schemas.openxmlformats.org/drawingml/2006/main">
            <a:off x="609600" y="1257300"/>
            <a:ext cx="10972800" cy="44005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B1FB68FD-851C-48E3-8B2E-F3C2FC2C9EC7}"/>
              </a:ext>
            </a:extLst>
          </p:cNvPr>
          <p:cNvPicPr>
            <a:picLocks xmlns:a="http://schemas.openxmlformats.org/drawingml/2006/main" noChangeAspect="1"/>
          </p:cNvPicPr>
          <p:nvPr/>
        </p:nvPicPr>
        <p:blipFill>
          <a:blip xmlns:r="http://schemas.openxmlformats.org/officeDocument/2006/relationships" xmlns:a="http://schemas.openxmlformats.org/drawingml/2006/main" r:embed="Rddc00beaaa56478b"/>
          <a:stretch xmlns:a="http://schemas.openxmlformats.org/drawingml/2006/main"/>
        </p:blipFill>
        <p:spPr>
          <a:xfrm xmlns:a="http://schemas.openxmlformats.org/drawingml/2006/main">
            <a:off x="704850" y="1424153"/>
            <a:ext cx="5276850" cy="3952544"/>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8FC6F01A-88B7-42C1-99FE-E38DE38CB6D7}"/>
              </a:ext>
            </a:extLst>
          </p:cNvPr>
          <p:cNvPicPr>
            <a:picLocks xmlns:a="http://schemas.openxmlformats.org/drawingml/2006/main" noChangeAspect="1"/>
          </p:cNvPicPr>
          <p:nvPr/>
        </p:nvPicPr>
        <p:blipFill>
          <a:blip xmlns:r="http://schemas.openxmlformats.org/officeDocument/2006/relationships" xmlns:a="http://schemas.openxmlformats.org/drawingml/2006/main" r:embed="Rbeba899ad53d47f4"/>
          <a:stretch xmlns:a="http://schemas.openxmlformats.org/drawingml/2006/main"/>
        </p:blipFill>
        <p:spPr>
          <a:xfrm xmlns:a="http://schemas.openxmlformats.org/drawingml/2006/main">
            <a:off x="6843505" y="1323975"/>
            <a:ext cx="3972339" cy="4152900"/>
          </a:xfrm>
          <a:prstGeom xmlns:a="http://schemas.openxmlformats.org/drawingml/2006/main" prst="rect">
            <a:avLst/>
          </a:prstGeom>
        </p:spPr>
      </p:pic>
      <p:sp>
        <p:nvSpPr>
          <p:cNvPr id="6" name="relacion-0">
            <a:extLst xmlns:a="http://schemas.openxmlformats.org/drawingml/2006/main">
              <a:ext uri="{FF2B5EF4-FFF2-40B4-BE49-F238E27FC236}">
                <a16:creationId xmlns:a16="http://schemas.microsoft.com/office/drawing/2014/main" id="{0655DE18-2098-4379-B477-1DF5629FA18F}"/>
              </a:ext>
            </a:extLst>
          </p:cNvPr>
          <p:cNvSpPr>
            <a:spLocks xmlns:a="http://schemas.openxmlformats.org/drawingml/2006/main" noGrp="1"/>
          </p:cNvSpPr>
          <p:nvPr/>
        </p:nvSpPr>
        <p:spPr>
          <a:xfrm xmlns:a="http://schemas.openxmlformats.org/drawingml/2006/main">
            <a:off x="609600" y="5743575"/>
            <a:ext cx="5353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Escamosa · timpánica</a:t>
            </a:r>
          </a:p>
        </p:txBody>
      </p:sp>
      <p:sp>
        <p:nvSpPr>
          <p:cNvPr id="7" name="relacion-1">
            <a:extLst xmlns:a="http://schemas.openxmlformats.org/drawingml/2006/main">
              <a:ext uri="{FF2B5EF4-FFF2-40B4-BE49-F238E27FC236}">
                <a16:creationId xmlns:a16="http://schemas.microsoft.com/office/drawing/2014/main" id="{51E6C36F-7626-43E4-A77B-D088501BA388}"/>
              </a:ext>
            </a:extLst>
          </p:cNvPr>
          <p:cNvSpPr>
            <a:spLocks xmlns:a="http://schemas.openxmlformats.org/drawingml/2006/main" noGrp="1"/>
          </p:cNvSpPr>
          <p:nvPr/>
        </p:nvSpPr>
        <p:spPr>
          <a:xfrm xmlns:a="http://schemas.openxmlformats.org/drawingml/2006/main">
            <a:off x="6096000" y="5743575"/>
            <a:ext cx="5353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Mastoidea · petrosa</a:t>
            </a:r>
          </a:p>
        </p:txBody>
      </p:sp>
      <p:sp>
        <p:nvSpPr>
          <p:cNvPr id="8" name="idea-fondo">
            <a:extLst xmlns:a="http://schemas.openxmlformats.org/drawingml/2006/main">
              <a:ext uri="{FF2B5EF4-FFF2-40B4-BE49-F238E27FC236}">
                <a16:creationId xmlns:a16="http://schemas.microsoft.com/office/drawing/2014/main" id="{16F8EE4F-4AA4-4F07-A575-C6E9F6CFB825}"/>
              </a:ext>
            </a:extLst>
          </p:cNvPr>
          <p:cNvSpPr>
            <a:spLocks xmlns:a="http://schemas.openxmlformats.org/drawingml/2006/main" noGrp="1"/>
          </p:cNvSpPr>
          <p:nvPr/>
        </p:nvSpPr>
        <p:spPr>
          <a:xfrm xmlns:a="http://schemas.openxmlformats.org/drawingml/2006/main">
            <a:off x="609600" y="6410325"/>
            <a:ext cx="10477500" cy="381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9" name="idea">
            <a:extLst xmlns:a="http://schemas.openxmlformats.org/drawingml/2006/main">
              <a:ext uri="{FF2B5EF4-FFF2-40B4-BE49-F238E27FC236}">
                <a16:creationId xmlns:a16="http://schemas.microsoft.com/office/drawing/2014/main" id="{34102464-5E3F-4CCE-A114-1630C747F39E}"/>
              </a:ext>
            </a:extLst>
          </p:cNvPr>
          <p:cNvSpPr>
            <a:spLocks xmlns:a="http://schemas.openxmlformats.org/drawingml/2006/main" noGrp="1"/>
          </p:cNvSpPr>
          <p:nvPr/>
        </p:nvSpPr>
        <p:spPr>
          <a:xfrm xmlns:a="http://schemas.openxmlformats.org/drawingml/2006/main">
            <a:off x="742950" y="6419850"/>
            <a:ext cx="1019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Mandíbula y oído se relacionan con el temporal.</a:t>
            </a:r>
          </a:p>
        </p:txBody>
      </p:sp>
      <p:sp>
        <p:nvSpPr>
          <p:cNvPr id="10" name="numero">
            <a:extLst xmlns:a="http://schemas.openxmlformats.org/drawingml/2006/main">
              <a:ext uri="{FF2B5EF4-FFF2-40B4-BE49-F238E27FC236}">
                <a16:creationId xmlns:a16="http://schemas.microsoft.com/office/drawing/2014/main" id="{61D45957-402B-4ACB-9A36-EE46003D2740}"/>
              </a:ext>
            </a:extLst>
          </p:cNvPr>
          <p:cNvSpPr>
            <a:spLocks xmlns:a="http://schemas.openxmlformats.org/drawingml/2006/main" noGrp="1"/>
          </p:cNvSpPr>
          <p:nvPr/>
        </p:nvSpPr>
        <p:spPr>
          <a:xfrm xmlns:a="http://schemas.openxmlformats.org/drawingml/2006/main">
            <a:off x="11287125" y="65341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10</a:t>
            </a:r>
          </a:p>
        </p:txBody>
      </p:sp>
    </p:spTree>
    <p:extLst>
      <p:ext uri="{BB962C8B-B14F-4D97-AF65-F5344CB8AC3E}">
        <p14:creationId xmlns:p14="http://schemas.microsoft.com/office/powerpoint/2010/main" val="54390076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E5540B5E-7B23-41AE-B00A-FBEBE1F13AEF}"/>
              </a:ext>
            </a:extLst>
          </p:cNvPr>
          <p:cNvPicPr>
            <a:picLocks xmlns:a="http://schemas.openxmlformats.org/drawingml/2006/main" noChangeAspect="1"/>
          </p:cNvPicPr>
          <p:nvPr/>
        </p:nvPicPr>
        <p:blipFill>
          <a:blip xmlns:r="http://schemas.openxmlformats.org/officeDocument/2006/relationships" xmlns:a="http://schemas.openxmlformats.org/drawingml/2006/main" r:embed="R7325383505b7449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13064AFD-508D-468C-8EE6-07B407036FDC}"/>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225" b="1">
                <a:solidFill>
                  <a:srgbClr val="113C4C"/>
                </a:solidFill>
                <a:latin typeface="Calibri"/>
                <a:ea typeface="Calibri"/>
                <a:cs typeface="Calibri"/>
              </a:defRPr>
            </a:defPPr>
            <a:lvl1pPr algn="l">
              <a:defRPr sz="3225" b="1">
                <a:solidFill>
                  <a:srgbClr val="113C4C"/>
                </a:solidFill>
                <a:latin typeface="Calibri"/>
                <a:ea typeface="Calibri"/>
                <a:cs typeface="Calibri"/>
              </a:defRPr>
            </a:lvl1pPr>
            <a:lvl2pPr algn="l">
              <a:defRPr sz="3225" b="1">
                <a:solidFill>
                  <a:srgbClr val="113C4C"/>
                </a:solidFill>
                <a:latin typeface="Calibri"/>
                <a:ea typeface="Calibri"/>
                <a:cs typeface="Calibri"/>
              </a:defRPr>
            </a:lvl2pPr>
            <a:lvl3pPr algn="l">
              <a:defRPr sz="3225" b="1">
                <a:solidFill>
                  <a:srgbClr val="113C4C"/>
                </a:solidFill>
                <a:latin typeface="Calibri"/>
                <a:ea typeface="Calibri"/>
                <a:cs typeface="Calibri"/>
              </a:defRPr>
            </a:lvl3pPr>
            <a:lvl4pPr algn="l">
              <a:defRPr sz="3225" b="1">
                <a:solidFill>
                  <a:srgbClr val="113C4C"/>
                </a:solidFill>
                <a:latin typeface="Calibri"/>
                <a:ea typeface="Calibri"/>
                <a:cs typeface="Calibri"/>
              </a:defRPr>
            </a:lvl4pPr>
            <a:lvl5pPr algn="l">
              <a:defRPr sz="3225" b="1">
                <a:solidFill>
                  <a:srgbClr val="113C4C"/>
                </a:solidFill>
                <a:latin typeface="Calibri"/>
                <a:ea typeface="Calibri"/>
                <a:cs typeface="Calibri"/>
              </a:defRPr>
            </a:lvl5pPr>
            <a:lvl6pPr algn="l">
              <a:defRPr sz="3225" b="1">
                <a:solidFill>
                  <a:srgbClr val="113C4C"/>
                </a:solidFill>
                <a:latin typeface="Calibri"/>
                <a:ea typeface="Calibri"/>
                <a:cs typeface="Calibri"/>
              </a:defRPr>
            </a:lvl6pPr>
            <a:lvl7pPr algn="l">
              <a:defRPr sz="3225" b="1">
                <a:solidFill>
                  <a:srgbClr val="113C4C"/>
                </a:solidFill>
                <a:latin typeface="Calibri"/>
                <a:ea typeface="Calibri"/>
                <a:cs typeface="Calibri"/>
              </a:defRPr>
            </a:lvl7pPr>
            <a:lvl8pPr algn="l">
              <a:defRPr sz="3225" b="1">
                <a:solidFill>
                  <a:srgbClr val="113C4C"/>
                </a:solidFill>
                <a:latin typeface="Calibri"/>
                <a:ea typeface="Calibri"/>
                <a:cs typeface="Calibri"/>
              </a:defRPr>
            </a:lvl8pPr>
            <a:lvl9pPr algn="l">
              <a:defRPr sz="3225" b="1">
                <a:solidFill>
                  <a:srgbClr val="113C4C"/>
                </a:solidFill>
                <a:latin typeface="Calibri"/>
                <a:ea typeface="Calibri"/>
                <a:cs typeface="Calibri"/>
              </a:defRPr>
            </a:lvl9pPr>
          </a:lstStyle>
          <a:p xmlns:a="http://schemas.openxmlformats.org/drawingml/2006/main">
            <a:pPr algn="l">
              <a:defRPr sz="3225" b="1">
                <a:solidFill>
                  <a:srgbClr val="113C4C"/>
                </a:solidFill>
                <a:latin typeface="Calibri"/>
                <a:ea typeface="Calibri"/>
                <a:cs typeface="Calibri"/>
              </a:defRPr>
            </a:pPr>
            <a:r>
              <a:rPr sz="3225" b="1">
                <a:solidFill>
                  <a:srgbClr val="113C4C"/>
                </a:solidFill>
                <a:latin typeface="Calibri"/>
                <a:ea typeface="Calibri"/>
                <a:cs typeface="Calibri"/>
              </a:rPr>
              <a:t>Occipital: conexión con la columna</a:t>
            </a:r>
          </a:p>
        </p:txBody>
      </p:sp>
      <p:sp>
        <p:nvSpPr>
          <p:cNvPr id="3" name="area-figuras">
            <a:extLst xmlns:a="http://schemas.openxmlformats.org/drawingml/2006/main">
              <a:ext uri="{FF2B5EF4-FFF2-40B4-BE49-F238E27FC236}">
                <a16:creationId xmlns:a16="http://schemas.microsoft.com/office/drawing/2014/main" id="{8A8CBD95-3B1D-437A-B6A0-72C5A9BCFAE1}"/>
              </a:ext>
            </a:extLst>
          </p:cNvPr>
          <p:cNvSpPr>
            <a:spLocks xmlns:a="http://schemas.openxmlformats.org/drawingml/2006/main" noGrp="1"/>
          </p:cNvSpPr>
          <p:nvPr/>
        </p:nvSpPr>
        <p:spPr>
          <a:xfrm xmlns:a="http://schemas.openxmlformats.org/drawingml/2006/main">
            <a:off x="609600" y="1257300"/>
            <a:ext cx="10972800" cy="44005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E98FED49-C904-423F-BD5B-1D116C779498}"/>
              </a:ext>
            </a:extLst>
          </p:cNvPr>
          <p:cNvPicPr>
            <a:picLocks xmlns:a="http://schemas.openxmlformats.org/drawingml/2006/main" noChangeAspect="1"/>
          </p:cNvPicPr>
          <p:nvPr/>
        </p:nvPicPr>
        <p:blipFill>
          <a:blip xmlns:r="http://schemas.openxmlformats.org/officeDocument/2006/relationships" xmlns:a="http://schemas.openxmlformats.org/drawingml/2006/main" r:embed="R9e8f74698c064f0c"/>
          <a:stretch xmlns:a="http://schemas.openxmlformats.org/drawingml/2006/main"/>
        </p:blipFill>
        <p:spPr>
          <a:xfrm xmlns:a="http://schemas.openxmlformats.org/drawingml/2006/main">
            <a:off x="704850" y="1890215"/>
            <a:ext cx="5276850" cy="3020419"/>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B01E0004-0F26-49F7-84EE-407A041B1360}"/>
              </a:ext>
            </a:extLst>
          </p:cNvPr>
          <p:cNvPicPr>
            <a:picLocks xmlns:a="http://schemas.openxmlformats.org/drawingml/2006/main" noChangeAspect="1"/>
          </p:cNvPicPr>
          <p:nvPr/>
        </p:nvPicPr>
        <p:blipFill>
          <a:blip xmlns:r="http://schemas.openxmlformats.org/officeDocument/2006/relationships" xmlns:a="http://schemas.openxmlformats.org/drawingml/2006/main" r:embed="Rfbc230663b064e67"/>
          <a:stretch xmlns:a="http://schemas.openxmlformats.org/drawingml/2006/main"/>
        </p:blipFill>
        <p:spPr>
          <a:xfrm xmlns:a="http://schemas.openxmlformats.org/drawingml/2006/main">
            <a:off x="6753225" y="1323975"/>
            <a:ext cx="4152900" cy="4152900"/>
          </a:xfrm>
          <a:prstGeom xmlns:a="http://schemas.openxmlformats.org/drawingml/2006/main" prst="rect">
            <a:avLst/>
          </a:prstGeom>
        </p:spPr>
      </p:pic>
      <p:sp>
        <p:nvSpPr>
          <p:cNvPr id="6" name="relacion-0">
            <a:extLst xmlns:a="http://schemas.openxmlformats.org/drawingml/2006/main">
              <a:ext uri="{FF2B5EF4-FFF2-40B4-BE49-F238E27FC236}">
                <a16:creationId xmlns:a16="http://schemas.microsoft.com/office/drawing/2014/main" id="{E8ED4F43-CE3D-4897-9CFC-4912891BF992}"/>
              </a:ext>
            </a:extLst>
          </p:cNvPr>
          <p:cNvSpPr>
            <a:spLocks xmlns:a="http://schemas.openxmlformats.org/drawingml/2006/main" noGrp="1"/>
          </p:cNvSpPr>
          <p:nvPr/>
        </p:nvSpPr>
        <p:spPr>
          <a:xfrm xmlns:a="http://schemas.openxmlformats.org/drawingml/2006/main">
            <a:off x="609600" y="5743575"/>
            <a:ext cx="5353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Agujero magno</a:t>
            </a:r>
          </a:p>
        </p:txBody>
      </p:sp>
      <p:sp>
        <p:nvSpPr>
          <p:cNvPr id="7" name="relacion-1">
            <a:extLst xmlns:a="http://schemas.openxmlformats.org/drawingml/2006/main">
              <a:ext uri="{FF2B5EF4-FFF2-40B4-BE49-F238E27FC236}">
                <a16:creationId xmlns:a16="http://schemas.microsoft.com/office/drawing/2014/main" id="{EEFB75FA-FC2E-4FC6-AF69-405BBB721571}"/>
              </a:ext>
            </a:extLst>
          </p:cNvPr>
          <p:cNvSpPr>
            <a:spLocks xmlns:a="http://schemas.openxmlformats.org/drawingml/2006/main" noGrp="1"/>
          </p:cNvSpPr>
          <p:nvPr/>
        </p:nvSpPr>
        <p:spPr>
          <a:xfrm xmlns:a="http://schemas.openxmlformats.org/drawingml/2006/main">
            <a:off x="6096000" y="5743575"/>
            <a:ext cx="5353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Cóndilos occipitales</a:t>
            </a:r>
          </a:p>
        </p:txBody>
      </p:sp>
      <p:sp>
        <p:nvSpPr>
          <p:cNvPr id="8" name="idea-fondo">
            <a:extLst xmlns:a="http://schemas.openxmlformats.org/drawingml/2006/main">
              <a:ext uri="{FF2B5EF4-FFF2-40B4-BE49-F238E27FC236}">
                <a16:creationId xmlns:a16="http://schemas.microsoft.com/office/drawing/2014/main" id="{8772D842-32EA-4FD0-B3CA-BDB869845A82}"/>
              </a:ext>
            </a:extLst>
          </p:cNvPr>
          <p:cNvSpPr>
            <a:spLocks xmlns:a="http://schemas.openxmlformats.org/drawingml/2006/main" noGrp="1"/>
          </p:cNvSpPr>
          <p:nvPr/>
        </p:nvSpPr>
        <p:spPr>
          <a:xfrm xmlns:a="http://schemas.openxmlformats.org/drawingml/2006/main">
            <a:off x="609600" y="6410325"/>
            <a:ext cx="10477500" cy="381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9" name="idea">
            <a:extLst xmlns:a="http://schemas.openxmlformats.org/drawingml/2006/main">
              <a:ext uri="{FF2B5EF4-FFF2-40B4-BE49-F238E27FC236}">
                <a16:creationId xmlns:a16="http://schemas.microsoft.com/office/drawing/2014/main" id="{F631F228-DA3E-4DB9-850B-62B978AC56E3}"/>
              </a:ext>
            </a:extLst>
          </p:cNvPr>
          <p:cNvSpPr>
            <a:spLocks xmlns:a="http://schemas.openxmlformats.org/drawingml/2006/main" noGrp="1"/>
          </p:cNvSpPr>
          <p:nvPr/>
        </p:nvSpPr>
        <p:spPr>
          <a:xfrm xmlns:a="http://schemas.openxmlformats.org/drawingml/2006/main">
            <a:off x="742950" y="6419850"/>
            <a:ext cx="1019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El atlas recibe los cóndilos occipitales.</a:t>
            </a:r>
          </a:p>
        </p:txBody>
      </p:sp>
      <p:sp>
        <p:nvSpPr>
          <p:cNvPr id="10" name="numero">
            <a:extLst xmlns:a="http://schemas.openxmlformats.org/drawingml/2006/main">
              <a:ext uri="{FF2B5EF4-FFF2-40B4-BE49-F238E27FC236}">
                <a16:creationId xmlns:a16="http://schemas.microsoft.com/office/drawing/2014/main" id="{BFADB581-FCD8-4E15-8DBE-E735549786DD}"/>
              </a:ext>
            </a:extLst>
          </p:cNvPr>
          <p:cNvSpPr>
            <a:spLocks xmlns:a="http://schemas.openxmlformats.org/drawingml/2006/main" noGrp="1"/>
          </p:cNvSpPr>
          <p:nvPr/>
        </p:nvSpPr>
        <p:spPr>
          <a:xfrm xmlns:a="http://schemas.openxmlformats.org/drawingml/2006/main">
            <a:off x="11287125" y="65341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11</a:t>
            </a:r>
          </a:p>
        </p:txBody>
      </p:sp>
    </p:spTree>
    <p:extLst>
      <p:ext uri="{BB962C8B-B14F-4D97-AF65-F5344CB8AC3E}">
        <p14:creationId xmlns:p14="http://schemas.microsoft.com/office/powerpoint/2010/main" val="2024462882"/>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D2F29086-CB55-47A3-B654-59A562052CBC}"/>
              </a:ext>
            </a:extLst>
          </p:cNvPr>
          <p:cNvPicPr>
            <a:picLocks xmlns:a="http://schemas.openxmlformats.org/drawingml/2006/main" noChangeAspect="1"/>
          </p:cNvPicPr>
          <p:nvPr/>
        </p:nvPicPr>
        <p:blipFill>
          <a:blip xmlns:r="http://schemas.openxmlformats.org/officeDocument/2006/relationships" xmlns:a="http://schemas.openxmlformats.org/drawingml/2006/main" r:embed="Rd5cdc61d9db74d9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A0E1DE32-1224-4025-9531-0B9DD92E5FD4}"/>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225" b="1">
                <a:solidFill>
                  <a:srgbClr val="113C4C"/>
                </a:solidFill>
                <a:latin typeface="Calibri"/>
                <a:ea typeface="Calibri"/>
                <a:cs typeface="Calibri"/>
              </a:defRPr>
            </a:defPPr>
            <a:lvl1pPr algn="l">
              <a:defRPr sz="3225" b="1">
                <a:solidFill>
                  <a:srgbClr val="113C4C"/>
                </a:solidFill>
                <a:latin typeface="Calibri"/>
                <a:ea typeface="Calibri"/>
                <a:cs typeface="Calibri"/>
              </a:defRPr>
            </a:lvl1pPr>
            <a:lvl2pPr algn="l">
              <a:defRPr sz="3225" b="1">
                <a:solidFill>
                  <a:srgbClr val="113C4C"/>
                </a:solidFill>
                <a:latin typeface="Calibri"/>
                <a:ea typeface="Calibri"/>
                <a:cs typeface="Calibri"/>
              </a:defRPr>
            </a:lvl2pPr>
            <a:lvl3pPr algn="l">
              <a:defRPr sz="3225" b="1">
                <a:solidFill>
                  <a:srgbClr val="113C4C"/>
                </a:solidFill>
                <a:latin typeface="Calibri"/>
                <a:ea typeface="Calibri"/>
                <a:cs typeface="Calibri"/>
              </a:defRPr>
            </a:lvl3pPr>
            <a:lvl4pPr algn="l">
              <a:defRPr sz="3225" b="1">
                <a:solidFill>
                  <a:srgbClr val="113C4C"/>
                </a:solidFill>
                <a:latin typeface="Calibri"/>
                <a:ea typeface="Calibri"/>
                <a:cs typeface="Calibri"/>
              </a:defRPr>
            </a:lvl4pPr>
            <a:lvl5pPr algn="l">
              <a:defRPr sz="3225" b="1">
                <a:solidFill>
                  <a:srgbClr val="113C4C"/>
                </a:solidFill>
                <a:latin typeface="Calibri"/>
                <a:ea typeface="Calibri"/>
                <a:cs typeface="Calibri"/>
              </a:defRPr>
            </a:lvl5pPr>
            <a:lvl6pPr algn="l">
              <a:defRPr sz="3225" b="1">
                <a:solidFill>
                  <a:srgbClr val="113C4C"/>
                </a:solidFill>
                <a:latin typeface="Calibri"/>
                <a:ea typeface="Calibri"/>
                <a:cs typeface="Calibri"/>
              </a:defRPr>
            </a:lvl6pPr>
            <a:lvl7pPr algn="l">
              <a:defRPr sz="3225" b="1">
                <a:solidFill>
                  <a:srgbClr val="113C4C"/>
                </a:solidFill>
                <a:latin typeface="Calibri"/>
                <a:ea typeface="Calibri"/>
                <a:cs typeface="Calibri"/>
              </a:defRPr>
            </a:lvl7pPr>
            <a:lvl8pPr algn="l">
              <a:defRPr sz="3225" b="1">
                <a:solidFill>
                  <a:srgbClr val="113C4C"/>
                </a:solidFill>
                <a:latin typeface="Calibri"/>
                <a:ea typeface="Calibri"/>
                <a:cs typeface="Calibri"/>
              </a:defRPr>
            </a:lvl8pPr>
            <a:lvl9pPr algn="l">
              <a:defRPr sz="3225" b="1">
                <a:solidFill>
                  <a:srgbClr val="113C4C"/>
                </a:solidFill>
                <a:latin typeface="Calibri"/>
                <a:ea typeface="Calibri"/>
                <a:cs typeface="Calibri"/>
              </a:defRPr>
            </a:lvl9pPr>
          </a:lstStyle>
          <a:p xmlns:a="http://schemas.openxmlformats.org/drawingml/2006/main">
            <a:pPr algn="l">
              <a:defRPr sz="3225" b="1">
                <a:solidFill>
                  <a:srgbClr val="113C4C"/>
                </a:solidFill>
                <a:latin typeface="Calibri"/>
                <a:ea typeface="Calibri"/>
                <a:cs typeface="Calibri"/>
              </a:defRPr>
            </a:pPr>
            <a:r>
              <a:rPr sz="3225" b="1">
                <a:solidFill>
                  <a:srgbClr val="113C4C"/>
                </a:solidFill>
                <a:latin typeface="Calibri"/>
                <a:ea typeface="Calibri"/>
                <a:cs typeface="Calibri"/>
              </a:rPr>
              <a:t>Esfenoides: el centro de la base</a:t>
            </a:r>
          </a:p>
        </p:txBody>
      </p:sp>
      <p:sp>
        <p:nvSpPr>
          <p:cNvPr id="3" name="area-figuras">
            <a:extLst xmlns:a="http://schemas.openxmlformats.org/drawingml/2006/main">
              <a:ext uri="{FF2B5EF4-FFF2-40B4-BE49-F238E27FC236}">
                <a16:creationId xmlns:a16="http://schemas.microsoft.com/office/drawing/2014/main" id="{3E33219E-3CDF-4F6D-ABD6-30A76ABFF473}"/>
              </a:ext>
            </a:extLst>
          </p:cNvPr>
          <p:cNvSpPr>
            <a:spLocks xmlns:a="http://schemas.openxmlformats.org/drawingml/2006/main" noGrp="1"/>
          </p:cNvSpPr>
          <p:nvPr/>
        </p:nvSpPr>
        <p:spPr>
          <a:xfrm xmlns:a="http://schemas.openxmlformats.org/drawingml/2006/main">
            <a:off x="609600" y="1257300"/>
            <a:ext cx="10972800" cy="44005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FF4EAED5-F350-4335-B844-ED4B9069D5B8}"/>
              </a:ext>
            </a:extLst>
          </p:cNvPr>
          <p:cNvPicPr>
            <a:picLocks xmlns:a="http://schemas.openxmlformats.org/drawingml/2006/main" noChangeAspect="1"/>
          </p:cNvPicPr>
          <p:nvPr/>
        </p:nvPicPr>
        <p:blipFill>
          <a:blip xmlns:r="http://schemas.openxmlformats.org/officeDocument/2006/relationships" xmlns:a="http://schemas.openxmlformats.org/drawingml/2006/main" r:embed="Rca47972eb8db4ed9"/>
          <a:stretch xmlns:a="http://schemas.openxmlformats.org/drawingml/2006/main"/>
        </p:blipFill>
        <p:spPr>
          <a:xfrm xmlns:a="http://schemas.openxmlformats.org/drawingml/2006/main">
            <a:off x="1615669" y="1323975"/>
            <a:ext cx="3455213" cy="415290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BD9E6D9A-BCC3-49AB-BF05-B05B346F7A71}"/>
              </a:ext>
            </a:extLst>
          </p:cNvPr>
          <p:cNvPicPr>
            <a:picLocks xmlns:a="http://schemas.openxmlformats.org/drawingml/2006/main" noChangeAspect="1"/>
          </p:cNvPicPr>
          <p:nvPr/>
        </p:nvPicPr>
        <p:blipFill>
          <a:blip xmlns:r="http://schemas.openxmlformats.org/officeDocument/2006/relationships" xmlns:a="http://schemas.openxmlformats.org/drawingml/2006/main" r:embed="R61134b7dc9444c1b"/>
          <a:stretch xmlns:a="http://schemas.openxmlformats.org/drawingml/2006/main"/>
        </p:blipFill>
        <p:spPr>
          <a:xfrm xmlns:a="http://schemas.openxmlformats.org/drawingml/2006/main">
            <a:off x="6753225" y="1323975"/>
            <a:ext cx="4152900" cy="4152900"/>
          </a:xfrm>
          <a:prstGeom xmlns:a="http://schemas.openxmlformats.org/drawingml/2006/main" prst="rect">
            <a:avLst/>
          </a:prstGeom>
        </p:spPr>
      </p:pic>
      <p:sp>
        <p:nvSpPr>
          <p:cNvPr id="6" name="relacion-0">
            <a:extLst xmlns:a="http://schemas.openxmlformats.org/drawingml/2006/main">
              <a:ext uri="{FF2B5EF4-FFF2-40B4-BE49-F238E27FC236}">
                <a16:creationId xmlns:a16="http://schemas.microsoft.com/office/drawing/2014/main" id="{62C2CD45-77BB-4BA3-B4E4-35798F2B77DE}"/>
              </a:ext>
            </a:extLst>
          </p:cNvPr>
          <p:cNvSpPr>
            <a:spLocks xmlns:a="http://schemas.openxmlformats.org/drawingml/2006/main" noGrp="1"/>
          </p:cNvSpPr>
          <p:nvPr/>
        </p:nvSpPr>
        <p:spPr>
          <a:xfrm xmlns:a="http://schemas.openxmlformats.org/drawingml/2006/main">
            <a:off x="6096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Cuerpo y alas</a:t>
            </a:r>
          </a:p>
        </p:txBody>
      </p:sp>
      <p:sp>
        <p:nvSpPr>
          <p:cNvPr id="7" name="relacion-1">
            <a:extLst xmlns:a="http://schemas.openxmlformats.org/drawingml/2006/main">
              <a:ext uri="{FF2B5EF4-FFF2-40B4-BE49-F238E27FC236}">
                <a16:creationId xmlns:a16="http://schemas.microsoft.com/office/drawing/2014/main" id="{97DC7889-10CE-4D78-8D4E-4664B3D16245}"/>
              </a:ext>
            </a:extLst>
          </p:cNvPr>
          <p:cNvSpPr>
            <a:spLocks xmlns:a="http://schemas.openxmlformats.org/drawingml/2006/main" noGrp="1"/>
          </p:cNvSpPr>
          <p:nvPr/>
        </p:nvSpPr>
        <p:spPr>
          <a:xfrm xmlns:a="http://schemas.openxmlformats.org/drawingml/2006/main">
            <a:off x="42672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Silla turca</a:t>
            </a:r>
          </a:p>
        </p:txBody>
      </p:sp>
      <p:sp>
        <p:nvSpPr>
          <p:cNvPr id="8" name="relacion-2">
            <a:extLst xmlns:a="http://schemas.openxmlformats.org/drawingml/2006/main">
              <a:ext uri="{FF2B5EF4-FFF2-40B4-BE49-F238E27FC236}">
                <a16:creationId xmlns:a16="http://schemas.microsoft.com/office/drawing/2014/main" id="{B7C716B8-FB4B-45E6-A83F-7AD339A6F41B}"/>
              </a:ext>
            </a:extLst>
          </p:cNvPr>
          <p:cNvSpPr>
            <a:spLocks xmlns:a="http://schemas.openxmlformats.org/drawingml/2006/main" noGrp="1"/>
          </p:cNvSpPr>
          <p:nvPr/>
        </p:nvSpPr>
        <p:spPr>
          <a:xfrm xmlns:a="http://schemas.openxmlformats.org/drawingml/2006/main">
            <a:off x="79248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Órbita</a:t>
            </a:r>
          </a:p>
        </p:txBody>
      </p:sp>
      <p:sp>
        <p:nvSpPr>
          <p:cNvPr id="9" name="idea-fondo">
            <a:extLst xmlns:a="http://schemas.openxmlformats.org/drawingml/2006/main">
              <a:ext uri="{FF2B5EF4-FFF2-40B4-BE49-F238E27FC236}">
                <a16:creationId xmlns:a16="http://schemas.microsoft.com/office/drawing/2014/main" id="{953949E1-DC9B-4E13-A307-E49B0E5B9651}"/>
              </a:ext>
            </a:extLst>
          </p:cNvPr>
          <p:cNvSpPr>
            <a:spLocks xmlns:a="http://schemas.openxmlformats.org/drawingml/2006/main" noGrp="1"/>
          </p:cNvSpPr>
          <p:nvPr/>
        </p:nvSpPr>
        <p:spPr>
          <a:xfrm xmlns:a="http://schemas.openxmlformats.org/drawingml/2006/main">
            <a:off x="609600" y="6410325"/>
            <a:ext cx="10477500" cy="381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0" name="idea">
            <a:extLst xmlns:a="http://schemas.openxmlformats.org/drawingml/2006/main">
              <a:ext uri="{FF2B5EF4-FFF2-40B4-BE49-F238E27FC236}">
                <a16:creationId xmlns:a16="http://schemas.microsoft.com/office/drawing/2014/main" id="{37A5012B-CF4A-4133-BD2F-104CA3756268}"/>
              </a:ext>
            </a:extLst>
          </p:cNvPr>
          <p:cNvSpPr>
            <a:spLocks xmlns:a="http://schemas.openxmlformats.org/drawingml/2006/main" noGrp="1"/>
          </p:cNvSpPr>
          <p:nvPr/>
        </p:nvSpPr>
        <p:spPr>
          <a:xfrm xmlns:a="http://schemas.openxmlformats.org/drawingml/2006/main">
            <a:off x="742950" y="6419850"/>
            <a:ext cx="1019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La silla turca aloja la hipófisis.</a:t>
            </a:r>
          </a:p>
        </p:txBody>
      </p:sp>
      <p:sp>
        <p:nvSpPr>
          <p:cNvPr id="11" name="numero">
            <a:extLst xmlns:a="http://schemas.openxmlformats.org/drawingml/2006/main">
              <a:ext uri="{FF2B5EF4-FFF2-40B4-BE49-F238E27FC236}">
                <a16:creationId xmlns:a16="http://schemas.microsoft.com/office/drawing/2014/main" id="{278C38A9-190A-4385-8E39-7E1CC9C778EE}"/>
              </a:ext>
            </a:extLst>
          </p:cNvPr>
          <p:cNvSpPr>
            <a:spLocks xmlns:a="http://schemas.openxmlformats.org/drawingml/2006/main" noGrp="1"/>
          </p:cNvSpPr>
          <p:nvPr/>
        </p:nvSpPr>
        <p:spPr>
          <a:xfrm xmlns:a="http://schemas.openxmlformats.org/drawingml/2006/main">
            <a:off x="11287125" y="65341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12</a:t>
            </a:r>
          </a:p>
        </p:txBody>
      </p:sp>
    </p:spTree>
    <p:extLst>
      <p:ext uri="{BB962C8B-B14F-4D97-AF65-F5344CB8AC3E}">
        <p14:creationId xmlns:p14="http://schemas.microsoft.com/office/powerpoint/2010/main" val="1121344563"/>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2CA694A1-A008-4296-A410-FD26386CD358}"/>
              </a:ext>
            </a:extLst>
          </p:cNvPr>
          <p:cNvPicPr>
            <a:picLocks xmlns:a="http://schemas.openxmlformats.org/drawingml/2006/main" noChangeAspect="1"/>
          </p:cNvPicPr>
          <p:nvPr/>
        </p:nvPicPr>
        <p:blipFill>
          <a:blip xmlns:r="http://schemas.openxmlformats.org/officeDocument/2006/relationships" xmlns:a="http://schemas.openxmlformats.org/drawingml/2006/main" r:embed="R8f940c412b3c4842"/>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9A1FD7F6-0827-486A-AE2D-78FA8D35F80A}"/>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225" b="1">
                <a:solidFill>
                  <a:srgbClr val="113C4C"/>
                </a:solidFill>
                <a:latin typeface="Calibri"/>
                <a:ea typeface="Calibri"/>
                <a:cs typeface="Calibri"/>
              </a:defRPr>
            </a:defPPr>
            <a:lvl1pPr algn="l">
              <a:defRPr sz="3225" b="1">
                <a:solidFill>
                  <a:srgbClr val="113C4C"/>
                </a:solidFill>
                <a:latin typeface="Calibri"/>
                <a:ea typeface="Calibri"/>
                <a:cs typeface="Calibri"/>
              </a:defRPr>
            </a:lvl1pPr>
            <a:lvl2pPr algn="l">
              <a:defRPr sz="3225" b="1">
                <a:solidFill>
                  <a:srgbClr val="113C4C"/>
                </a:solidFill>
                <a:latin typeface="Calibri"/>
                <a:ea typeface="Calibri"/>
                <a:cs typeface="Calibri"/>
              </a:defRPr>
            </a:lvl2pPr>
            <a:lvl3pPr algn="l">
              <a:defRPr sz="3225" b="1">
                <a:solidFill>
                  <a:srgbClr val="113C4C"/>
                </a:solidFill>
                <a:latin typeface="Calibri"/>
                <a:ea typeface="Calibri"/>
                <a:cs typeface="Calibri"/>
              </a:defRPr>
            </a:lvl3pPr>
            <a:lvl4pPr algn="l">
              <a:defRPr sz="3225" b="1">
                <a:solidFill>
                  <a:srgbClr val="113C4C"/>
                </a:solidFill>
                <a:latin typeface="Calibri"/>
                <a:ea typeface="Calibri"/>
                <a:cs typeface="Calibri"/>
              </a:defRPr>
            </a:lvl4pPr>
            <a:lvl5pPr algn="l">
              <a:defRPr sz="3225" b="1">
                <a:solidFill>
                  <a:srgbClr val="113C4C"/>
                </a:solidFill>
                <a:latin typeface="Calibri"/>
                <a:ea typeface="Calibri"/>
                <a:cs typeface="Calibri"/>
              </a:defRPr>
            </a:lvl5pPr>
            <a:lvl6pPr algn="l">
              <a:defRPr sz="3225" b="1">
                <a:solidFill>
                  <a:srgbClr val="113C4C"/>
                </a:solidFill>
                <a:latin typeface="Calibri"/>
                <a:ea typeface="Calibri"/>
                <a:cs typeface="Calibri"/>
              </a:defRPr>
            </a:lvl6pPr>
            <a:lvl7pPr algn="l">
              <a:defRPr sz="3225" b="1">
                <a:solidFill>
                  <a:srgbClr val="113C4C"/>
                </a:solidFill>
                <a:latin typeface="Calibri"/>
                <a:ea typeface="Calibri"/>
                <a:cs typeface="Calibri"/>
              </a:defRPr>
            </a:lvl7pPr>
            <a:lvl8pPr algn="l">
              <a:defRPr sz="3225" b="1">
                <a:solidFill>
                  <a:srgbClr val="113C4C"/>
                </a:solidFill>
                <a:latin typeface="Calibri"/>
                <a:ea typeface="Calibri"/>
                <a:cs typeface="Calibri"/>
              </a:defRPr>
            </a:lvl8pPr>
            <a:lvl9pPr algn="l">
              <a:defRPr sz="3225" b="1">
                <a:solidFill>
                  <a:srgbClr val="113C4C"/>
                </a:solidFill>
                <a:latin typeface="Calibri"/>
                <a:ea typeface="Calibri"/>
                <a:cs typeface="Calibri"/>
              </a:defRPr>
            </a:lvl9pPr>
          </a:lstStyle>
          <a:p xmlns:a="http://schemas.openxmlformats.org/drawingml/2006/main">
            <a:pPr algn="l">
              <a:defRPr sz="3225" b="1">
                <a:solidFill>
                  <a:srgbClr val="113C4C"/>
                </a:solidFill>
                <a:latin typeface="Calibri"/>
                <a:ea typeface="Calibri"/>
                <a:cs typeface="Calibri"/>
              </a:defRPr>
            </a:pPr>
            <a:r>
              <a:rPr sz="3225" b="1">
                <a:solidFill>
                  <a:srgbClr val="113C4C"/>
                </a:solidFill>
                <a:latin typeface="Calibri"/>
                <a:ea typeface="Calibri"/>
                <a:cs typeface="Calibri"/>
              </a:rPr>
              <a:t>Etmoides: techo, tabique y pared</a:t>
            </a:r>
          </a:p>
        </p:txBody>
      </p:sp>
      <p:sp>
        <p:nvSpPr>
          <p:cNvPr id="3" name="area-figuras">
            <a:extLst xmlns:a="http://schemas.openxmlformats.org/drawingml/2006/main">
              <a:ext uri="{FF2B5EF4-FFF2-40B4-BE49-F238E27FC236}">
                <a16:creationId xmlns:a16="http://schemas.microsoft.com/office/drawing/2014/main" id="{1EAC5B82-4230-4650-934B-06E9397FDB28}"/>
              </a:ext>
            </a:extLst>
          </p:cNvPr>
          <p:cNvSpPr>
            <a:spLocks xmlns:a="http://schemas.openxmlformats.org/drawingml/2006/main" noGrp="1"/>
          </p:cNvSpPr>
          <p:nvPr/>
        </p:nvSpPr>
        <p:spPr>
          <a:xfrm xmlns:a="http://schemas.openxmlformats.org/drawingml/2006/main">
            <a:off x="609600" y="1257300"/>
            <a:ext cx="10972800" cy="44005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09C1D1C5-0B89-48B4-B77A-EC56EC09EA42}"/>
              </a:ext>
            </a:extLst>
          </p:cNvPr>
          <p:cNvPicPr>
            <a:picLocks xmlns:a="http://schemas.openxmlformats.org/drawingml/2006/main" noChangeAspect="1"/>
          </p:cNvPicPr>
          <p:nvPr/>
        </p:nvPicPr>
        <p:blipFill>
          <a:blip xmlns:r="http://schemas.openxmlformats.org/officeDocument/2006/relationships" xmlns:a="http://schemas.openxmlformats.org/drawingml/2006/main" r:embed="R5db044390dab494d"/>
          <a:stretch xmlns:a="http://schemas.openxmlformats.org/drawingml/2006/main"/>
        </p:blipFill>
        <p:spPr>
          <a:xfrm xmlns:a="http://schemas.openxmlformats.org/drawingml/2006/main">
            <a:off x="1266825" y="1323975"/>
            <a:ext cx="4152900" cy="415290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D80C2955-222E-4D1A-88EB-F3425C25DEBF}"/>
              </a:ext>
            </a:extLst>
          </p:cNvPr>
          <p:cNvPicPr>
            <a:picLocks xmlns:a="http://schemas.openxmlformats.org/drawingml/2006/main" noChangeAspect="1"/>
          </p:cNvPicPr>
          <p:nvPr/>
        </p:nvPicPr>
        <p:blipFill>
          <a:blip xmlns:r="http://schemas.openxmlformats.org/officeDocument/2006/relationships" xmlns:a="http://schemas.openxmlformats.org/drawingml/2006/main" r:embed="R8b3c2300d97d484c"/>
          <a:stretch xmlns:a="http://schemas.openxmlformats.org/drawingml/2006/main"/>
        </p:blipFill>
        <p:spPr>
          <a:xfrm xmlns:a="http://schemas.openxmlformats.org/drawingml/2006/main">
            <a:off x="6466477" y="1323975"/>
            <a:ext cx="4726396" cy="4152900"/>
          </a:xfrm>
          <a:prstGeom xmlns:a="http://schemas.openxmlformats.org/drawingml/2006/main" prst="rect">
            <a:avLst/>
          </a:prstGeom>
        </p:spPr>
      </p:pic>
      <p:sp>
        <p:nvSpPr>
          <p:cNvPr id="6" name="relacion-0">
            <a:extLst xmlns:a="http://schemas.openxmlformats.org/drawingml/2006/main">
              <a:ext uri="{FF2B5EF4-FFF2-40B4-BE49-F238E27FC236}">
                <a16:creationId xmlns:a16="http://schemas.microsoft.com/office/drawing/2014/main" id="{0C2CF98E-76BC-48E7-8D1A-E266210E5C2B}"/>
              </a:ext>
            </a:extLst>
          </p:cNvPr>
          <p:cNvSpPr>
            <a:spLocks xmlns:a="http://schemas.openxmlformats.org/drawingml/2006/main" noGrp="1"/>
          </p:cNvSpPr>
          <p:nvPr/>
        </p:nvSpPr>
        <p:spPr>
          <a:xfrm xmlns:a="http://schemas.openxmlformats.org/drawingml/2006/main">
            <a:off x="6096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Lámina cribosa</a:t>
            </a:r>
          </a:p>
        </p:txBody>
      </p:sp>
      <p:sp>
        <p:nvSpPr>
          <p:cNvPr id="7" name="relacion-1">
            <a:extLst xmlns:a="http://schemas.openxmlformats.org/drawingml/2006/main">
              <a:ext uri="{FF2B5EF4-FFF2-40B4-BE49-F238E27FC236}">
                <a16:creationId xmlns:a16="http://schemas.microsoft.com/office/drawing/2014/main" id="{0799E8B9-8A06-4EF1-A8A1-2A59F9FF3B10}"/>
              </a:ext>
            </a:extLst>
          </p:cNvPr>
          <p:cNvSpPr>
            <a:spLocks xmlns:a="http://schemas.openxmlformats.org/drawingml/2006/main" noGrp="1"/>
          </p:cNvSpPr>
          <p:nvPr/>
        </p:nvSpPr>
        <p:spPr>
          <a:xfrm xmlns:a="http://schemas.openxmlformats.org/drawingml/2006/main">
            <a:off x="42672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Lámina perpendicular</a:t>
            </a:r>
          </a:p>
        </p:txBody>
      </p:sp>
      <p:sp>
        <p:nvSpPr>
          <p:cNvPr id="8" name="relacion-2">
            <a:extLst xmlns:a="http://schemas.openxmlformats.org/drawingml/2006/main">
              <a:ext uri="{FF2B5EF4-FFF2-40B4-BE49-F238E27FC236}">
                <a16:creationId xmlns:a16="http://schemas.microsoft.com/office/drawing/2014/main" id="{80329C9D-8992-4B0E-A35E-D3DB80283A5D}"/>
              </a:ext>
            </a:extLst>
          </p:cNvPr>
          <p:cNvSpPr>
            <a:spLocks xmlns:a="http://schemas.openxmlformats.org/drawingml/2006/main" noGrp="1"/>
          </p:cNvSpPr>
          <p:nvPr/>
        </p:nvSpPr>
        <p:spPr>
          <a:xfrm xmlns:a="http://schemas.openxmlformats.org/drawingml/2006/main">
            <a:off x="79248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Cornetes superior y medio</a:t>
            </a:r>
          </a:p>
        </p:txBody>
      </p:sp>
      <p:sp>
        <p:nvSpPr>
          <p:cNvPr id="9" name="idea-fondo">
            <a:extLst xmlns:a="http://schemas.openxmlformats.org/drawingml/2006/main">
              <a:ext uri="{FF2B5EF4-FFF2-40B4-BE49-F238E27FC236}">
                <a16:creationId xmlns:a16="http://schemas.microsoft.com/office/drawing/2014/main" id="{C86EA047-EF53-480A-AE6A-BCD89C91835E}"/>
              </a:ext>
            </a:extLst>
          </p:cNvPr>
          <p:cNvSpPr>
            <a:spLocks xmlns:a="http://schemas.openxmlformats.org/drawingml/2006/main" noGrp="1"/>
          </p:cNvSpPr>
          <p:nvPr/>
        </p:nvSpPr>
        <p:spPr>
          <a:xfrm xmlns:a="http://schemas.openxmlformats.org/drawingml/2006/main">
            <a:off x="609600" y="6410325"/>
            <a:ext cx="10477500" cy="381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0" name="idea">
            <a:extLst xmlns:a="http://schemas.openxmlformats.org/drawingml/2006/main">
              <a:ext uri="{FF2B5EF4-FFF2-40B4-BE49-F238E27FC236}">
                <a16:creationId xmlns:a16="http://schemas.microsoft.com/office/drawing/2014/main" id="{FC6D96A6-858A-4C4A-9090-57E3B6790974}"/>
              </a:ext>
            </a:extLst>
          </p:cNvPr>
          <p:cNvSpPr>
            <a:spLocks xmlns:a="http://schemas.openxmlformats.org/drawingml/2006/main" noGrp="1"/>
          </p:cNvSpPr>
          <p:nvPr/>
        </p:nvSpPr>
        <p:spPr>
          <a:xfrm xmlns:a="http://schemas.openxmlformats.org/drawingml/2006/main">
            <a:off x="742950" y="6419850"/>
            <a:ext cx="1019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El cornete inferior es un hueso facial independiente.</a:t>
            </a:r>
          </a:p>
        </p:txBody>
      </p:sp>
      <p:sp>
        <p:nvSpPr>
          <p:cNvPr id="11" name="numero">
            <a:extLst xmlns:a="http://schemas.openxmlformats.org/drawingml/2006/main">
              <a:ext uri="{FF2B5EF4-FFF2-40B4-BE49-F238E27FC236}">
                <a16:creationId xmlns:a16="http://schemas.microsoft.com/office/drawing/2014/main" id="{DEA505A9-3805-4126-8508-01BE5C51C41C}"/>
              </a:ext>
            </a:extLst>
          </p:cNvPr>
          <p:cNvSpPr>
            <a:spLocks xmlns:a="http://schemas.openxmlformats.org/drawingml/2006/main" noGrp="1"/>
          </p:cNvSpPr>
          <p:nvPr/>
        </p:nvSpPr>
        <p:spPr>
          <a:xfrm xmlns:a="http://schemas.openxmlformats.org/drawingml/2006/main">
            <a:off x="11287125" y="65341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13</a:t>
            </a:r>
          </a:p>
        </p:txBody>
      </p:sp>
    </p:spTree>
    <p:extLst>
      <p:ext uri="{BB962C8B-B14F-4D97-AF65-F5344CB8AC3E}">
        <p14:creationId xmlns:p14="http://schemas.microsoft.com/office/powerpoint/2010/main" val="213871981"/>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6A96F703-DDC4-43C5-AE18-0F6A2B9EFF95}"/>
              </a:ext>
            </a:extLst>
          </p:cNvPr>
          <p:cNvPicPr>
            <a:picLocks xmlns:a="http://schemas.openxmlformats.org/drawingml/2006/main" noChangeAspect="1"/>
          </p:cNvPicPr>
          <p:nvPr/>
        </p:nvPicPr>
        <p:blipFill>
          <a:blip xmlns:r="http://schemas.openxmlformats.org/officeDocument/2006/relationships" xmlns:a="http://schemas.openxmlformats.org/drawingml/2006/main" r:embed="Rd537d5f35bdc408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8B6D4EDF-3862-492B-ABB7-DF7BB00994FC}"/>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225" b="1">
                <a:solidFill>
                  <a:srgbClr val="113C4C"/>
                </a:solidFill>
                <a:latin typeface="Calibri"/>
                <a:ea typeface="Calibri"/>
                <a:cs typeface="Calibri"/>
              </a:defRPr>
            </a:defPPr>
            <a:lvl1pPr algn="l">
              <a:defRPr sz="3225" b="1">
                <a:solidFill>
                  <a:srgbClr val="113C4C"/>
                </a:solidFill>
                <a:latin typeface="Calibri"/>
                <a:ea typeface="Calibri"/>
                <a:cs typeface="Calibri"/>
              </a:defRPr>
            </a:lvl1pPr>
            <a:lvl2pPr algn="l">
              <a:defRPr sz="3225" b="1">
                <a:solidFill>
                  <a:srgbClr val="113C4C"/>
                </a:solidFill>
                <a:latin typeface="Calibri"/>
                <a:ea typeface="Calibri"/>
                <a:cs typeface="Calibri"/>
              </a:defRPr>
            </a:lvl2pPr>
            <a:lvl3pPr algn="l">
              <a:defRPr sz="3225" b="1">
                <a:solidFill>
                  <a:srgbClr val="113C4C"/>
                </a:solidFill>
                <a:latin typeface="Calibri"/>
                <a:ea typeface="Calibri"/>
                <a:cs typeface="Calibri"/>
              </a:defRPr>
            </a:lvl3pPr>
            <a:lvl4pPr algn="l">
              <a:defRPr sz="3225" b="1">
                <a:solidFill>
                  <a:srgbClr val="113C4C"/>
                </a:solidFill>
                <a:latin typeface="Calibri"/>
                <a:ea typeface="Calibri"/>
                <a:cs typeface="Calibri"/>
              </a:defRPr>
            </a:lvl4pPr>
            <a:lvl5pPr algn="l">
              <a:defRPr sz="3225" b="1">
                <a:solidFill>
                  <a:srgbClr val="113C4C"/>
                </a:solidFill>
                <a:latin typeface="Calibri"/>
                <a:ea typeface="Calibri"/>
                <a:cs typeface="Calibri"/>
              </a:defRPr>
            </a:lvl5pPr>
            <a:lvl6pPr algn="l">
              <a:defRPr sz="3225" b="1">
                <a:solidFill>
                  <a:srgbClr val="113C4C"/>
                </a:solidFill>
                <a:latin typeface="Calibri"/>
                <a:ea typeface="Calibri"/>
                <a:cs typeface="Calibri"/>
              </a:defRPr>
            </a:lvl6pPr>
            <a:lvl7pPr algn="l">
              <a:defRPr sz="3225" b="1">
                <a:solidFill>
                  <a:srgbClr val="113C4C"/>
                </a:solidFill>
                <a:latin typeface="Calibri"/>
                <a:ea typeface="Calibri"/>
                <a:cs typeface="Calibri"/>
              </a:defRPr>
            </a:lvl7pPr>
            <a:lvl8pPr algn="l">
              <a:defRPr sz="3225" b="1">
                <a:solidFill>
                  <a:srgbClr val="113C4C"/>
                </a:solidFill>
                <a:latin typeface="Calibri"/>
                <a:ea typeface="Calibri"/>
                <a:cs typeface="Calibri"/>
              </a:defRPr>
            </a:lvl8pPr>
            <a:lvl9pPr algn="l">
              <a:defRPr sz="3225" b="1">
                <a:solidFill>
                  <a:srgbClr val="113C4C"/>
                </a:solidFill>
                <a:latin typeface="Calibri"/>
                <a:ea typeface="Calibri"/>
                <a:cs typeface="Calibri"/>
              </a:defRPr>
            </a:lvl9pPr>
          </a:lstStyle>
          <a:p xmlns:a="http://schemas.openxmlformats.org/drawingml/2006/main">
            <a:pPr algn="l">
              <a:defRPr sz="3225" b="1">
                <a:solidFill>
                  <a:srgbClr val="113C4C"/>
                </a:solidFill>
                <a:latin typeface="Calibri"/>
                <a:ea typeface="Calibri"/>
                <a:cs typeface="Calibri"/>
              </a:defRPr>
            </a:pPr>
            <a:r>
              <a:rPr sz="3225" b="1">
                <a:solidFill>
                  <a:srgbClr val="113C4C"/>
                </a:solidFill>
                <a:latin typeface="Calibri"/>
                <a:ea typeface="Calibri"/>
                <a:cs typeface="Calibri"/>
              </a:rPr>
              <a:t>Maxilar y palatino: el paladar duro</a:t>
            </a:r>
          </a:p>
        </p:txBody>
      </p:sp>
      <p:sp>
        <p:nvSpPr>
          <p:cNvPr id="3" name="area-figuras">
            <a:extLst xmlns:a="http://schemas.openxmlformats.org/drawingml/2006/main">
              <a:ext uri="{FF2B5EF4-FFF2-40B4-BE49-F238E27FC236}">
                <a16:creationId xmlns:a16="http://schemas.microsoft.com/office/drawing/2014/main" id="{935FF27D-E7E9-464D-9CD2-EC75AB59BF01}"/>
              </a:ext>
            </a:extLst>
          </p:cNvPr>
          <p:cNvSpPr>
            <a:spLocks xmlns:a="http://schemas.openxmlformats.org/drawingml/2006/main" noGrp="1"/>
          </p:cNvSpPr>
          <p:nvPr/>
        </p:nvSpPr>
        <p:spPr>
          <a:xfrm xmlns:a="http://schemas.openxmlformats.org/drawingml/2006/main">
            <a:off x="609600" y="1257300"/>
            <a:ext cx="10972800" cy="44005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977480B8-3397-4C7E-99D2-2BDD666F4D5C}"/>
              </a:ext>
            </a:extLst>
          </p:cNvPr>
          <p:cNvPicPr>
            <a:picLocks xmlns:a="http://schemas.openxmlformats.org/drawingml/2006/main" noChangeAspect="1"/>
          </p:cNvPicPr>
          <p:nvPr/>
        </p:nvPicPr>
        <p:blipFill>
          <a:blip xmlns:r="http://schemas.openxmlformats.org/officeDocument/2006/relationships" xmlns:a="http://schemas.openxmlformats.org/drawingml/2006/main" r:embed="Raa652daac4064667"/>
          <a:stretch xmlns:a="http://schemas.openxmlformats.org/drawingml/2006/main"/>
        </p:blipFill>
        <p:spPr>
          <a:xfrm xmlns:a="http://schemas.openxmlformats.org/drawingml/2006/main">
            <a:off x="1784964" y="1323975"/>
            <a:ext cx="3116623" cy="415290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86FC1E66-16BC-4D99-A825-7F22776ECA54}"/>
              </a:ext>
            </a:extLst>
          </p:cNvPr>
          <p:cNvPicPr>
            <a:picLocks xmlns:a="http://schemas.openxmlformats.org/drawingml/2006/main" noChangeAspect="1"/>
          </p:cNvPicPr>
          <p:nvPr/>
        </p:nvPicPr>
        <p:blipFill>
          <a:blip xmlns:r="http://schemas.openxmlformats.org/officeDocument/2006/relationships" xmlns:a="http://schemas.openxmlformats.org/drawingml/2006/main" r:embed="R41c8e78b39fe4662"/>
          <a:stretch xmlns:a="http://schemas.openxmlformats.org/drawingml/2006/main"/>
        </p:blipFill>
        <p:spPr>
          <a:xfrm xmlns:a="http://schemas.openxmlformats.org/drawingml/2006/main">
            <a:off x="6495135" y="1323975"/>
            <a:ext cx="4669080" cy="4152900"/>
          </a:xfrm>
          <a:prstGeom xmlns:a="http://schemas.openxmlformats.org/drawingml/2006/main" prst="rect">
            <a:avLst/>
          </a:prstGeom>
        </p:spPr>
      </p:pic>
      <p:sp>
        <p:nvSpPr>
          <p:cNvPr id="6" name="relacion-0">
            <a:extLst xmlns:a="http://schemas.openxmlformats.org/drawingml/2006/main">
              <a:ext uri="{FF2B5EF4-FFF2-40B4-BE49-F238E27FC236}">
                <a16:creationId xmlns:a16="http://schemas.microsoft.com/office/drawing/2014/main" id="{7959D83A-6219-4447-AB53-FC65E9CC66CA}"/>
              </a:ext>
            </a:extLst>
          </p:cNvPr>
          <p:cNvSpPr>
            <a:spLocks xmlns:a="http://schemas.openxmlformats.org/drawingml/2006/main" noGrp="1"/>
          </p:cNvSpPr>
          <p:nvPr/>
        </p:nvSpPr>
        <p:spPr>
          <a:xfrm xmlns:a="http://schemas.openxmlformats.org/drawingml/2006/main">
            <a:off x="609600" y="5743575"/>
            <a:ext cx="5353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Maxilar: anterior</a:t>
            </a:r>
          </a:p>
        </p:txBody>
      </p:sp>
      <p:sp>
        <p:nvSpPr>
          <p:cNvPr id="7" name="relacion-1">
            <a:extLst xmlns:a="http://schemas.openxmlformats.org/drawingml/2006/main">
              <a:ext uri="{FF2B5EF4-FFF2-40B4-BE49-F238E27FC236}">
                <a16:creationId xmlns:a16="http://schemas.microsoft.com/office/drawing/2014/main" id="{FA1398EC-F135-4F05-ACD7-7B6A0EB5A6F6}"/>
              </a:ext>
            </a:extLst>
          </p:cNvPr>
          <p:cNvSpPr>
            <a:spLocks xmlns:a="http://schemas.openxmlformats.org/drawingml/2006/main" noGrp="1"/>
          </p:cNvSpPr>
          <p:nvPr/>
        </p:nvSpPr>
        <p:spPr>
          <a:xfrm xmlns:a="http://schemas.openxmlformats.org/drawingml/2006/main">
            <a:off x="6096000" y="5743575"/>
            <a:ext cx="5353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Palatino: posterior</a:t>
            </a:r>
          </a:p>
        </p:txBody>
      </p:sp>
      <p:sp>
        <p:nvSpPr>
          <p:cNvPr id="8" name="idea-fondo">
            <a:extLst xmlns:a="http://schemas.openxmlformats.org/drawingml/2006/main">
              <a:ext uri="{FF2B5EF4-FFF2-40B4-BE49-F238E27FC236}">
                <a16:creationId xmlns:a16="http://schemas.microsoft.com/office/drawing/2014/main" id="{5D28AFD4-D4D7-4C88-8F6B-9378254EF898}"/>
              </a:ext>
            </a:extLst>
          </p:cNvPr>
          <p:cNvSpPr>
            <a:spLocks xmlns:a="http://schemas.openxmlformats.org/drawingml/2006/main" noGrp="1"/>
          </p:cNvSpPr>
          <p:nvPr/>
        </p:nvSpPr>
        <p:spPr>
          <a:xfrm xmlns:a="http://schemas.openxmlformats.org/drawingml/2006/main">
            <a:off x="609600" y="6410325"/>
            <a:ext cx="10477500" cy="381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9" name="idea">
            <a:extLst xmlns:a="http://schemas.openxmlformats.org/drawingml/2006/main">
              <a:ext uri="{FF2B5EF4-FFF2-40B4-BE49-F238E27FC236}">
                <a16:creationId xmlns:a16="http://schemas.microsoft.com/office/drawing/2014/main" id="{E56FD2DA-17E4-4562-ABAB-60B85A27F06F}"/>
              </a:ext>
            </a:extLst>
          </p:cNvPr>
          <p:cNvSpPr>
            <a:spLocks xmlns:a="http://schemas.openxmlformats.org/drawingml/2006/main" noGrp="1"/>
          </p:cNvSpPr>
          <p:nvPr/>
        </p:nvSpPr>
        <p:spPr>
          <a:xfrm xmlns:a="http://schemas.openxmlformats.org/drawingml/2006/main">
            <a:off x="742950" y="6419850"/>
            <a:ext cx="1019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Paladar duro = techo de la boca y suelo de la cavidad nasal.</a:t>
            </a:r>
          </a:p>
        </p:txBody>
      </p:sp>
      <p:sp>
        <p:nvSpPr>
          <p:cNvPr id="10" name="numero">
            <a:extLst xmlns:a="http://schemas.openxmlformats.org/drawingml/2006/main">
              <a:ext uri="{FF2B5EF4-FFF2-40B4-BE49-F238E27FC236}">
                <a16:creationId xmlns:a16="http://schemas.microsoft.com/office/drawing/2014/main" id="{086FC5A8-BC77-4592-A73A-0DFB1B6AABC4}"/>
              </a:ext>
            </a:extLst>
          </p:cNvPr>
          <p:cNvSpPr>
            <a:spLocks xmlns:a="http://schemas.openxmlformats.org/drawingml/2006/main" noGrp="1"/>
          </p:cNvSpPr>
          <p:nvPr/>
        </p:nvSpPr>
        <p:spPr>
          <a:xfrm xmlns:a="http://schemas.openxmlformats.org/drawingml/2006/main">
            <a:off x="11287125" y="65341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14</a:t>
            </a:r>
          </a:p>
        </p:txBody>
      </p:sp>
    </p:spTree>
    <p:extLst>
      <p:ext uri="{BB962C8B-B14F-4D97-AF65-F5344CB8AC3E}">
        <p14:creationId xmlns:p14="http://schemas.microsoft.com/office/powerpoint/2010/main" val="1556633636"/>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226BEF83-2B1B-42E5-AAD8-106623E92465}"/>
              </a:ext>
            </a:extLst>
          </p:cNvPr>
          <p:cNvPicPr>
            <a:picLocks xmlns:a="http://schemas.openxmlformats.org/drawingml/2006/main" noChangeAspect="1"/>
          </p:cNvPicPr>
          <p:nvPr/>
        </p:nvPicPr>
        <p:blipFill>
          <a:blip xmlns:r="http://schemas.openxmlformats.org/officeDocument/2006/relationships" xmlns:a="http://schemas.openxmlformats.org/drawingml/2006/main" r:embed="R2940ced876674ae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9E689A78-5C12-4225-979B-B6AF04BE7AB0}"/>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225" b="1">
                <a:solidFill>
                  <a:srgbClr val="113C4C"/>
                </a:solidFill>
                <a:latin typeface="Calibri"/>
                <a:ea typeface="Calibri"/>
                <a:cs typeface="Calibri"/>
              </a:defRPr>
            </a:defPPr>
            <a:lvl1pPr algn="l">
              <a:defRPr sz="3225" b="1">
                <a:solidFill>
                  <a:srgbClr val="113C4C"/>
                </a:solidFill>
                <a:latin typeface="Calibri"/>
                <a:ea typeface="Calibri"/>
                <a:cs typeface="Calibri"/>
              </a:defRPr>
            </a:lvl1pPr>
            <a:lvl2pPr algn="l">
              <a:defRPr sz="3225" b="1">
                <a:solidFill>
                  <a:srgbClr val="113C4C"/>
                </a:solidFill>
                <a:latin typeface="Calibri"/>
                <a:ea typeface="Calibri"/>
                <a:cs typeface="Calibri"/>
              </a:defRPr>
            </a:lvl2pPr>
            <a:lvl3pPr algn="l">
              <a:defRPr sz="3225" b="1">
                <a:solidFill>
                  <a:srgbClr val="113C4C"/>
                </a:solidFill>
                <a:latin typeface="Calibri"/>
                <a:ea typeface="Calibri"/>
                <a:cs typeface="Calibri"/>
              </a:defRPr>
            </a:lvl3pPr>
            <a:lvl4pPr algn="l">
              <a:defRPr sz="3225" b="1">
                <a:solidFill>
                  <a:srgbClr val="113C4C"/>
                </a:solidFill>
                <a:latin typeface="Calibri"/>
                <a:ea typeface="Calibri"/>
                <a:cs typeface="Calibri"/>
              </a:defRPr>
            </a:lvl4pPr>
            <a:lvl5pPr algn="l">
              <a:defRPr sz="3225" b="1">
                <a:solidFill>
                  <a:srgbClr val="113C4C"/>
                </a:solidFill>
                <a:latin typeface="Calibri"/>
                <a:ea typeface="Calibri"/>
                <a:cs typeface="Calibri"/>
              </a:defRPr>
            </a:lvl5pPr>
            <a:lvl6pPr algn="l">
              <a:defRPr sz="3225" b="1">
                <a:solidFill>
                  <a:srgbClr val="113C4C"/>
                </a:solidFill>
                <a:latin typeface="Calibri"/>
                <a:ea typeface="Calibri"/>
                <a:cs typeface="Calibri"/>
              </a:defRPr>
            </a:lvl6pPr>
            <a:lvl7pPr algn="l">
              <a:defRPr sz="3225" b="1">
                <a:solidFill>
                  <a:srgbClr val="113C4C"/>
                </a:solidFill>
                <a:latin typeface="Calibri"/>
                <a:ea typeface="Calibri"/>
                <a:cs typeface="Calibri"/>
              </a:defRPr>
            </a:lvl7pPr>
            <a:lvl8pPr algn="l">
              <a:defRPr sz="3225" b="1">
                <a:solidFill>
                  <a:srgbClr val="113C4C"/>
                </a:solidFill>
                <a:latin typeface="Calibri"/>
                <a:ea typeface="Calibri"/>
                <a:cs typeface="Calibri"/>
              </a:defRPr>
            </a:lvl8pPr>
            <a:lvl9pPr algn="l">
              <a:defRPr sz="3225" b="1">
                <a:solidFill>
                  <a:srgbClr val="113C4C"/>
                </a:solidFill>
                <a:latin typeface="Calibri"/>
                <a:ea typeface="Calibri"/>
                <a:cs typeface="Calibri"/>
              </a:defRPr>
            </a:lvl9pPr>
          </a:lstStyle>
          <a:p xmlns:a="http://schemas.openxmlformats.org/drawingml/2006/main">
            <a:pPr algn="l">
              <a:defRPr sz="3225" b="1">
                <a:solidFill>
                  <a:srgbClr val="113C4C"/>
                </a:solidFill>
                <a:latin typeface="Calibri"/>
                <a:ea typeface="Calibri"/>
                <a:cs typeface="Calibri"/>
              </a:defRPr>
            </a:pPr>
            <a:r>
              <a:rPr sz="3225" b="1">
                <a:solidFill>
                  <a:srgbClr val="113C4C"/>
                </a:solidFill>
                <a:latin typeface="Calibri"/>
                <a:ea typeface="Calibri"/>
                <a:cs typeface="Calibri"/>
              </a:rPr>
              <a:t>Pequeños huesos, relaciones precisas</a:t>
            </a:r>
          </a:p>
        </p:txBody>
      </p:sp>
      <p:sp>
        <p:nvSpPr>
          <p:cNvPr id="3" name="area-figuras">
            <a:extLst xmlns:a="http://schemas.openxmlformats.org/drawingml/2006/main">
              <a:ext uri="{FF2B5EF4-FFF2-40B4-BE49-F238E27FC236}">
                <a16:creationId xmlns:a16="http://schemas.microsoft.com/office/drawing/2014/main" id="{5B3DBB09-76CA-4DEF-B1A4-0BC58AF3AA86}"/>
              </a:ext>
            </a:extLst>
          </p:cNvPr>
          <p:cNvSpPr>
            <a:spLocks xmlns:a="http://schemas.openxmlformats.org/drawingml/2006/main" noGrp="1"/>
          </p:cNvSpPr>
          <p:nvPr/>
        </p:nvSpPr>
        <p:spPr>
          <a:xfrm xmlns:a="http://schemas.openxmlformats.org/drawingml/2006/main">
            <a:off x="609600" y="1257300"/>
            <a:ext cx="10972800" cy="44005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4" name="identificacion-0">
            <a:extLst xmlns:a="http://schemas.openxmlformats.org/drawingml/2006/main">
              <a:ext uri="{FF2B5EF4-FFF2-40B4-BE49-F238E27FC236}">
                <a16:creationId xmlns:a16="http://schemas.microsoft.com/office/drawing/2014/main" id="{1F76DAF5-CC1F-469C-9E24-42C492977679}"/>
              </a:ext>
            </a:extLst>
          </p:cNvPr>
          <p:cNvSpPr>
            <a:spLocks xmlns:a="http://schemas.openxmlformats.org/drawingml/2006/main" noGrp="1"/>
          </p:cNvSpPr>
          <p:nvPr/>
        </p:nvSpPr>
        <p:spPr>
          <a:xfrm xmlns:a="http://schemas.openxmlformats.org/drawingml/2006/main">
            <a:off x="704850" y="1323975"/>
            <a:ext cx="5276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237A86"/>
                </a:solidFill>
                <a:latin typeface="Calibri"/>
                <a:ea typeface="Calibri"/>
                <a:cs typeface="Calibri"/>
              </a:defRPr>
            </a:defPPr>
            <a:lvl1pPr algn="ctr">
              <a:defRPr sz="1875" b="1">
                <a:solidFill>
                  <a:srgbClr val="237A86"/>
                </a:solidFill>
                <a:latin typeface="Calibri"/>
                <a:ea typeface="Calibri"/>
                <a:cs typeface="Calibri"/>
              </a:defRPr>
            </a:lvl1pPr>
            <a:lvl2pPr algn="ctr">
              <a:defRPr sz="1875" b="1">
                <a:solidFill>
                  <a:srgbClr val="237A86"/>
                </a:solidFill>
                <a:latin typeface="Calibri"/>
                <a:ea typeface="Calibri"/>
                <a:cs typeface="Calibri"/>
              </a:defRPr>
            </a:lvl2pPr>
            <a:lvl3pPr algn="ctr">
              <a:defRPr sz="1875" b="1">
                <a:solidFill>
                  <a:srgbClr val="237A86"/>
                </a:solidFill>
                <a:latin typeface="Calibri"/>
                <a:ea typeface="Calibri"/>
                <a:cs typeface="Calibri"/>
              </a:defRPr>
            </a:lvl3pPr>
            <a:lvl4pPr algn="ctr">
              <a:defRPr sz="1875" b="1">
                <a:solidFill>
                  <a:srgbClr val="237A86"/>
                </a:solidFill>
                <a:latin typeface="Calibri"/>
                <a:ea typeface="Calibri"/>
                <a:cs typeface="Calibri"/>
              </a:defRPr>
            </a:lvl4pPr>
            <a:lvl5pPr algn="ctr">
              <a:defRPr sz="1875" b="1">
                <a:solidFill>
                  <a:srgbClr val="237A86"/>
                </a:solidFill>
                <a:latin typeface="Calibri"/>
                <a:ea typeface="Calibri"/>
                <a:cs typeface="Calibri"/>
              </a:defRPr>
            </a:lvl5pPr>
            <a:lvl6pPr algn="ctr">
              <a:defRPr sz="1875" b="1">
                <a:solidFill>
                  <a:srgbClr val="237A86"/>
                </a:solidFill>
                <a:latin typeface="Calibri"/>
                <a:ea typeface="Calibri"/>
                <a:cs typeface="Calibri"/>
              </a:defRPr>
            </a:lvl6pPr>
            <a:lvl7pPr algn="ctr">
              <a:defRPr sz="1875" b="1">
                <a:solidFill>
                  <a:srgbClr val="237A86"/>
                </a:solidFill>
                <a:latin typeface="Calibri"/>
                <a:ea typeface="Calibri"/>
                <a:cs typeface="Calibri"/>
              </a:defRPr>
            </a:lvl7pPr>
            <a:lvl8pPr algn="ctr">
              <a:defRPr sz="1875" b="1">
                <a:solidFill>
                  <a:srgbClr val="237A86"/>
                </a:solidFill>
                <a:latin typeface="Calibri"/>
                <a:ea typeface="Calibri"/>
                <a:cs typeface="Calibri"/>
              </a:defRPr>
            </a:lvl8pPr>
            <a:lvl9pPr algn="ctr">
              <a:defRPr sz="1875" b="1">
                <a:solidFill>
                  <a:srgbClr val="237A86"/>
                </a:solidFill>
                <a:latin typeface="Calibri"/>
                <a:ea typeface="Calibri"/>
                <a:cs typeface="Calibri"/>
              </a:defRPr>
            </a:lvl9pPr>
          </a:lstStyle>
          <a:p xmlns:a="http://schemas.openxmlformats.org/drawingml/2006/main">
            <a:pPr algn="ctr">
              <a:defRPr sz="1875" b="1">
                <a:solidFill>
                  <a:srgbClr val="237A86"/>
                </a:solidFill>
                <a:latin typeface="Calibri"/>
                <a:ea typeface="Calibri"/>
                <a:cs typeface="Calibri"/>
              </a:defRPr>
            </a:pPr>
            <a:r>
              <a:rPr sz="1875" b="1">
                <a:solidFill>
                  <a:srgbClr val="237A86"/>
                </a:solidFill>
                <a:latin typeface="Calibri"/>
                <a:ea typeface="Calibri"/>
                <a:cs typeface="Calibri"/>
              </a:rPr>
              <a:t>Cigomático</a:t>
            </a:r>
          </a:p>
        </p:txBody>
      </p:sp>
      <p:pic>
        <p:nvPicPr>
          <p:cNvPr id="5" name="">
            <a:extLst xmlns:a="http://schemas.openxmlformats.org/drawingml/2006/main">
              <a:ext uri="{FF2B5EF4-FFF2-40B4-BE49-F238E27FC236}">
                <a16:creationId xmlns:a16="http://schemas.microsoft.com/office/drawing/2014/main" id="{805449AB-8C69-44CF-AE22-882519CD244F}"/>
              </a:ext>
            </a:extLst>
          </p:cNvPr>
          <p:cNvPicPr>
            <a:picLocks xmlns:a="http://schemas.openxmlformats.org/drawingml/2006/main" noChangeAspect="1"/>
          </p:cNvPicPr>
          <p:nvPr/>
        </p:nvPicPr>
        <p:blipFill>
          <a:blip xmlns:r="http://schemas.openxmlformats.org/officeDocument/2006/relationships" xmlns:a="http://schemas.openxmlformats.org/drawingml/2006/main" r:embed="R1aa84cb60116430a"/>
          <a:stretch xmlns:a="http://schemas.openxmlformats.org/drawingml/2006/main"/>
        </p:blipFill>
        <p:spPr>
          <a:xfrm xmlns:a="http://schemas.openxmlformats.org/drawingml/2006/main">
            <a:off x="2711053" y="1666875"/>
            <a:ext cx="1264444" cy="1685925"/>
          </a:xfrm>
          <a:prstGeom xmlns:a="http://schemas.openxmlformats.org/drawingml/2006/main" prst="rect">
            <a:avLst/>
          </a:prstGeom>
        </p:spPr>
      </p:pic>
      <p:sp>
        <p:nvSpPr>
          <p:cNvPr id="6" name="identificacion-1">
            <a:extLst xmlns:a="http://schemas.openxmlformats.org/drawingml/2006/main">
              <a:ext uri="{FF2B5EF4-FFF2-40B4-BE49-F238E27FC236}">
                <a16:creationId xmlns:a16="http://schemas.microsoft.com/office/drawing/2014/main" id="{7E98F354-EE55-4042-A66D-535CF6B9CC6B}"/>
              </a:ext>
            </a:extLst>
          </p:cNvPr>
          <p:cNvSpPr>
            <a:spLocks xmlns:a="http://schemas.openxmlformats.org/drawingml/2006/main" noGrp="1"/>
          </p:cNvSpPr>
          <p:nvPr/>
        </p:nvSpPr>
        <p:spPr>
          <a:xfrm xmlns:a="http://schemas.openxmlformats.org/drawingml/2006/main">
            <a:off x="6191250" y="1323975"/>
            <a:ext cx="5276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237A86"/>
                </a:solidFill>
                <a:latin typeface="Calibri"/>
                <a:ea typeface="Calibri"/>
                <a:cs typeface="Calibri"/>
              </a:defRPr>
            </a:defPPr>
            <a:lvl1pPr algn="ctr">
              <a:defRPr sz="1875" b="1">
                <a:solidFill>
                  <a:srgbClr val="237A86"/>
                </a:solidFill>
                <a:latin typeface="Calibri"/>
                <a:ea typeface="Calibri"/>
                <a:cs typeface="Calibri"/>
              </a:defRPr>
            </a:lvl1pPr>
            <a:lvl2pPr algn="ctr">
              <a:defRPr sz="1875" b="1">
                <a:solidFill>
                  <a:srgbClr val="237A86"/>
                </a:solidFill>
                <a:latin typeface="Calibri"/>
                <a:ea typeface="Calibri"/>
                <a:cs typeface="Calibri"/>
              </a:defRPr>
            </a:lvl2pPr>
            <a:lvl3pPr algn="ctr">
              <a:defRPr sz="1875" b="1">
                <a:solidFill>
                  <a:srgbClr val="237A86"/>
                </a:solidFill>
                <a:latin typeface="Calibri"/>
                <a:ea typeface="Calibri"/>
                <a:cs typeface="Calibri"/>
              </a:defRPr>
            </a:lvl3pPr>
            <a:lvl4pPr algn="ctr">
              <a:defRPr sz="1875" b="1">
                <a:solidFill>
                  <a:srgbClr val="237A86"/>
                </a:solidFill>
                <a:latin typeface="Calibri"/>
                <a:ea typeface="Calibri"/>
                <a:cs typeface="Calibri"/>
              </a:defRPr>
            </a:lvl4pPr>
            <a:lvl5pPr algn="ctr">
              <a:defRPr sz="1875" b="1">
                <a:solidFill>
                  <a:srgbClr val="237A86"/>
                </a:solidFill>
                <a:latin typeface="Calibri"/>
                <a:ea typeface="Calibri"/>
                <a:cs typeface="Calibri"/>
              </a:defRPr>
            </a:lvl5pPr>
            <a:lvl6pPr algn="ctr">
              <a:defRPr sz="1875" b="1">
                <a:solidFill>
                  <a:srgbClr val="237A86"/>
                </a:solidFill>
                <a:latin typeface="Calibri"/>
                <a:ea typeface="Calibri"/>
                <a:cs typeface="Calibri"/>
              </a:defRPr>
            </a:lvl6pPr>
            <a:lvl7pPr algn="ctr">
              <a:defRPr sz="1875" b="1">
                <a:solidFill>
                  <a:srgbClr val="237A86"/>
                </a:solidFill>
                <a:latin typeface="Calibri"/>
                <a:ea typeface="Calibri"/>
                <a:cs typeface="Calibri"/>
              </a:defRPr>
            </a:lvl7pPr>
            <a:lvl8pPr algn="ctr">
              <a:defRPr sz="1875" b="1">
                <a:solidFill>
                  <a:srgbClr val="237A86"/>
                </a:solidFill>
                <a:latin typeface="Calibri"/>
                <a:ea typeface="Calibri"/>
                <a:cs typeface="Calibri"/>
              </a:defRPr>
            </a:lvl8pPr>
            <a:lvl9pPr algn="ctr">
              <a:defRPr sz="1875" b="1">
                <a:solidFill>
                  <a:srgbClr val="237A86"/>
                </a:solidFill>
                <a:latin typeface="Calibri"/>
                <a:ea typeface="Calibri"/>
                <a:cs typeface="Calibri"/>
              </a:defRPr>
            </a:lvl9pPr>
          </a:lstStyle>
          <a:p xmlns:a="http://schemas.openxmlformats.org/drawingml/2006/main">
            <a:pPr algn="ctr">
              <a:defRPr sz="1875" b="1">
                <a:solidFill>
                  <a:srgbClr val="237A86"/>
                </a:solidFill>
                <a:latin typeface="Calibri"/>
                <a:ea typeface="Calibri"/>
                <a:cs typeface="Calibri"/>
              </a:defRPr>
            </a:pPr>
            <a:r>
              <a:rPr sz="1875" b="1">
                <a:solidFill>
                  <a:srgbClr val="237A86"/>
                </a:solidFill>
                <a:latin typeface="Calibri"/>
                <a:ea typeface="Calibri"/>
                <a:cs typeface="Calibri"/>
              </a:rPr>
              <a:t>Lagrimal</a:t>
            </a:r>
          </a:p>
        </p:txBody>
      </p:sp>
      <p:pic>
        <p:nvPicPr>
          <p:cNvPr id="7" name="">
            <a:extLst xmlns:a="http://schemas.openxmlformats.org/drawingml/2006/main">
              <a:ext uri="{FF2B5EF4-FFF2-40B4-BE49-F238E27FC236}">
                <a16:creationId xmlns:a16="http://schemas.microsoft.com/office/drawing/2014/main" id="{FF982E1A-A8C3-4F37-91EF-54CE2BB8DF8D}"/>
              </a:ext>
            </a:extLst>
          </p:cNvPr>
          <p:cNvPicPr>
            <a:picLocks xmlns:a="http://schemas.openxmlformats.org/drawingml/2006/main" noChangeAspect="1"/>
          </p:cNvPicPr>
          <p:nvPr/>
        </p:nvPicPr>
        <p:blipFill>
          <a:blip xmlns:r="http://schemas.openxmlformats.org/officeDocument/2006/relationships" xmlns:a="http://schemas.openxmlformats.org/drawingml/2006/main" r:embed="R50df54c64cdb41b6"/>
          <a:stretch xmlns:a="http://schemas.openxmlformats.org/drawingml/2006/main"/>
        </p:blipFill>
        <p:spPr>
          <a:xfrm xmlns:a="http://schemas.openxmlformats.org/drawingml/2006/main">
            <a:off x="7906528" y="1666875"/>
            <a:ext cx="1846293" cy="1685925"/>
          </a:xfrm>
          <a:prstGeom xmlns:a="http://schemas.openxmlformats.org/drawingml/2006/main" prst="rect">
            <a:avLst/>
          </a:prstGeom>
        </p:spPr>
      </p:pic>
      <p:sp>
        <p:nvSpPr>
          <p:cNvPr id="8" name="identificacion-2">
            <a:extLst xmlns:a="http://schemas.openxmlformats.org/drawingml/2006/main">
              <a:ext uri="{FF2B5EF4-FFF2-40B4-BE49-F238E27FC236}">
                <a16:creationId xmlns:a16="http://schemas.microsoft.com/office/drawing/2014/main" id="{B3C95D08-E35D-4176-8C46-B5F7C53FA8DC}"/>
              </a:ext>
            </a:extLst>
          </p:cNvPr>
          <p:cNvSpPr>
            <a:spLocks xmlns:a="http://schemas.openxmlformats.org/drawingml/2006/main" noGrp="1"/>
          </p:cNvSpPr>
          <p:nvPr/>
        </p:nvSpPr>
        <p:spPr>
          <a:xfrm xmlns:a="http://schemas.openxmlformats.org/drawingml/2006/main">
            <a:off x="704850" y="3467100"/>
            <a:ext cx="5276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237A86"/>
                </a:solidFill>
                <a:latin typeface="Calibri"/>
                <a:ea typeface="Calibri"/>
                <a:cs typeface="Calibri"/>
              </a:defRPr>
            </a:defPPr>
            <a:lvl1pPr algn="ctr">
              <a:defRPr sz="1875" b="1">
                <a:solidFill>
                  <a:srgbClr val="237A86"/>
                </a:solidFill>
                <a:latin typeface="Calibri"/>
                <a:ea typeface="Calibri"/>
                <a:cs typeface="Calibri"/>
              </a:defRPr>
            </a:lvl1pPr>
            <a:lvl2pPr algn="ctr">
              <a:defRPr sz="1875" b="1">
                <a:solidFill>
                  <a:srgbClr val="237A86"/>
                </a:solidFill>
                <a:latin typeface="Calibri"/>
                <a:ea typeface="Calibri"/>
                <a:cs typeface="Calibri"/>
              </a:defRPr>
            </a:lvl2pPr>
            <a:lvl3pPr algn="ctr">
              <a:defRPr sz="1875" b="1">
                <a:solidFill>
                  <a:srgbClr val="237A86"/>
                </a:solidFill>
                <a:latin typeface="Calibri"/>
                <a:ea typeface="Calibri"/>
                <a:cs typeface="Calibri"/>
              </a:defRPr>
            </a:lvl3pPr>
            <a:lvl4pPr algn="ctr">
              <a:defRPr sz="1875" b="1">
                <a:solidFill>
                  <a:srgbClr val="237A86"/>
                </a:solidFill>
                <a:latin typeface="Calibri"/>
                <a:ea typeface="Calibri"/>
                <a:cs typeface="Calibri"/>
              </a:defRPr>
            </a:lvl4pPr>
            <a:lvl5pPr algn="ctr">
              <a:defRPr sz="1875" b="1">
                <a:solidFill>
                  <a:srgbClr val="237A86"/>
                </a:solidFill>
                <a:latin typeface="Calibri"/>
                <a:ea typeface="Calibri"/>
                <a:cs typeface="Calibri"/>
              </a:defRPr>
            </a:lvl5pPr>
            <a:lvl6pPr algn="ctr">
              <a:defRPr sz="1875" b="1">
                <a:solidFill>
                  <a:srgbClr val="237A86"/>
                </a:solidFill>
                <a:latin typeface="Calibri"/>
                <a:ea typeface="Calibri"/>
                <a:cs typeface="Calibri"/>
              </a:defRPr>
            </a:lvl6pPr>
            <a:lvl7pPr algn="ctr">
              <a:defRPr sz="1875" b="1">
                <a:solidFill>
                  <a:srgbClr val="237A86"/>
                </a:solidFill>
                <a:latin typeface="Calibri"/>
                <a:ea typeface="Calibri"/>
                <a:cs typeface="Calibri"/>
              </a:defRPr>
            </a:lvl7pPr>
            <a:lvl8pPr algn="ctr">
              <a:defRPr sz="1875" b="1">
                <a:solidFill>
                  <a:srgbClr val="237A86"/>
                </a:solidFill>
                <a:latin typeface="Calibri"/>
                <a:ea typeface="Calibri"/>
                <a:cs typeface="Calibri"/>
              </a:defRPr>
            </a:lvl8pPr>
            <a:lvl9pPr algn="ctr">
              <a:defRPr sz="1875" b="1">
                <a:solidFill>
                  <a:srgbClr val="237A86"/>
                </a:solidFill>
                <a:latin typeface="Calibri"/>
                <a:ea typeface="Calibri"/>
                <a:cs typeface="Calibri"/>
              </a:defRPr>
            </a:lvl9pPr>
          </a:lstStyle>
          <a:p xmlns:a="http://schemas.openxmlformats.org/drawingml/2006/main">
            <a:pPr algn="ctr">
              <a:defRPr sz="1875" b="1">
                <a:solidFill>
                  <a:srgbClr val="237A86"/>
                </a:solidFill>
                <a:latin typeface="Calibri"/>
                <a:ea typeface="Calibri"/>
                <a:cs typeface="Calibri"/>
              </a:defRPr>
            </a:pPr>
            <a:r>
              <a:rPr sz="1875" b="1">
                <a:solidFill>
                  <a:srgbClr val="237A86"/>
                </a:solidFill>
                <a:latin typeface="Calibri"/>
                <a:ea typeface="Calibri"/>
                <a:cs typeface="Calibri"/>
              </a:rPr>
              <a:t>Nasal</a:t>
            </a:r>
          </a:p>
        </p:txBody>
      </p:sp>
      <p:pic>
        <p:nvPicPr>
          <p:cNvPr id="9" name="">
            <a:extLst xmlns:a="http://schemas.openxmlformats.org/drawingml/2006/main">
              <a:ext uri="{FF2B5EF4-FFF2-40B4-BE49-F238E27FC236}">
                <a16:creationId xmlns:a16="http://schemas.microsoft.com/office/drawing/2014/main" id="{86DB2EF7-1EC5-441D-A0D1-7D5B66FD5BA5}"/>
              </a:ext>
            </a:extLst>
          </p:cNvPr>
          <p:cNvPicPr>
            <a:picLocks xmlns:a="http://schemas.openxmlformats.org/drawingml/2006/main" noChangeAspect="1"/>
          </p:cNvPicPr>
          <p:nvPr/>
        </p:nvPicPr>
        <p:blipFill>
          <a:blip xmlns:r="http://schemas.openxmlformats.org/officeDocument/2006/relationships" xmlns:a="http://schemas.openxmlformats.org/drawingml/2006/main" r:embed="R00ce9e6ca34148f6"/>
          <a:stretch xmlns:a="http://schemas.openxmlformats.org/drawingml/2006/main"/>
        </p:blipFill>
        <p:spPr>
          <a:xfrm xmlns:a="http://schemas.openxmlformats.org/drawingml/2006/main">
            <a:off x="2366871" y="3810000"/>
            <a:ext cx="1952809" cy="1685925"/>
          </a:xfrm>
          <a:prstGeom xmlns:a="http://schemas.openxmlformats.org/drawingml/2006/main" prst="rect">
            <a:avLst/>
          </a:prstGeom>
        </p:spPr>
      </p:pic>
      <p:sp>
        <p:nvSpPr>
          <p:cNvPr id="10" name="identificacion-3">
            <a:extLst xmlns:a="http://schemas.openxmlformats.org/drawingml/2006/main">
              <a:ext uri="{FF2B5EF4-FFF2-40B4-BE49-F238E27FC236}">
                <a16:creationId xmlns:a16="http://schemas.microsoft.com/office/drawing/2014/main" id="{BE11F148-A598-4F49-9F5E-E308CFEB4F44}"/>
              </a:ext>
            </a:extLst>
          </p:cNvPr>
          <p:cNvSpPr>
            <a:spLocks xmlns:a="http://schemas.openxmlformats.org/drawingml/2006/main" noGrp="1"/>
          </p:cNvSpPr>
          <p:nvPr/>
        </p:nvSpPr>
        <p:spPr>
          <a:xfrm xmlns:a="http://schemas.openxmlformats.org/drawingml/2006/main">
            <a:off x="6191250" y="3467100"/>
            <a:ext cx="5276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237A86"/>
                </a:solidFill>
                <a:latin typeface="Calibri"/>
                <a:ea typeface="Calibri"/>
                <a:cs typeface="Calibri"/>
              </a:defRPr>
            </a:defPPr>
            <a:lvl1pPr algn="ctr">
              <a:defRPr sz="1875" b="1">
                <a:solidFill>
                  <a:srgbClr val="237A86"/>
                </a:solidFill>
                <a:latin typeface="Calibri"/>
                <a:ea typeface="Calibri"/>
                <a:cs typeface="Calibri"/>
              </a:defRPr>
            </a:lvl1pPr>
            <a:lvl2pPr algn="ctr">
              <a:defRPr sz="1875" b="1">
                <a:solidFill>
                  <a:srgbClr val="237A86"/>
                </a:solidFill>
                <a:latin typeface="Calibri"/>
                <a:ea typeface="Calibri"/>
                <a:cs typeface="Calibri"/>
              </a:defRPr>
            </a:lvl2pPr>
            <a:lvl3pPr algn="ctr">
              <a:defRPr sz="1875" b="1">
                <a:solidFill>
                  <a:srgbClr val="237A86"/>
                </a:solidFill>
                <a:latin typeface="Calibri"/>
                <a:ea typeface="Calibri"/>
                <a:cs typeface="Calibri"/>
              </a:defRPr>
            </a:lvl3pPr>
            <a:lvl4pPr algn="ctr">
              <a:defRPr sz="1875" b="1">
                <a:solidFill>
                  <a:srgbClr val="237A86"/>
                </a:solidFill>
                <a:latin typeface="Calibri"/>
                <a:ea typeface="Calibri"/>
                <a:cs typeface="Calibri"/>
              </a:defRPr>
            </a:lvl4pPr>
            <a:lvl5pPr algn="ctr">
              <a:defRPr sz="1875" b="1">
                <a:solidFill>
                  <a:srgbClr val="237A86"/>
                </a:solidFill>
                <a:latin typeface="Calibri"/>
                <a:ea typeface="Calibri"/>
                <a:cs typeface="Calibri"/>
              </a:defRPr>
            </a:lvl5pPr>
            <a:lvl6pPr algn="ctr">
              <a:defRPr sz="1875" b="1">
                <a:solidFill>
                  <a:srgbClr val="237A86"/>
                </a:solidFill>
                <a:latin typeface="Calibri"/>
                <a:ea typeface="Calibri"/>
                <a:cs typeface="Calibri"/>
              </a:defRPr>
            </a:lvl6pPr>
            <a:lvl7pPr algn="ctr">
              <a:defRPr sz="1875" b="1">
                <a:solidFill>
                  <a:srgbClr val="237A86"/>
                </a:solidFill>
                <a:latin typeface="Calibri"/>
                <a:ea typeface="Calibri"/>
                <a:cs typeface="Calibri"/>
              </a:defRPr>
            </a:lvl7pPr>
            <a:lvl8pPr algn="ctr">
              <a:defRPr sz="1875" b="1">
                <a:solidFill>
                  <a:srgbClr val="237A86"/>
                </a:solidFill>
                <a:latin typeface="Calibri"/>
                <a:ea typeface="Calibri"/>
                <a:cs typeface="Calibri"/>
              </a:defRPr>
            </a:lvl8pPr>
            <a:lvl9pPr algn="ctr">
              <a:defRPr sz="1875" b="1">
                <a:solidFill>
                  <a:srgbClr val="237A86"/>
                </a:solidFill>
                <a:latin typeface="Calibri"/>
                <a:ea typeface="Calibri"/>
                <a:cs typeface="Calibri"/>
              </a:defRPr>
            </a:lvl9pPr>
          </a:lstStyle>
          <a:p xmlns:a="http://schemas.openxmlformats.org/drawingml/2006/main">
            <a:pPr algn="ctr">
              <a:defRPr sz="1875" b="1">
                <a:solidFill>
                  <a:srgbClr val="237A86"/>
                </a:solidFill>
                <a:latin typeface="Calibri"/>
                <a:ea typeface="Calibri"/>
                <a:cs typeface="Calibri"/>
              </a:defRPr>
            </a:pPr>
            <a:r>
              <a:rPr sz="1875" b="1">
                <a:solidFill>
                  <a:srgbClr val="237A86"/>
                </a:solidFill>
                <a:latin typeface="Calibri"/>
                <a:ea typeface="Calibri"/>
                <a:cs typeface="Calibri"/>
              </a:rPr>
              <a:t>Cornete inferior</a:t>
            </a:r>
          </a:p>
        </p:txBody>
      </p:sp>
      <p:pic>
        <p:nvPicPr>
          <p:cNvPr id="11" name="">
            <a:extLst xmlns:a="http://schemas.openxmlformats.org/drawingml/2006/main">
              <a:ext uri="{FF2B5EF4-FFF2-40B4-BE49-F238E27FC236}">
                <a16:creationId xmlns:a16="http://schemas.microsoft.com/office/drawing/2014/main" id="{AB959516-017A-400D-BA9F-FA3A089DFEB8}"/>
              </a:ext>
            </a:extLst>
          </p:cNvPr>
          <p:cNvPicPr>
            <a:picLocks xmlns:a="http://schemas.openxmlformats.org/drawingml/2006/main" noChangeAspect="1"/>
          </p:cNvPicPr>
          <p:nvPr/>
        </p:nvPicPr>
        <p:blipFill>
          <a:blip xmlns:r="http://schemas.openxmlformats.org/officeDocument/2006/relationships" xmlns:a="http://schemas.openxmlformats.org/drawingml/2006/main" r:embed="Rb0d4b5dfeac6438c"/>
          <a:stretch xmlns:a="http://schemas.openxmlformats.org/drawingml/2006/main"/>
        </p:blipFill>
        <p:spPr>
          <a:xfrm xmlns:a="http://schemas.openxmlformats.org/drawingml/2006/main">
            <a:off x="7910915" y="3810000"/>
            <a:ext cx="1837520" cy="1685925"/>
          </a:xfrm>
          <a:prstGeom xmlns:a="http://schemas.openxmlformats.org/drawingml/2006/main" prst="rect">
            <a:avLst/>
          </a:prstGeom>
        </p:spPr>
      </p:pic>
      <p:sp>
        <p:nvSpPr>
          <p:cNvPr id="12" name="idea-fondo">
            <a:extLst xmlns:a="http://schemas.openxmlformats.org/drawingml/2006/main">
              <a:ext uri="{FF2B5EF4-FFF2-40B4-BE49-F238E27FC236}">
                <a16:creationId xmlns:a16="http://schemas.microsoft.com/office/drawing/2014/main" id="{193FC134-1EA9-435B-B7EC-E12CB0882404}"/>
              </a:ext>
            </a:extLst>
          </p:cNvPr>
          <p:cNvSpPr>
            <a:spLocks xmlns:a="http://schemas.openxmlformats.org/drawingml/2006/main" noGrp="1"/>
          </p:cNvSpPr>
          <p:nvPr/>
        </p:nvSpPr>
        <p:spPr>
          <a:xfrm xmlns:a="http://schemas.openxmlformats.org/drawingml/2006/main">
            <a:off x="609600" y="6410325"/>
            <a:ext cx="10477500" cy="381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3" name="idea">
            <a:extLst xmlns:a="http://schemas.openxmlformats.org/drawingml/2006/main">
              <a:ext uri="{FF2B5EF4-FFF2-40B4-BE49-F238E27FC236}">
                <a16:creationId xmlns:a16="http://schemas.microsoft.com/office/drawing/2014/main" id="{6331B050-FC95-4536-B45E-7B694539469E}"/>
              </a:ext>
            </a:extLst>
          </p:cNvPr>
          <p:cNvSpPr>
            <a:spLocks xmlns:a="http://schemas.openxmlformats.org/drawingml/2006/main" noGrp="1"/>
          </p:cNvSpPr>
          <p:nvPr/>
        </p:nvSpPr>
        <p:spPr>
          <a:xfrm xmlns:a="http://schemas.openxmlformats.org/drawingml/2006/main">
            <a:off x="742950" y="6419850"/>
            <a:ext cx="1019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Ubica cada hueso en la pared que contribuye a formar.</a:t>
            </a:r>
          </a:p>
        </p:txBody>
      </p:sp>
      <p:sp>
        <p:nvSpPr>
          <p:cNvPr id="14" name="numero">
            <a:extLst xmlns:a="http://schemas.openxmlformats.org/drawingml/2006/main">
              <a:ext uri="{FF2B5EF4-FFF2-40B4-BE49-F238E27FC236}">
                <a16:creationId xmlns:a16="http://schemas.microsoft.com/office/drawing/2014/main" id="{8EB9BF0E-C529-428C-A54A-E9920369D3DE}"/>
              </a:ext>
            </a:extLst>
          </p:cNvPr>
          <p:cNvSpPr>
            <a:spLocks xmlns:a="http://schemas.openxmlformats.org/drawingml/2006/main" noGrp="1"/>
          </p:cNvSpPr>
          <p:nvPr/>
        </p:nvSpPr>
        <p:spPr>
          <a:xfrm xmlns:a="http://schemas.openxmlformats.org/drawingml/2006/main">
            <a:off x="11287125" y="65341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15</a:t>
            </a:r>
          </a:p>
        </p:txBody>
      </p:sp>
    </p:spTree>
    <p:extLst>
      <p:ext uri="{BB962C8B-B14F-4D97-AF65-F5344CB8AC3E}">
        <p14:creationId xmlns:p14="http://schemas.microsoft.com/office/powerpoint/2010/main" val="1623398240"/>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21FA93C2-BC4D-4B96-A479-8C171115B5EB}"/>
              </a:ext>
            </a:extLst>
          </p:cNvPr>
          <p:cNvPicPr>
            <a:picLocks xmlns:a="http://schemas.openxmlformats.org/drawingml/2006/main" noChangeAspect="1"/>
          </p:cNvPicPr>
          <p:nvPr/>
        </p:nvPicPr>
        <p:blipFill>
          <a:blip xmlns:r="http://schemas.openxmlformats.org/officeDocument/2006/relationships" xmlns:a="http://schemas.openxmlformats.org/drawingml/2006/main" r:embed="R87a729616d6b4f66"/>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969EAD5F-BDB6-4A37-A7B3-18CF50C07074}"/>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225" b="1">
                <a:solidFill>
                  <a:srgbClr val="113C4C"/>
                </a:solidFill>
                <a:latin typeface="Calibri"/>
                <a:ea typeface="Calibri"/>
                <a:cs typeface="Calibri"/>
              </a:defRPr>
            </a:defPPr>
            <a:lvl1pPr algn="l">
              <a:defRPr sz="3225" b="1">
                <a:solidFill>
                  <a:srgbClr val="113C4C"/>
                </a:solidFill>
                <a:latin typeface="Calibri"/>
                <a:ea typeface="Calibri"/>
                <a:cs typeface="Calibri"/>
              </a:defRPr>
            </a:lvl1pPr>
            <a:lvl2pPr algn="l">
              <a:defRPr sz="3225" b="1">
                <a:solidFill>
                  <a:srgbClr val="113C4C"/>
                </a:solidFill>
                <a:latin typeface="Calibri"/>
                <a:ea typeface="Calibri"/>
                <a:cs typeface="Calibri"/>
              </a:defRPr>
            </a:lvl2pPr>
            <a:lvl3pPr algn="l">
              <a:defRPr sz="3225" b="1">
                <a:solidFill>
                  <a:srgbClr val="113C4C"/>
                </a:solidFill>
                <a:latin typeface="Calibri"/>
                <a:ea typeface="Calibri"/>
                <a:cs typeface="Calibri"/>
              </a:defRPr>
            </a:lvl3pPr>
            <a:lvl4pPr algn="l">
              <a:defRPr sz="3225" b="1">
                <a:solidFill>
                  <a:srgbClr val="113C4C"/>
                </a:solidFill>
                <a:latin typeface="Calibri"/>
                <a:ea typeface="Calibri"/>
                <a:cs typeface="Calibri"/>
              </a:defRPr>
            </a:lvl4pPr>
            <a:lvl5pPr algn="l">
              <a:defRPr sz="3225" b="1">
                <a:solidFill>
                  <a:srgbClr val="113C4C"/>
                </a:solidFill>
                <a:latin typeface="Calibri"/>
                <a:ea typeface="Calibri"/>
                <a:cs typeface="Calibri"/>
              </a:defRPr>
            </a:lvl5pPr>
            <a:lvl6pPr algn="l">
              <a:defRPr sz="3225" b="1">
                <a:solidFill>
                  <a:srgbClr val="113C4C"/>
                </a:solidFill>
                <a:latin typeface="Calibri"/>
                <a:ea typeface="Calibri"/>
                <a:cs typeface="Calibri"/>
              </a:defRPr>
            </a:lvl6pPr>
            <a:lvl7pPr algn="l">
              <a:defRPr sz="3225" b="1">
                <a:solidFill>
                  <a:srgbClr val="113C4C"/>
                </a:solidFill>
                <a:latin typeface="Calibri"/>
                <a:ea typeface="Calibri"/>
                <a:cs typeface="Calibri"/>
              </a:defRPr>
            </a:lvl7pPr>
            <a:lvl8pPr algn="l">
              <a:defRPr sz="3225" b="1">
                <a:solidFill>
                  <a:srgbClr val="113C4C"/>
                </a:solidFill>
                <a:latin typeface="Calibri"/>
                <a:ea typeface="Calibri"/>
                <a:cs typeface="Calibri"/>
              </a:defRPr>
            </a:lvl8pPr>
            <a:lvl9pPr algn="l">
              <a:defRPr sz="3225" b="1">
                <a:solidFill>
                  <a:srgbClr val="113C4C"/>
                </a:solidFill>
                <a:latin typeface="Calibri"/>
                <a:ea typeface="Calibri"/>
                <a:cs typeface="Calibri"/>
              </a:defRPr>
            </a:lvl9pPr>
          </a:lstStyle>
          <a:p xmlns:a="http://schemas.openxmlformats.org/drawingml/2006/main">
            <a:pPr algn="l">
              <a:defRPr sz="3225" b="1">
                <a:solidFill>
                  <a:srgbClr val="113C4C"/>
                </a:solidFill>
                <a:latin typeface="Calibri"/>
                <a:ea typeface="Calibri"/>
                <a:cs typeface="Calibri"/>
              </a:defRPr>
            </a:pPr>
            <a:r>
              <a:rPr sz="3225" b="1">
                <a:solidFill>
                  <a:srgbClr val="113C4C"/>
                </a:solidFill>
                <a:latin typeface="Calibri"/>
                <a:ea typeface="Calibri"/>
                <a:cs typeface="Calibri"/>
              </a:rPr>
              <a:t>Vómer y mandíbula</a:t>
            </a:r>
          </a:p>
        </p:txBody>
      </p:sp>
      <p:sp>
        <p:nvSpPr>
          <p:cNvPr id="3" name="area-figuras">
            <a:extLst xmlns:a="http://schemas.openxmlformats.org/drawingml/2006/main">
              <a:ext uri="{FF2B5EF4-FFF2-40B4-BE49-F238E27FC236}">
                <a16:creationId xmlns:a16="http://schemas.microsoft.com/office/drawing/2014/main" id="{648873E9-3E17-452B-B90D-5CF57F68E091}"/>
              </a:ext>
            </a:extLst>
          </p:cNvPr>
          <p:cNvSpPr>
            <a:spLocks xmlns:a="http://schemas.openxmlformats.org/drawingml/2006/main" noGrp="1"/>
          </p:cNvSpPr>
          <p:nvPr/>
        </p:nvSpPr>
        <p:spPr>
          <a:xfrm xmlns:a="http://schemas.openxmlformats.org/drawingml/2006/main">
            <a:off x="609600" y="1257300"/>
            <a:ext cx="10972800" cy="44005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6EF2A491-346E-4E06-984C-A5BF8C82EC1E}"/>
              </a:ext>
            </a:extLst>
          </p:cNvPr>
          <p:cNvPicPr>
            <a:picLocks xmlns:a="http://schemas.openxmlformats.org/drawingml/2006/main" noChangeAspect="1"/>
          </p:cNvPicPr>
          <p:nvPr/>
        </p:nvPicPr>
        <p:blipFill>
          <a:blip xmlns:r="http://schemas.openxmlformats.org/officeDocument/2006/relationships" xmlns:a="http://schemas.openxmlformats.org/drawingml/2006/main" r:embed="R5f2f679c57b042c6"/>
          <a:stretch xmlns:a="http://schemas.openxmlformats.org/drawingml/2006/main"/>
        </p:blipFill>
        <p:spPr>
          <a:xfrm xmlns:a="http://schemas.openxmlformats.org/drawingml/2006/main">
            <a:off x="1266825" y="1323975"/>
            <a:ext cx="4152900" cy="415290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F9BDEEE6-3B63-41D2-B810-734AAC1E8BDC}"/>
              </a:ext>
            </a:extLst>
          </p:cNvPr>
          <p:cNvPicPr>
            <a:picLocks xmlns:a="http://schemas.openxmlformats.org/drawingml/2006/main" noChangeAspect="1"/>
          </p:cNvPicPr>
          <p:nvPr/>
        </p:nvPicPr>
        <p:blipFill>
          <a:blip xmlns:r="http://schemas.openxmlformats.org/officeDocument/2006/relationships" xmlns:a="http://schemas.openxmlformats.org/drawingml/2006/main" r:embed="Rce3d574a65f6426b"/>
          <a:stretch xmlns:a="http://schemas.openxmlformats.org/drawingml/2006/main"/>
        </p:blipFill>
        <p:spPr>
          <a:xfrm xmlns:a="http://schemas.openxmlformats.org/drawingml/2006/main">
            <a:off x="6311979" y="1323975"/>
            <a:ext cx="5035391" cy="4152900"/>
          </a:xfrm>
          <a:prstGeom xmlns:a="http://schemas.openxmlformats.org/drawingml/2006/main" prst="rect">
            <a:avLst/>
          </a:prstGeom>
        </p:spPr>
      </p:pic>
      <p:sp>
        <p:nvSpPr>
          <p:cNvPr id="6" name="relacion-0">
            <a:extLst xmlns:a="http://schemas.openxmlformats.org/drawingml/2006/main">
              <a:ext uri="{FF2B5EF4-FFF2-40B4-BE49-F238E27FC236}">
                <a16:creationId xmlns:a16="http://schemas.microsoft.com/office/drawing/2014/main" id="{21D6702C-F0E1-439E-A273-4B94F82C13A5}"/>
              </a:ext>
            </a:extLst>
          </p:cNvPr>
          <p:cNvSpPr>
            <a:spLocks xmlns:a="http://schemas.openxmlformats.org/drawingml/2006/main" noGrp="1"/>
          </p:cNvSpPr>
          <p:nvPr/>
        </p:nvSpPr>
        <p:spPr>
          <a:xfrm xmlns:a="http://schemas.openxmlformats.org/drawingml/2006/main">
            <a:off x="609600" y="5743575"/>
            <a:ext cx="5353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Vómer: tabique</a:t>
            </a:r>
          </a:p>
        </p:txBody>
      </p:sp>
      <p:sp>
        <p:nvSpPr>
          <p:cNvPr id="7" name="relacion-1">
            <a:extLst xmlns:a="http://schemas.openxmlformats.org/drawingml/2006/main">
              <a:ext uri="{FF2B5EF4-FFF2-40B4-BE49-F238E27FC236}">
                <a16:creationId xmlns:a16="http://schemas.microsoft.com/office/drawing/2014/main" id="{B4C886BC-40DB-4B10-A405-786B0C3F7A4E}"/>
              </a:ext>
            </a:extLst>
          </p:cNvPr>
          <p:cNvSpPr>
            <a:spLocks xmlns:a="http://schemas.openxmlformats.org/drawingml/2006/main" noGrp="1"/>
          </p:cNvSpPr>
          <p:nvPr/>
        </p:nvSpPr>
        <p:spPr>
          <a:xfrm xmlns:a="http://schemas.openxmlformats.org/drawingml/2006/main">
            <a:off x="6096000" y="5743575"/>
            <a:ext cx="5353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Mandíbula: dientes inferiores</a:t>
            </a:r>
          </a:p>
        </p:txBody>
      </p:sp>
      <p:sp>
        <p:nvSpPr>
          <p:cNvPr id="8" name="idea-fondo">
            <a:extLst xmlns:a="http://schemas.openxmlformats.org/drawingml/2006/main">
              <a:ext uri="{FF2B5EF4-FFF2-40B4-BE49-F238E27FC236}">
                <a16:creationId xmlns:a16="http://schemas.microsoft.com/office/drawing/2014/main" id="{973D8B90-ECC1-4509-B369-612E6535E0C6}"/>
              </a:ext>
            </a:extLst>
          </p:cNvPr>
          <p:cNvSpPr>
            <a:spLocks xmlns:a="http://schemas.openxmlformats.org/drawingml/2006/main" noGrp="1"/>
          </p:cNvSpPr>
          <p:nvPr/>
        </p:nvSpPr>
        <p:spPr>
          <a:xfrm xmlns:a="http://schemas.openxmlformats.org/drawingml/2006/main">
            <a:off x="609600" y="6410325"/>
            <a:ext cx="10477500" cy="381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9" name="idea">
            <a:extLst xmlns:a="http://schemas.openxmlformats.org/drawingml/2006/main">
              <a:ext uri="{FF2B5EF4-FFF2-40B4-BE49-F238E27FC236}">
                <a16:creationId xmlns:a16="http://schemas.microsoft.com/office/drawing/2014/main" id="{9C1AE48E-4EC1-4939-B9C2-496BD3ACB1D9}"/>
              </a:ext>
            </a:extLst>
          </p:cNvPr>
          <p:cNvSpPr>
            <a:spLocks xmlns:a="http://schemas.openxmlformats.org/drawingml/2006/main" noGrp="1"/>
          </p:cNvSpPr>
          <p:nvPr/>
        </p:nvSpPr>
        <p:spPr>
          <a:xfrm xmlns:a="http://schemas.openxmlformats.org/drawingml/2006/main">
            <a:off x="742950" y="6419850"/>
            <a:ext cx="1019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Cóndilo articula; apófisis coronoides recibe al temporal.</a:t>
            </a:r>
          </a:p>
        </p:txBody>
      </p:sp>
      <p:sp>
        <p:nvSpPr>
          <p:cNvPr id="10" name="numero">
            <a:extLst xmlns:a="http://schemas.openxmlformats.org/drawingml/2006/main">
              <a:ext uri="{FF2B5EF4-FFF2-40B4-BE49-F238E27FC236}">
                <a16:creationId xmlns:a16="http://schemas.microsoft.com/office/drawing/2014/main" id="{4D93D810-377C-4401-B816-2C768BA97848}"/>
              </a:ext>
            </a:extLst>
          </p:cNvPr>
          <p:cNvSpPr>
            <a:spLocks xmlns:a="http://schemas.openxmlformats.org/drawingml/2006/main" noGrp="1"/>
          </p:cNvSpPr>
          <p:nvPr/>
        </p:nvSpPr>
        <p:spPr>
          <a:xfrm xmlns:a="http://schemas.openxmlformats.org/drawingml/2006/main">
            <a:off x="11287125" y="65341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16</a:t>
            </a:r>
          </a:p>
        </p:txBody>
      </p:sp>
    </p:spTree>
    <p:extLst>
      <p:ext uri="{BB962C8B-B14F-4D97-AF65-F5344CB8AC3E}">
        <p14:creationId xmlns:p14="http://schemas.microsoft.com/office/powerpoint/2010/main" val="1454666553"/>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62A69D7A-CF4E-4C78-939D-DCC7F173E11A}"/>
              </a:ext>
            </a:extLst>
          </p:cNvPr>
          <p:cNvPicPr>
            <a:picLocks xmlns:a="http://schemas.openxmlformats.org/drawingml/2006/main" noChangeAspect="1"/>
          </p:cNvPicPr>
          <p:nvPr/>
        </p:nvPicPr>
        <p:blipFill>
          <a:blip xmlns:r="http://schemas.openxmlformats.org/officeDocument/2006/relationships" xmlns:a="http://schemas.openxmlformats.org/drawingml/2006/main" r:embed="R25a5db5f1c7442f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C5271F13-AA81-44DC-9ED5-D814C965A810}"/>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225" b="1">
                <a:solidFill>
                  <a:srgbClr val="113C4C"/>
                </a:solidFill>
                <a:latin typeface="Calibri"/>
                <a:ea typeface="Calibri"/>
                <a:cs typeface="Calibri"/>
              </a:defRPr>
            </a:defPPr>
            <a:lvl1pPr algn="l">
              <a:defRPr sz="3225" b="1">
                <a:solidFill>
                  <a:srgbClr val="113C4C"/>
                </a:solidFill>
                <a:latin typeface="Calibri"/>
                <a:ea typeface="Calibri"/>
                <a:cs typeface="Calibri"/>
              </a:defRPr>
            </a:lvl1pPr>
            <a:lvl2pPr algn="l">
              <a:defRPr sz="3225" b="1">
                <a:solidFill>
                  <a:srgbClr val="113C4C"/>
                </a:solidFill>
                <a:latin typeface="Calibri"/>
                <a:ea typeface="Calibri"/>
                <a:cs typeface="Calibri"/>
              </a:defRPr>
            </a:lvl2pPr>
            <a:lvl3pPr algn="l">
              <a:defRPr sz="3225" b="1">
                <a:solidFill>
                  <a:srgbClr val="113C4C"/>
                </a:solidFill>
                <a:latin typeface="Calibri"/>
                <a:ea typeface="Calibri"/>
                <a:cs typeface="Calibri"/>
              </a:defRPr>
            </a:lvl3pPr>
            <a:lvl4pPr algn="l">
              <a:defRPr sz="3225" b="1">
                <a:solidFill>
                  <a:srgbClr val="113C4C"/>
                </a:solidFill>
                <a:latin typeface="Calibri"/>
                <a:ea typeface="Calibri"/>
                <a:cs typeface="Calibri"/>
              </a:defRPr>
            </a:lvl4pPr>
            <a:lvl5pPr algn="l">
              <a:defRPr sz="3225" b="1">
                <a:solidFill>
                  <a:srgbClr val="113C4C"/>
                </a:solidFill>
                <a:latin typeface="Calibri"/>
                <a:ea typeface="Calibri"/>
                <a:cs typeface="Calibri"/>
              </a:defRPr>
            </a:lvl5pPr>
            <a:lvl6pPr algn="l">
              <a:defRPr sz="3225" b="1">
                <a:solidFill>
                  <a:srgbClr val="113C4C"/>
                </a:solidFill>
                <a:latin typeface="Calibri"/>
                <a:ea typeface="Calibri"/>
                <a:cs typeface="Calibri"/>
              </a:defRPr>
            </a:lvl6pPr>
            <a:lvl7pPr algn="l">
              <a:defRPr sz="3225" b="1">
                <a:solidFill>
                  <a:srgbClr val="113C4C"/>
                </a:solidFill>
                <a:latin typeface="Calibri"/>
                <a:ea typeface="Calibri"/>
                <a:cs typeface="Calibri"/>
              </a:defRPr>
            </a:lvl7pPr>
            <a:lvl8pPr algn="l">
              <a:defRPr sz="3225" b="1">
                <a:solidFill>
                  <a:srgbClr val="113C4C"/>
                </a:solidFill>
                <a:latin typeface="Calibri"/>
                <a:ea typeface="Calibri"/>
                <a:cs typeface="Calibri"/>
              </a:defRPr>
            </a:lvl8pPr>
            <a:lvl9pPr algn="l">
              <a:defRPr sz="3225" b="1">
                <a:solidFill>
                  <a:srgbClr val="113C4C"/>
                </a:solidFill>
                <a:latin typeface="Calibri"/>
                <a:ea typeface="Calibri"/>
                <a:cs typeface="Calibri"/>
              </a:defRPr>
            </a:lvl9pPr>
          </a:lstStyle>
          <a:p xmlns:a="http://schemas.openxmlformats.org/drawingml/2006/main">
            <a:pPr algn="l">
              <a:defRPr sz="3225" b="1">
                <a:solidFill>
                  <a:srgbClr val="113C4C"/>
                </a:solidFill>
                <a:latin typeface="Calibri"/>
                <a:ea typeface="Calibri"/>
                <a:cs typeface="Calibri"/>
              </a:defRPr>
            </a:pPr>
            <a:r>
              <a:rPr sz="3225" b="1">
                <a:solidFill>
                  <a:srgbClr val="113C4C"/>
                </a:solidFill>
                <a:latin typeface="Calibri"/>
                <a:ea typeface="Calibri"/>
                <a:cs typeface="Calibri"/>
              </a:rPr>
              <a:t>Forámenes: une paso y contenido</a:t>
            </a:r>
          </a:p>
        </p:txBody>
      </p:sp>
      <p:sp>
        <p:nvSpPr>
          <p:cNvPr id="3" name="area-figuras">
            <a:extLst xmlns:a="http://schemas.openxmlformats.org/drawingml/2006/main">
              <a:ext uri="{FF2B5EF4-FFF2-40B4-BE49-F238E27FC236}">
                <a16:creationId xmlns:a16="http://schemas.microsoft.com/office/drawing/2014/main" id="{2BBE87E3-4703-4D78-84D1-7422CB4B1285}"/>
              </a:ext>
            </a:extLst>
          </p:cNvPr>
          <p:cNvSpPr>
            <a:spLocks xmlns:a="http://schemas.openxmlformats.org/drawingml/2006/main" noGrp="1"/>
          </p:cNvSpPr>
          <p:nvPr/>
        </p:nvSpPr>
        <p:spPr>
          <a:xfrm xmlns:a="http://schemas.openxmlformats.org/drawingml/2006/main">
            <a:off x="609600" y="1257300"/>
            <a:ext cx="10972800" cy="44005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596E158B-5C1A-4EBE-B3CB-4C00878390F3}"/>
              </a:ext>
            </a:extLst>
          </p:cNvPr>
          <p:cNvPicPr>
            <a:picLocks xmlns:a="http://schemas.openxmlformats.org/drawingml/2006/main" noChangeAspect="1"/>
          </p:cNvPicPr>
          <p:nvPr/>
        </p:nvPicPr>
        <p:blipFill>
          <a:blip xmlns:r="http://schemas.openxmlformats.org/officeDocument/2006/relationships" xmlns:a="http://schemas.openxmlformats.org/drawingml/2006/main" r:embed="Rc85aaa18136e4cea"/>
          <a:stretch xmlns:a="http://schemas.openxmlformats.org/drawingml/2006/main"/>
        </p:blipFill>
        <p:spPr>
          <a:xfrm xmlns:a="http://schemas.openxmlformats.org/drawingml/2006/main">
            <a:off x="1266825" y="1323975"/>
            <a:ext cx="4152900" cy="415290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15F809AA-37DD-4C90-9928-5A681D678AA9}"/>
              </a:ext>
            </a:extLst>
          </p:cNvPr>
          <p:cNvPicPr>
            <a:picLocks xmlns:a="http://schemas.openxmlformats.org/drawingml/2006/main" noChangeAspect="1"/>
          </p:cNvPicPr>
          <p:nvPr/>
        </p:nvPicPr>
        <p:blipFill>
          <a:blip xmlns:r="http://schemas.openxmlformats.org/officeDocument/2006/relationships" xmlns:a="http://schemas.openxmlformats.org/drawingml/2006/main" r:embed="R7aa017dd6fc14d22"/>
          <a:stretch xmlns:a="http://schemas.openxmlformats.org/drawingml/2006/main"/>
        </p:blipFill>
        <p:spPr>
          <a:xfrm xmlns:a="http://schemas.openxmlformats.org/drawingml/2006/main">
            <a:off x="7181699" y="1323975"/>
            <a:ext cx="3295952" cy="4152900"/>
          </a:xfrm>
          <a:prstGeom xmlns:a="http://schemas.openxmlformats.org/drawingml/2006/main" prst="rect">
            <a:avLst/>
          </a:prstGeom>
        </p:spPr>
      </p:pic>
      <p:sp>
        <p:nvSpPr>
          <p:cNvPr id="6" name="relacion-0">
            <a:extLst xmlns:a="http://schemas.openxmlformats.org/drawingml/2006/main">
              <a:ext uri="{FF2B5EF4-FFF2-40B4-BE49-F238E27FC236}">
                <a16:creationId xmlns:a16="http://schemas.microsoft.com/office/drawing/2014/main" id="{111B6A1C-9B9E-46DE-8A9C-55D46E5E7086}"/>
              </a:ext>
            </a:extLst>
          </p:cNvPr>
          <p:cNvSpPr>
            <a:spLocks xmlns:a="http://schemas.openxmlformats.org/drawingml/2006/main" noGrp="1"/>
          </p:cNvSpPr>
          <p:nvPr/>
        </p:nvSpPr>
        <p:spPr>
          <a:xfrm xmlns:a="http://schemas.openxmlformats.org/drawingml/2006/main">
            <a:off x="6096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Cribosa → olfatorio</a:t>
            </a:r>
          </a:p>
        </p:txBody>
      </p:sp>
      <p:sp>
        <p:nvSpPr>
          <p:cNvPr id="7" name="relacion-1">
            <a:extLst xmlns:a="http://schemas.openxmlformats.org/drawingml/2006/main">
              <a:ext uri="{FF2B5EF4-FFF2-40B4-BE49-F238E27FC236}">
                <a16:creationId xmlns:a16="http://schemas.microsoft.com/office/drawing/2014/main" id="{FF5BFFB2-3B25-4E08-8413-CA50AA0B2E86}"/>
              </a:ext>
            </a:extLst>
          </p:cNvPr>
          <p:cNvSpPr>
            <a:spLocks xmlns:a="http://schemas.openxmlformats.org/drawingml/2006/main" noGrp="1"/>
          </p:cNvSpPr>
          <p:nvPr/>
        </p:nvSpPr>
        <p:spPr>
          <a:xfrm xmlns:a="http://schemas.openxmlformats.org/drawingml/2006/main">
            <a:off x="42672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Óptico → visión</a:t>
            </a:r>
          </a:p>
        </p:txBody>
      </p:sp>
      <p:sp>
        <p:nvSpPr>
          <p:cNvPr id="8" name="relacion-2">
            <a:extLst xmlns:a="http://schemas.openxmlformats.org/drawingml/2006/main">
              <a:ext uri="{FF2B5EF4-FFF2-40B4-BE49-F238E27FC236}">
                <a16:creationId xmlns:a16="http://schemas.microsoft.com/office/drawing/2014/main" id="{C21C3EC4-A161-47B4-9373-6838899EB52A}"/>
              </a:ext>
            </a:extLst>
          </p:cNvPr>
          <p:cNvSpPr>
            <a:spLocks xmlns:a="http://schemas.openxmlformats.org/drawingml/2006/main" noGrp="1"/>
          </p:cNvSpPr>
          <p:nvPr/>
        </p:nvSpPr>
        <p:spPr>
          <a:xfrm xmlns:a="http://schemas.openxmlformats.org/drawingml/2006/main">
            <a:off x="79248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Magno → médula</a:t>
            </a:r>
          </a:p>
        </p:txBody>
      </p:sp>
      <p:sp>
        <p:nvSpPr>
          <p:cNvPr id="9" name="idea-fondo">
            <a:extLst xmlns:a="http://schemas.openxmlformats.org/drawingml/2006/main">
              <a:ext uri="{FF2B5EF4-FFF2-40B4-BE49-F238E27FC236}">
                <a16:creationId xmlns:a16="http://schemas.microsoft.com/office/drawing/2014/main" id="{C20F6050-1ACF-45A1-A0C3-D5F10C5A2A02}"/>
              </a:ext>
            </a:extLst>
          </p:cNvPr>
          <p:cNvSpPr>
            <a:spLocks xmlns:a="http://schemas.openxmlformats.org/drawingml/2006/main" noGrp="1"/>
          </p:cNvSpPr>
          <p:nvPr/>
        </p:nvSpPr>
        <p:spPr>
          <a:xfrm xmlns:a="http://schemas.openxmlformats.org/drawingml/2006/main">
            <a:off x="609600" y="6410325"/>
            <a:ext cx="10477500" cy="381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0" name="idea">
            <a:extLst xmlns:a="http://schemas.openxmlformats.org/drawingml/2006/main">
              <a:ext uri="{FF2B5EF4-FFF2-40B4-BE49-F238E27FC236}">
                <a16:creationId xmlns:a16="http://schemas.microsoft.com/office/drawing/2014/main" id="{1DB48DDB-8742-48EA-AE0D-48B2E21C2AA4}"/>
              </a:ext>
            </a:extLst>
          </p:cNvPr>
          <p:cNvSpPr>
            <a:spLocks xmlns:a="http://schemas.openxmlformats.org/drawingml/2006/main" noGrp="1"/>
          </p:cNvSpPr>
          <p:nvPr/>
        </p:nvSpPr>
        <p:spPr>
          <a:xfrm xmlns:a="http://schemas.openxmlformats.org/drawingml/2006/main">
            <a:off x="742950" y="6419850"/>
            <a:ext cx="1019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No memorices el agujero sin la estructura que pasa.</a:t>
            </a:r>
          </a:p>
        </p:txBody>
      </p:sp>
      <p:sp>
        <p:nvSpPr>
          <p:cNvPr id="11" name="numero">
            <a:extLst xmlns:a="http://schemas.openxmlformats.org/drawingml/2006/main">
              <a:ext uri="{FF2B5EF4-FFF2-40B4-BE49-F238E27FC236}">
                <a16:creationId xmlns:a16="http://schemas.microsoft.com/office/drawing/2014/main" id="{49B914E3-4925-4938-BA7F-DFB5852DBBD1}"/>
              </a:ext>
            </a:extLst>
          </p:cNvPr>
          <p:cNvSpPr>
            <a:spLocks xmlns:a="http://schemas.openxmlformats.org/drawingml/2006/main" noGrp="1"/>
          </p:cNvSpPr>
          <p:nvPr/>
        </p:nvSpPr>
        <p:spPr>
          <a:xfrm xmlns:a="http://schemas.openxmlformats.org/drawingml/2006/main">
            <a:off x="11287125" y="65341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17</a:t>
            </a:r>
          </a:p>
        </p:txBody>
      </p:sp>
    </p:spTree>
    <p:extLst>
      <p:ext uri="{BB962C8B-B14F-4D97-AF65-F5344CB8AC3E}">
        <p14:creationId xmlns:p14="http://schemas.microsoft.com/office/powerpoint/2010/main" val="1607059216"/>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FBAA4782-0171-463A-A409-9D5B0B052C23}"/>
              </a:ext>
            </a:extLst>
          </p:cNvPr>
          <p:cNvPicPr>
            <a:picLocks xmlns:a="http://schemas.openxmlformats.org/drawingml/2006/main" noChangeAspect="1"/>
          </p:cNvPicPr>
          <p:nvPr/>
        </p:nvPicPr>
        <p:blipFill>
          <a:blip xmlns:r="http://schemas.openxmlformats.org/officeDocument/2006/relationships" xmlns:a="http://schemas.openxmlformats.org/drawingml/2006/main" r:embed="R327d6a6df5114b04"/>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BC3C96B5-E497-4C09-BA9F-4FD3C32E7A40}"/>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225" b="1">
                <a:solidFill>
                  <a:srgbClr val="113C4C"/>
                </a:solidFill>
                <a:latin typeface="Calibri"/>
                <a:ea typeface="Calibri"/>
                <a:cs typeface="Calibri"/>
              </a:defRPr>
            </a:defPPr>
            <a:lvl1pPr algn="l">
              <a:defRPr sz="3225" b="1">
                <a:solidFill>
                  <a:srgbClr val="113C4C"/>
                </a:solidFill>
                <a:latin typeface="Calibri"/>
                <a:ea typeface="Calibri"/>
                <a:cs typeface="Calibri"/>
              </a:defRPr>
            </a:lvl1pPr>
            <a:lvl2pPr algn="l">
              <a:defRPr sz="3225" b="1">
                <a:solidFill>
                  <a:srgbClr val="113C4C"/>
                </a:solidFill>
                <a:latin typeface="Calibri"/>
                <a:ea typeface="Calibri"/>
                <a:cs typeface="Calibri"/>
              </a:defRPr>
            </a:lvl2pPr>
            <a:lvl3pPr algn="l">
              <a:defRPr sz="3225" b="1">
                <a:solidFill>
                  <a:srgbClr val="113C4C"/>
                </a:solidFill>
                <a:latin typeface="Calibri"/>
                <a:ea typeface="Calibri"/>
                <a:cs typeface="Calibri"/>
              </a:defRPr>
            </a:lvl3pPr>
            <a:lvl4pPr algn="l">
              <a:defRPr sz="3225" b="1">
                <a:solidFill>
                  <a:srgbClr val="113C4C"/>
                </a:solidFill>
                <a:latin typeface="Calibri"/>
                <a:ea typeface="Calibri"/>
                <a:cs typeface="Calibri"/>
              </a:defRPr>
            </a:lvl4pPr>
            <a:lvl5pPr algn="l">
              <a:defRPr sz="3225" b="1">
                <a:solidFill>
                  <a:srgbClr val="113C4C"/>
                </a:solidFill>
                <a:latin typeface="Calibri"/>
                <a:ea typeface="Calibri"/>
                <a:cs typeface="Calibri"/>
              </a:defRPr>
            </a:lvl5pPr>
            <a:lvl6pPr algn="l">
              <a:defRPr sz="3225" b="1">
                <a:solidFill>
                  <a:srgbClr val="113C4C"/>
                </a:solidFill>
                <a:latin typeface="Calibri"/>
                <a:ea typeface="Calibri"/>
                <a:cs typeface="Calibri"/>
              </a:defRPr>
            </a:lvl6pPr>
            <a:lvl7pPr algn="l">
              <a:defRPr sz="3225" b="1">
                <a:solidFill>
                  <a:srgbClr val="113C4C"/>
                </a:solidFill>
                <a:latin typeface="Calibri"/>
                <a:ea typeface="Calibri"/>
                <a:cs typeface="Calibri"/>
              </a:defRPr>
            </a:lvl7pPr>
            <a:lvl8pPr algn="l">
              <a:defRPr sz="3225" b="1">
                <a:solidFill>
                  <a:srgbClr val="113C4C"/>
                </a:solidFill>
                <a:latin typeface="Calibri"/>
                <a:ea typeface="Calibri"/>
                <a:cs typeface="Calibri"/>
              </a:defRPr>
            </a:lvl8pPr>
            <a:lvl9pPr algn="l">
              <a:defRPr sz="3225" b="1">
                <a:solidFill>
                  <a:srgbClr val="113C4C"/>
                </a:solidFill>
                <a:latin typeface="Calibri"/>
                <a:ea typeface="Calibri"/>
                <a:cs typeface="Calibri"/>
              </a:defRPr>
            </a:lvl9pPr>
          </a:lstStyle>
          <a:p xmlns:a="http://schemas.openxmlformats.org/drawingml/2006/main">
            <a:pPr algn="l">
              <a:defRPr sz="3225" b="1">
                <a:solidFill>
                  <a:srgbClr val="113C4C"/>
                </a:solidFill>
                <a:latin typeface="Calibri"/>
                <a:ea typeface="Calibri"/>
                <a:cs typeface="Calibri"/>
              </a:defRPr>
            </a:pPr>
            <a:r>
              <a:rPr sz="3225" b="1">
                <a:solidFill>
                  <a:srgbClr val="113C4C"/>
                </a:solidFill>
                <a:latin typeface="Calibri"/>
                <a:ea typeface="Calibri"/>
                <a:cs typeface="Calibri"/>
              </a:rPr>
              <a:t>Asociados al cráneo</a:t>
            </a:r>
          </a:p>
        </p:txBody>
      </p:sp>
      <p:sp>
        <p:nvSpPr>
          <p:cNvPr id="3" name="area-figuras">
            <a:extLst xmlns:a="http://schemas.openxmlformats.org/drawingml/2006/main">
              <a:ext uri="{FF2B5EF4-FFF2-40B4-BE49-F238E27FC236}">
                <a16:creationId xmlns:a16="http://schemas.microsoft.com/office/drawing/2014/main" id="{44AC05F8-91E8-4EF6-B236-386A2523E5C5}"/>
              </a:ext>
            </a:extLst>
          </p:cNvPr>
          <p:cNvSpPr>
            <a:spLocks xmlns:a="http://schemas.openxmlformats.org/drawingml/2006/main" noGrp="1"/>
          </p:cNvSpPr>
          <p:nvPr/>
        </p:nvSpPr>
        <p:spPr>
          <a:xfrm xmlns:a="http://schemas.openxmlformats.org/drawingml/2006/main">
            <a:off x="609600" y="1257300"/>
            <a:ext cx="10972800" cy="44005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D640528B-1F2D-449B-9FDF-9B28508083D6}"/>
              </a:ext>
            </a:extLst>
          </p:cNvPr>
          <p:cNvPicPr>
            <a:picLocks xmlns:a="http://schemas.openxmlformats.org/drawingml/2006/main" noChangeAspect="1"/>
          </p:cNvPicPr>
          <p:nvPr/>
        </p:nvPicPr>
        <p:blipFill>
          <a:blip xmlns:r="http://schemas.openxmlformats.org/officeDocument/2006/relationships" xmlns:a="http://schemas.openxmlformats.org/drawingml/2006/main" r:embed="R0f520a53a4dc4827"/>
          <a:stretch xmlns:a="http://schemas.openxmlformats.org/drawingml/2006/main"/>
        </p:blipFill>
        <p:spPr>
          <a:xfrm xmlns:a="http://schemas.openxmlformats.org/drawingml/2006/main">
            <a:off x="704850" y="1343700"/>
            <a:ext cx="5276850" cy="411345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E6889252-0236-48C3-AF60-96B52E7712F9}"/>
              </a:ext>
            </a:extLst>
          </p:cNvPr>
          <p:cNvPicPr>
            <a:picLocks xmlns:a="http://schemas.openxmlformats.org/drawingml/2006/main" noChangeAspect="1"/>
          </p:cNvPicPr>
          <p:nvPr/>
        </p:nvPicPr>
        <p:blipFill>
          <a:blip xmlns:r="http://schemas.openxmlformats.org/officeDocument/2006/relationships" xmlns:a="http://schemas.openxmlformats.org/drawingml/2006/main" r:embed="R81e2f1aceacb4f27"/>
          <a:stretch xmlns:a="http://schemas.openxmlformats.org/drawingml/2006/main"/>
        </p:blipFill>
        <p:spPr>
          <a:xfrm xmlns:a="http://schemas.openxmlformats.org/drawingml/2006/main">
            <a:off x="6753225" y="1323975"/>
            <a:ext cx="4152900" cy="4152900"/>
          </a:xfrm>
          <a:prstGeom xmlns:a="http://schemas.openxmlformats.org/drawingml/2006/main" prst="rect">
            <a:avLst/>
          </a:prstGeom>
        </p:spPr>
      </p:pic>
      <p:sp>
        <p:nvSpPr>
          <p:cNvPr id="6" name="relacion-0">
            <a:extLst xmlns:a="http://schemas.openxmlformats.org/drawingml/2006/main">
              <a:ext uri="{FF2B5EF4-FFF2-40B4-BE49-F238E27FC236}">
                <a16:creationId xmlns:a16="http://schemas.microsoft.com/office/drawing/2014/main" id="{E1A8EDD8-7C41-4BDE-807A-34EBDFF0030C}"/>
              </a:ext>
            </a:extLst>
          </p:cNvPr>
          <p:cNvSpPr>
            <a:spLocks xmlns:a="http://schemas.openxmlformats.org/drawingml/2006/main" noGrp="1"/>
          </p:cNvSpPr>
          <p:nvPr/>
        </p:nvSpPr>
        <p:spPr>
          <a:xfrm xmlns:a="http://schemas.openxmlformats.org/drawingml/2006/main">
            <a:off x="609600" y="5743575"/>
            <a:ext cx="5353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6 osículos auditivos</a:t>
            </a:r>
          </a:p>
        </p:txBody>
      </p:sp>
      <p:sp>
        <p:nvSpPr>
          <p:cNvPr id="7" name="relacion-1">
            <a:extLst xmlns:a="http://schemas.openxmlformats.org/drawingml/2006/main">
              <a:ext uri="{FF2B5EF4-FFF2-40B4-BE49-F238E27FC236}">
                <a16:creationId xmlns:a16="http://schemas.microsoft.com/office/drawing/2014/main" id="{BE4218D3-A0F7-412C-9A2D-D0FC06FFB23D}"/>
              </a:ext>
            </a:extLst>
          </p:cNvPr>
          <p:cNvSpPr>
            <a:spLocks xmlns:a="http://schemas.openxmlformats.org/drawingml/2006/main" noGrp="1"/>
          </p:cNvSpPr>
          <p:nvPr/>
        </p:nvSpPr>
        <p:spPr>
          <a:xfrm xmlns:a="http://schemas.openxmlformats.org/drawingml/2006/main">
            <a:off x="6096000" y="5743575"/>
            <a:ext cx="5353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1 hioides</a:t>
            </a:r>
          </a:p>
        </p:txBody>
      </p:sp>
      <p:sp>
        <p:nvSpPr>
          <p:cNvPr id="8" name="idea-fondo">
            <a:extLst xmlns:a="http://schemas.openxmlformats.org/drawingml/2006/main">
              <a:ext uri="{FF2B5EF4-FFF2-40B4-BE49-F238E27FC236}">
                <a16:creationId xmlns:a16="http://schemas.microsoft.com/office/drawing/2014/main" id="{1EA76D8A-6D70-4B1F-8889-106577740705}"/>
              </a:ext>
            </a:extLst>
          </p:cNvPr>
          <p:cNvSpPr>
            <a:spLocks xmlns:a="http://schemas.openxmlformats.org/drawingml/2006/main" noGrp="1"/>
          </p:cNvSpPr>
          <p:nvPr/>
        </p:nvSpPr>
        <p:spPr>
          <a:xfrm xmlns:a="http://schemas.openxmlformats.org/drawingml/2006/main">
            <a:off x="609600" y="6410325"/>
            <a:ext cx="10477500" cy="381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9" name="idea">
            <a:extLst xmlns:a="http://schemas.openxmlformats.org/drawingml/2006/main">
              <a:ext uri="{FF2B5EF4-FFF2-40B4-BE49-F238E27FC236}">
                <a16:creationId xmlns:a16="http://schemas.microsoft.com/office/drawing/2014/main" id="{37136BC0-1143-4F12-B68F-B1396F5A76AE}"/>
              </a:ext>
            </a:extLst>
          </p:cNvPr>
          <p:cNvSpPr>
            <a:spLocks xmlns:a="http://schemas.openxmlformats.org/drawingml/2006/main" noGrp="1"/>
          </p:cNvSpPr>
          <p:nvPr/>
        </p:nvSpPr>
        <p:spPr>
          <a:xfrm xmlns:a="http://schemas.openxmlformats.org/drawingml/2006/main">
            <a:off x="742950" y="6419850"/>
            <a:ext cx="1019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El hioides está suspendido: no articula con otro hueso.</a:t>
            </a:r>
          </a:p>
        </p:txBody>
      </p:sp>
      <p:sp>
        <p:nvSpPr>
          <p:cNvPr id="10" name="numero">
            <a:extLst xmlns:a="http://schemas.openxmlformats.org/drawingml/2006/main">
              <a:ext uri="{FF2B5EF4-FFF2-40B4-BE49-F238E27FC236}">
                <a16:creationId xmlns:a16="http://schemas.microsoft.com/office/drawing/2014/main" id="{C3763E01-37A3-488E-97B3-2FBD292E2812}"/>
              </a:ext>
            </a:extLst>
          </p:cNvPr>
          <p:cNvSpPr>
            <a:spLocks xmlns:a="http://schemas.openxmlformats.org/drawingml/2006/main" noGrp="1"/>
          </p:cNvSpPr>
          <p:nvPr/>
        </p:nvSpPr>
        <p:spPr>
          <a:xfrm xmlns:a="http://schemas.openxmlformats.org/drawingml/2006/main">
            <a:off x="11287125" y="65341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18</a:t>
            </a:r>
          </a:p>
        </p:txBody>
      </p:sp>
    </p:spTree>
    <p:extLst>
      <p:ext uri="{BB962C8B-B14F-4D97-AF65-F5344CB8AC3E}">
        <p14:creationId xmlns:p14="http://schemas.microsoft.com/office/powerpoint/2010/main" val="1255607942"/>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EB709154-A16A-4D6B-8E33-984198A450DC}"/>
              </a:ext>
            </a:extLst>
          </p:cNvPr>
          <p:cNvPicPr>
            <a:picLocks xmlns:a="http://schemas.openxmlformats.org/drawingml/2006/main" noChangeAspect="1"/>
          </p:cNvPicPr>
          <p:nvPr/>
        </p:nvPicPr>
        <p:blipFill>
          <a:blip xmlns:r="http://schemas.openxmlformats.org/officeDocument/2006/relationships" xmlns:a="http://schemas.openxmlformats.org/drawingml/2006/main" r:embed="R0b77215cfe37494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396BF76B-675D-4FB8-905E-002714FABDB5}"/>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225" b="1">
                <a:solidFill>
                  <a:srgbClr val="113C4C"/>
                </a:solidFill>
                <a:latin typeface="Calibri"/>
                <a:ea typeface="Calibri"/>
                <a:cs typeface="Calibri"/>
              </a:defRPr>
            </a:defPPr>
            <a:lvl1pPr algn="l">
              <a:defRPr sz="3225" b="1">
                <a:solidFill>
                  <a:srgbClr val="113C4C"/>
                </a:solidFill>
                <a:latin typeface="Calibri"/>
                <a:ea typeface="Calibri"/>
                <a:cs typeface="Calibri"/>
              </a:defRPr>
            </a:lvl1pPr>
            <a:lvl2pPr algn="l">
              <a:defRPr sz="3225" b="1">
                <a:solidFill>
                  <a:srgbClr val="113C4C"/>
                </a:solidFill>
                <a:latin typeface="Calibri"/>
                <a:ea typeface="Calibri"/>
                <a:cs typeface="Calibri"/>
              </a:defRPr>
            </a:lvl2pPr>
            <a:lvl3pPr algn="l">
              <a:defRPr sz="3225" b="1">
                <a:solidFill>
                  <a:srgbClr val="113C4C"/>
                </a:solidFill>
                <a:latin typeface="Calibri"/>
                <a:ea typeface="Calibri"/>
                <a:cs typeface="Calibri"/>
              </a:defRPr>
            </a:lvl3pPr>
            <a:lvl4pPr algn="l">
              <a:defRPr sz="3225" b="1">
                <a:solidFill>
                  <a:srgbClr val="113C4C"/>
                </a:solidFill>
                <a:latin typeface="Calibri"/>
                <a:ea typeface="Calibri"/>
                <a:cs typeface="Calibri"/>
              </a:defRPr>
            </a:lvl4pPr>
            <a:lvl5pPr algn="l">
              <a:defRPr sz="3225" b="1">
                <a:solidFill>
                  <a:srgbClr val="113C4C"/>
                </a:solidFill>
                <a:latin typeface="Calibri"/>
                <a:ea typeface="Calibri"/>
                <a:cs typeface="Calibri"/>
              </a:defRPr>
            </a:lvl5pPr>
            <a:lvl6pPr algn="l">
              <a:defRPr sz="3225" b="1">
                <a:solidFill>
                  <a:srgbClr val="113C4C"/>
                </a:solidFill>
                <a:latin typeface="Calibri"/>
                <a:ea typeface="Calibri"/>
                <a:cs typeface="Calibri"/>
              </a:defRPr>
            </a:lvl6pPr>
            <a:lvl7pPr algn="l">
              <a:defRPr sz="3225" b="1">
                <a:solidFill>
                  <a:srgbClr val="113C4C"/>
                </a:solidFill>
                <a:latin typeface="Calibri"/>
                <a:ea typeface="Calibri"/>
                <a:cs typeface="Calibri"/>
              </a:defRPr>
            </a:lvl7pPr>
            <a:lvl8pPr algn="l">
              <a:defRPr sz="3225" b="1">
                <a:solidFill>
                  <a:srgbClr val="113C4C"/>
                </a:solidFill>
                <a:latin typeface="Calibri"/>
                <a:ea typeface="Calibri"/>
                <a:cs typeface="Calibri"/>
              </a:defRPr>
            </a:lvl8pPr>
            <a:lvl9pPr algn="l">
              <a:defRPr sz="3225" b="1">
                <a:solidFill>
                  <a:srgbClr val="113C4C"/>
                </a:solidFill>
                <a:latin typeface="Calibri"/>
                <a:ea typeface="Calibri"/>
                <a:cs typeface="Calibri"/>
              </a:defRPr>
            </a:lvl9pPr>
          </a:lstStyle>
          <a:p xmlns:a="http://schemas.openxmlformats.org/drawingml/2006/main">
            <a:pPr algn="l">
              <a:defRPr sz="3225" b="1">
                <a:solidFill>
                  <a:srgbClr val="113C4C"/>
                </a:solidFill>
                <a:latin typeface="Calibri"/>
                <a:ea typeface="Calibri"/>
                <a:cs typeface="Calibri"/>
              </a:defRPr>
            </a:pPr>
            <a:r>
              <a:rPr sz="3225" b="1">
                <a:solidFill>
                  <a:srgbClr val="113C4C"/>
                </a:solidFill>
                <a:latin typeface="Calibri"/>
                <a:ea typeface="Calibri"/>
                <a:cs typeface="Calibri"/>
              </a:rPr>
              <a:t>Fontanelas: crecimiento y adaptación</a:t>
            </a:r>
          </a:p>
        </p:txBody>
      </p:sp>
      <p:sp>
        <p:nvSpPr>
          <p:cNvPr id="3" name="area-figuras">
            <a:extLst xmlns:a="http://schemas.openxmlformats.org/drawingml/2006/main">
              <a:ext uri="{FF2B5EF4-FFF2-40B4-BE49-F238E27FC236}">
                <a16:creationId xmlns:a16="http://schemas.microsoft.com/office/drawing/2014/main" id="{57891AD5-BBED-4A7B-ACE4-C84D2ADA0C44}"/>
              </a:ext>
            </a:extLst>
          </p:cNvPr>
          <p:cNvSpPr>
            <a:spLocks xmlns:a="http://schemas.openxmlformats.org/drawingml/2006/main" noGrp="1"/>
          </p:cNvSpPr>
          <p:nvPr/>
        </p:nvSpPr>
        <p:spPr>
          <a:xfrm xmlns:a="http://schemas.openxmlformats.org/drawingml/2006/main">
            <a:off x="609600" y="1257300"/>
            <a:ext cx="10972800" cy="44005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155F4062-C1E3-4924-90AA-05A2FB9D652F}"/>
              </a:ext>
            </a:extLst>
          </p:cNvPr>
          <p:cNvPicPr>
            <a:picLocks xmlns:a="http://schemas.openxmlformats.org/drawingml/2006/main" noChangeAspect="1"/>
          </p:cNvPicPr>
          <p:nvPr/>
        </p:nvPicPr>
        <p:blipFill>
          <a:blip xmlns:r="http://schemas.openxmlformats.org/officeDocument/2006/relationships" xmlns:a="http://schemas.openxmlformats.org/drawingml/2006/main" r:embed="Rbc766280f39c45e1"/>
          <a:stretch xmlns:a="http://schemas.openxmlformats.org/drawingml/2006/main"/>
        </p:blipFill>
        <p:spPr>
          <a:xfrm xmlns:a="http://schemas.openxmlformats.org/drawingml/2006/main">
            <a:off x="744786" y="1323975"/>
            <a:ext cx="5196977" cy="415290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6E34822A-BF95-4F90-9A2C-C7C6E98954F0}"/>
              </a:ext>
            </a:extLst>
          </p:cNvPr>
          <p:cNvPicPr>
            <a:picLocks xmlns:a="http://schemas.openxmlformats.org/drawingml/2006/main" noChangeAspect="1"/>
          </p:cNvPicPr>
          <p:nvPr/>
        </p:nvPicPr>
        <p:blipFill>
          <a:blip xmlns:r="http://schemas.openxmlformats.org/officeDocument/2006/relationships" xmlns:a="http://schemas.openxmlformats.org/drawingml/2006/main" r:embed="R3ef241590b164c0f"/>
          <a:stretch xmlns:a="http://schemas.openxmlformats.org/drawingml/2006/main"/>
        </p:blipFill>
        <p:spPr>
          <a:xfrm xmlns:a="http://schemas.openxmlformats.org/drawingml/2006/main">
            <a:off x="7302874" y="1323975"/>
            <a:ext cx="3053603" cy="4152900"/>
          </a:xfrm>
          <a:prstGeom xmlns:a="http://schemas.openxmlformats.org/drawingml/2006/main" prst="rect">
            <a:avLst/>
          </a:prstGeom>
        </p:spPr>
      </p:pic>
      <p:sp>
        <p:nvSpPr>
          <p:cNvPr id="6" name="relacion-0">
            <a:extLst xmlns:a="http://schemas.openxmlformats.org/drawingml/2006/main">
              <a:ext uri="{FF2B5EF4-FFF2-40B4-BE49-F238E27FC236}">
                <a16:creationId xmlns:a16="http://schemas.microsoft.com/office/drawing/2014/main" id="{129BDAAF-EDFF-4D96-83AE-AE0484DA2DE5}"/>
              </a:ext>
            </a:extLst>
          </p:cNvPr>
          <p:cNvSpPr>
            <a:spLocks xmlns:a="http://schemas.openxmlformats.org/drawingml/2006/main" noGrp="1"/>
          </p:cNvSpPr>
          <p:nvPr/>
        </p:nvSpPr>
        <p:spPr>
          <a:xfrm xmlns:a="http://schemas.openxmlformats.org/drawingml/2006/main">
            <a:off x="6096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Anterior</a:t>
            </a:r>
          </a:p>
        </p:txBody>
      </p:sp>
      <p:sp>
        <p:nvSpPr>
          <p:cNvPr id="7" name="relacion-1">
            <a:extLst xmlns:a="http://schemas.openxmlformats.org/drawingml/2006/main">
              <a:ext uri="{FF2B5EF4-FFF2-40B4-BE49-F238E27FC236}">
                <a16:creationId xmlns:a16="http://schemas.microsoft.com/office/drawing/2014/main" id="{C6260EE8-2DBB-45E4-A51D-70D000CDB351}"/>
              </a:ext>
            </a:extLst>
          </p:cNvPr>
          <p:cNvSpPr>
            <a:spLocks xmlns:a="http://schemas.openxmlformats.org/drawingml/2006/main" noGrp="1"/>
          </p:cNvSpPr>
          <p:nvPr/>
        </p:nvSpPr>
        <p:spPr>
          <a:xfrm xmlns:a="http://schemas.openxmlformats.org/drawingml/2006/main">
            <a:off x="42672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Posterior</a:t>
            </a:r>
          </a:p>
        </p:txBody>
      </p:sp>
      <p:sp>
        <p:nvSpPr>
          <p:cNvPr id="8" name="relacion-2">
            <a:extLst xmlns:a="http://schemas.openxmlformats.org/drawingml/2006/main">
              <a:ext uri="{FF2B5EF4-FFF2-40B4-BE49-F238E27FC236}">
                <a16:creationId xmlns:a16="http://schemas.microsoft.com/office/drawing/2014/main" id="{82429AE5-686F-4618-B579-3F488DF29F83}"/>
              </a:ext>
            </a:extLst>
          </p:cNvPr>
          <p:cNvSpPr>
            <a:spLocks xmlns:a="http://schemas.openxmlformats.org/drawingml/2006/main" noGrp="1"/>
          </p:cNvSpPr>
          <p:nvPr/>
        </p:nvSpPr>
        <p:spPr>
          <a:xfrm xmlns:a="http://schemas.openxmlformats.org/drawingml/2006/main">
            <a:off x="79248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Esfenoidal y mastoidea</a:t>
            </a:r>
          </a:p>
        </p:txBody>
      </p:sp>
      <p:sp>
        <p:nvSpPr>
          <p:cNvPr id="9" name="idea-fondo">
            <a:extLst xmlns:a="http://schemas.openxmlformats.org/drawingml/2006/main">
              <a:ext uri="{FF2B5EF4-FFF2-40B4-BE49-F238E27FC236}">
                <a16:creationId xmlns:a16="http://schemas.microsoft.com/office/drawing/2014/main" id="{F1F2EF0A-4517-4B86-AC6C-FD7A925288E4}"/>
              </a:ext>
            </a:extLst>
          </p:cNvPr>
          <p:cNvSpPr>
            <a:spLocks xmlns:a="http://schemas.openxmlformats.org/drawingml/2006/main" noGrp="1"/>
          </p:cNvSpPr>
          <p:nvPr/>
        </p:nvSpPr>
        <p:spPr>
          <a:xfrm xmlns:a="http://schemas.openxmlformats.org/drawingml/2006/main">
            <a:off x="609600" y="6410325"/>
            <a:ext cx="10477500" cy="381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0" name="idea">
            <a:extLst xmlns:a="http://schemas.openxmlformats.org/drawingml/2006/main">
              <a:ext uri="{FF2B5EF4-FFF2-40B4-BE49-F238E27FC236}">
                <a16:creationId xmlns:a16="http://schemas.microsoft.com/office/drawing/2014/main" id="{AEA40B80-CE9F-49F7-BD9F-97A10A92D506}"/>
              </a:ext>
            </a:extLst>
          </p:cNvPr>
          <p:cNvSpPr>
            <a:spLocks xmlns:a="http://schemas.openxmlformats.org/drawingml/2006/main" noGrp="1"/>
          </p:cNvSpPr>
          <p:nvPr/>
        </p:nvSpPr>
        <p:spPr>
          <a:xfrm xmlns:a="http://schemas.openxmlformats.org/drawingml/2006/main">
            <a:off x="742950" y="6419850"/>
            <a:ext cx="1019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Las fontanelas permiten moldeamiento y crecimiento.</a:t>
            </a:r>
          </a:p>
        </p:txBody>
      </p:sp>
      <p:sp>
        <p:nvSpPr>
          <p:cNvPr id="11" name="numero">
            <a:extLst xmlns:a="http://schemas.openxmlformats.org/drawingml/2006/main">
              <a:ext uri="{FF2B5EF4-FFF2-40B4-BE49-F238E27FC236}">
                <a16:creationId xmlns:a16="http://schemas.microsoft.com/office/drawing/2014/main" id="{B76CF691-972C-4A3E-B6C4-1CF78E12B7A1}"/>
              </a:ext>
            </a:extLst>
          </p:cNvPr>
          <p:cNvSpPr>
            <a:spLocks xmlns:a="http://schemas.openxmlformats.org/drawingml/2006/main" noGrp="1"/>
          </p:cNvSpPr>
          <p:nvPr/>
        </p:nvSpPr>
        <p:spPr>
          <a:xfrm xmlns:a="http://schemas.openxmlformats.org/drawingml/2006/main">
            <a:off x="11287125" y="65341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19</a:t>
            </a:r>
          </a:p>
        </p:txBody>
      </p:sp>
    </p:spTree>
    <p:extLst>
      <p:ext uri="{BB962C8B-B14F-4D97-AF65-F5344CB8AC3E}">
        <p14:creationId xmlns:p14="http://schemas.microsoft.com/office/powerpoint/2010/main" val="216920371"/>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6CD7F405-DDEA-4586-ABA9-55049BDCCB49}"/>
              </a:ext>
            </a:extLst>
          </p:cNvPr>
          <p:cNvPicPr>
            <a:picLocks xmlns:a="http://schemas.openxmlformats.org/drawingml/2006/main" noChangeAspect="1"/>
          </p:cNvPicPr>
          <p:nvPr/>
        </p:nvPicPr>
        <p:blipFill>
          <a:blip xmlns:r="http://schemas.openxmlformats.org/officeDocument/2006/relationships" xmlns:a="http://schemas.openxmlformats.org/drawingml/2006/main" r:embed="R671e73d369924fe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FFD27E01-D8F6-4130-970B-23ADC42D4510}"/>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225" b="1">
                <a:solidFill>
                  <a:srgbClr val="113C4C"/>
                </a:solidFill>
                <a:latin typeface="Calibri"/>
                <a:ea typeface="Calibri"/>
                <a:cs typeface="Calibri"/>
              </a:defRPr>
            </a:defPPr>
            <a:lvl1pPr algn="l">
              <a:defRPr sz="3225" b="1">
                <a:solidFill>
                  <a:srgbClr val="113C4C"/>
                </a:solidFill>
                <a:latin typeface="Calibri"/>
                <a:ea typeface="Calibri"/>
                <a:cs typeface="Calibri"/>
              </a:defRPr>
            </a:lvl1pPr>
            <a:lvl2pPr algn="l">
              <a:defRPr sz="3225" b="1">
                <a:solidFill>
                  <a:srgbClr val="113C4C"/>
                </a:solidFill>
                <a:latin typeface="Calibri"/>
                <a:ea typeface="Calibri"/>
                <a:cs typeface="Calibri"/>
              </a:defRPr>
            </a:lvl2pPr>
            <a:lvl3pPr algn="l">
              <a:defRPr sz="3225" b="1">
                <a:solidFill>
                  <a:srgbClr val="113C4C"/>
                </a:solidFill>
                <a:latin typeface="Calibri"/>
                <a:ea typeface="Calibri"/>
                <a:cs typeface="Calibri"/>
              </a:defRPr>
            </a:lvl3pPr>
            <a:lvl4pPr algn="l">
              <a:defRPr sz="3225" b="1">
                <a:solidFill>
                  <a:srgbClr val="113C4C"/>
                </a:solidFill>
                <a:latin typeface="Calibri"/>
                <a:ea typeface="Calibri"/>
                <a:cs typeface="Calibri"/>
              </a:defRPr>
            </a:lvl4pPr>
            <a:lvl5pPr algn="l">
              <a:defRPr sz="3225" b="1">
                <a:solidFill>
                  <a:srgbClr val="113C4C"/>
                </a:solidFill>
                <a:latin typeface="Calibri"/>
                <a:ea typeface="Calibri"/>
                <a:cs typeface="Calibri"/>
              </a:defRPr>
            </a:lvl5pPr>
            <a:lvl6pPr algn="l">
              <a:defRPr sz="3225" b="1">
                <a:solidFill>
                  <a:srgbClr val="113C4C"/>
                </a:solidFill>
                <a:latin typeface="Calibri"/>
                <a:ea typeface="Calibri"/>
                <a:cs typeface="Calibri"/>
              </a:defRPr>
            </a:lvl6pPr>
            <a:lvl7pPr algn="l">
              <a:defRPr sz="3225" b="1">
                <a:solidFill>
                  <a:srgbClr val="113C4C"/>
                </a:solidFill>
                <a:latin typeface="Calibri"/>
                <a:ea typeface="Calibri"/>
                <a:cs typeface="Calibri"/>
              </a:defRPr>
            </a:lvl7pPr>
            <a:lvl8pPr algn="l">
              <a:defRPr sz="3225" b="1">
                <a:solidFill>
                  <a:srgbClr val="113C4C"/>
                </a:solidFill>
                <a:latin typeface="Calibri"/>
                <a:ea typeface="Calibri"/>
                <a:cs typeface="Calibri"/>
              </a:defRPr>
            </a:lvl8pPr>
            <a:lvl9pPr algn="l">
              <a:defRPr sz="3225" b="1">
                <a:solidFill>
                  <a:srgbClr val="113C4C"/>
                </a:solidFill>
                <a:latin typeface="Calibri"/>
                <a:ea typeface="Calibri"/>
                <a:cs typeface="Calibri"/>
              </a:defRPr>
            </a:lvl9pPr>
          </a:lstStyle>
          <a:p xmlns:a="http://schemas.openxmlformats.org/drawingml/2006/main">
            <a:pPr algn="l">
              <a:defRPr sz="3225" b="1">
                <a:solidFill>
                  <a:srgbClr val="113C4C"/>
                </a:solidFill>
                <a:latin typeface="Calibri"/>
                <a:ea typeface="Calibri"/>
                <a:cs typeface="Calibri"/>
              </a:defRPr>
            </a:pPr>
            <a:r>
              <a:rPr sz="3225" b="1">
                <a:solidFill>
                  <a:srgbClr val="113C4C"/>
                </a:solidFill>
                <a:latin typeface="Calibri"/>
                <a:ea typeface="Calibri"/>
                <a:cs typeface="Calibri"/>
              </a:rPr>
              <a:t>Columna: 7 · 12 · 5</a:t>
            </a:r>
          </a:p>
        </p:txBody>
      </p:sp>
      <p:sp>
        <p:nvSpPr>
          <p:cNvPr id="3" name="area-figuras">
            <a:extLst xmlns:a="http://schemas.openxmlformats.org/drawingml/2006/main">
              <a:ext uri="{FF2B5EF4-FFF2-40B4-BE49-F238E27FC236}">
                <a16:creationId xmlns:a16="http://schemas.microsoft.com/office/drawing/2014/main" id="{A5AD5850-4113-40EE-BF15-4F45301B4202}"/>
              </a:ext>
            </a:extLst>
          </p:cNvPr>
          <p:cNvSpPr>
            <a:spLocks xmlns:a="http://schemas.openxmlformats.org/drawingml/2006/main" noGrp="1"/>
          </p:cNvSpPr>
          <p:nvPr/>
        </p:nvSpPr>
        <p:spPr>
          <a:xfrm xmlns:a="http://schemas.openxmlformats.org/drawingml/2006/main">
            <a:off x="609600" y="1257300"/>
            <a:ext cx="10972800" cy="44005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4192BD06-7F09-4074-A021-E0DD04520F96}"/>
              </a:ext>
            </a:extLst>
          </p:cNvPr>
          <p:cNvPicPr>
            <a:picLocks xmlns:a="http://schemas.openxmlformats.org/drawingml/2006/main" noChangeAspect="1"/>
          </p:cNvPicPr>
          <p:nvPr/>
        </p:nvPicPr>
        <p:blipFill>
          <a:blip xmlns:r="http://schemas.openxmlformats.org/officeDocument/2006/relationships" xmlns:a="http://schemas.openxmlformats.org/drawingml/2006/main" r:embed="R68301aab6b6b41df"/>
          <a:stretch xmlns:a="http://schemas.openxmlformats.org/drawingml/2006/main"/>
        </p:blipFill>
        <p:spPr>
          <a:xfrm xmlns:a="http://schemas.openxmlformats.org/drawingml/2006/main">
            <a:off x="3490913" y="1323975"/>
            <a:ext cx="5191125" cy="4152900"/>
          </a:xfrm>
          <a:prstGeom xmlns:a="http://schemas.openxmlformats.org/drawingml/2006/main" prst="rect">
            <a:avLst/>
          </a:prstGeom>
        </p:spPr>
      </p:pic>
      <p:sp>
        <p:nvSpPr>
          <p:cNvPr id="5" name="relacion-0">
            <a:extLst xmlns:a="http://schemas.openxmlformats.org/drawingml/2006/main">
              <a:ext uri="{FF2B5EF4-FFF2-40B4-BE49-F238E27FC236}">
                <a16:creationId xmlns:a16="http://schemas.microsoft.com/office/drawing/2014/main" id="{BEE0A1B9-2162-438A-96E1-ABA11FB9ECE4}"/>
              </a:ext>
            </a:extLst>
          </p:cNvPr>
          <p:cNvSpPr>
            <a:spLocks xmlns:a="http://schemas.openxmlformats.org/drawingml/2006/main" noGrp="1"/>
          </p:cNvSpPr>
          <p:nvPr/>
        </p:nvSpPr>
        <p:spPr>
          <a:xfrm xmlns:a="http://schemas.openxmlformats.org/drawingml/2006/main">
            <a:off x="6096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7 cervicales</a:t>
            </a:r>
          </a:p>
        </p:txBody>
      </p:sp>
      <p:sp>
        <p:nvSpPr>
          <p:cNvPr id="6" name="relacion-1">
            <a:extLst xmlns:a="http://schemas.openxmlformats.org/drawingml/2006/main">
              <a:ext uri="{FF2B5EF4-FFF2-40B4-BE49-F238E27FC236}">
                <a16:creationId xmlns:a16="http://schemas.microsoft.com/office/drawing/2014/main" id="{52C2CC60-7B4D-4CB4-A894-AEA745B69703}"/>
              </a:ext>
            </a:extLst>
          </p:cNvPr>
          <p:cNvSpPr>
            <a:spLocks xmlns:a="http://schemas.openxmlformats.org/drawingml/2006/main" noGrp="1"/>
          </p:cNvSpPr>
          <p:nvPr/>
        </p:nvSpPr>
        <p:spPr>
          <a:xfrm xmlns:a="http://schemas.openxmlformats.org/drawingml/2006/main">
            <a:off x="42672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12 torácicas</a:t>
            </a:r>
          </a:p>
        </p:txBody>
      </p:sp>
      <p:sp>
        <p:nvSpPr>
          <p:cNvPr id="7" name="relacion-2">
            <a:extLst xmlns:a="http://schemas.openxmlformats.org/drawingml/2006/main">
              <a:ext uri="{FF2B5EF4-FFF2-40B4-BE49-F238E27FC236}">
                <a16:creationId xmlns:a16="http://schemas.microsoft.com/office/drawing/2014/main" id="{EE4BDC23-1C8A-4997-AE29-7FF5A4DF76BC}"/>
              </a:ext>
            </a:extLst>
          </p:cNvPr>
          <p:cNvSpPr>
            <a:spLocks xmlns:a="http://schemas.openxmlformats.org/drawingml/2006/main" noGrp="1"/>
          </p:cNvSpPr>
          <p:nvPr/>
        </p:nvSpPr>
        <p:spPr>
          <a:xfrm xmlns:a="http://schemas.openxmlformats.org/drawingml/2006/main">
            <a:off x="79248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5 lumbares</a:t>
            </a:r>
          </a:p>
        </p:txBody>
      </p:sp>
      <p:sp>
        <p:nvSpPr>
          <p:cNvPr id="8" name="idea-fondo">
            <a:extLst xmlns:a="http://schemas.openxmlformats.org/drawingml/2006/main">
              <a:ext uri="{FF2B5EF4-FFF2-40B4-BE49-F238E27FC236}">
                <a16:creationId xmlns:a16="http://schemas.microsoft.com/office/drawing/2014/main" id="{15041983-8AFE-41C9-8F4F-6CF8A95BEC6A}"/>
              </a:ext>
            </a:extLst>
          </p:cNvPr>
          <p:cNvSpPr>
            <a:spLocks xmlns:a="http://schemas.openxmlformats.org/drawingml/2006/main" noGrp="1"/>
          </p:cNvSpPr>
          <p:nvPr/>
        </p:nvSpPr>
        <p:spPr>
          <a:xfrm xmlns:a="http://schemas.openxmlformats.org/drawingml/2006/main">
            <a:off x="609600" y="6410325"/>
            <a:ext cx="10477500" cy="381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9" name="idea">
            <a:extLst xmlns:a="http://schemas.openxmlformats.org/drawingml/2006/main">
              <a:ext uri="{FF2B5EF4-FFF2-40B4-BE49-F238E27FC236}">
                <a16:creationId xmlns:a16="http://schemas.microsoft.com/office/drawing/2014/main" id="{58E94080-64EC-4632-894C-452D0482C60D}"/>
              </a:ext>
            </a:extLst>
          </p:cNvPr>
          <p:cNvSpPr>
            <a:spLocks xmlns:a="http://schemas.openxmlformats.org/drawingml/2006/main" noGrp="1"/>
          </p:cNvSpPr>
          <p:nvPr/>
        </p:nvSpPr>
        <p:spPr>
          <a:xfrm xmlns:a="http://schemas.openxmlformats.org/drawingml/2006/main">
            <a:off x="742950" y="6419850"/>
            <a:ext cx="1019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33 vértebras de desarrollo; 26 huesos en el adulto típico.</a:t>
            </a:r>
          </a:p>
        </p:txBody>
      </p:sp>
      <p:sp>
        <p:nvSpPr>
          <p:cNvPr id="10" name="numero">
            <a:extLst xmlns:a="http://schemas.openxmlformats.org/drawingml/2006/main">
              <a:ext uri="{FF2B5EF4-FFF2-40B4-BE49-F238E27FC236}">
                <a16:creationId xmlns:a16="http://schemas.microsoft.com/office/drawing/2014/main" id="{19CC92F8-B9DC-429D-8180-AC99AC34FC76}"/>
              </a:ext>
            </a:extLst>
          </p:cNvPr>
          <p:cNvSpPr>
            <a:spLocks xmlns:a="http://schemas.openxmlformats.org/drawingml/2006/main" noGrp="1"/>
          </p:cNvSpPr>
          <p:nvPr/>
        </p:nvSpPr>
        <p:spPr>
          <a:xfrm xmlns:a="http://schemas.openxmlformats.org/drawingml/2006/main">
            <a:off x="11287125" y="65341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20</a:t>
            </a:r>
          </a:p>
        </p:txBody>
      </p:sp>
    </p:spTree>
    <p:extLst>
      <p:ext uri="{BB962C8B-B14F-4D97-AF65-F5344CB8AC3E}">
        <p14:creationId xmlns:p14="http://schemas.microsoft.com/office/powerpoint/2010/main" val="1110041607"/>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55352853-43B4-4363-ACD2-3705808D2ACD}"/>
              </a:ext>
            </a:extLst>
          </p:cNvPr>
          <p:cNvPicPr>
            <a:picLocks xmlns:a="http://schemas.openxmlformats.org/drawingml/2006/main" noChangeAspect="1"/>
          </p:cNvPicPr>
          <p:nvPr/>
        </p:nvPicPr>
        <p:blipFill>
          <a:blip xmlns:r="http://schemas.openxmlformats.org/officeDocument/2006/relationships" xmlns:a="http://schemas.openxmlformats.org/drawingml/2006/main" r:embed="R35a7cb83e97c459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889A05F5-43D3-43AB-A7BC-2FC55D7E711E}"/>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225" b="1">
                <a:solidFill>
                  <a:srgbClr val="113C4C"/>
                </a:solidFill>
                <a:latin typeface="Calibri"/>
                <a:ea typeface="Calibri"/>
                <a:cs typeface="Calibri"/>
              </a:defRPr>
            </a:defPPr>
            <a:lvl1pPr algn="l">
              <a:defRPr sz="3225" b="1">
                <a:solidFill>
                  <a:srgbClr val="113C4C"/>
                </a:solidFill>
                <a:latin typeface="Calibri"/>
                <a:ea typeface="Calibri"/>
                <a:cs typeface="Calibri"/>
              </a:defRPr>
            </a:lvl1pPr>
            <a:lvl2pPr algn="l">
              <a:defRPr sz="3225" b="1">
                <a:solidFill>
                  <a:srgbClr val="113C4C"/>
                </a:solidFill>
                <a:latin typeface="Calibri"/>
                <a:ea typeface="Calibri"/>
                <a:cs typeface="Calibri"/>
              </a:defRPr>
            </a:lvl2pPr>
            <a:lvl3pPr algn="l">
              <a:defRPr sz="3225" b="1">
                <a:solidFill>
                  <a:srgbClr val="113C4C"/>
                </a:solidFill>
                <a:latin typeface="Calibri"/>
                <a:ea typeface="Calibri"/>
                <a:cs typeface="Calibri"/>
              </a:defRPr>
            </a:lvl3pPr>
            <a:lvl4pPr algn="l">
              <a:defRPr sz="3225" b="1">
                <a:solidFill>
                  <a:srgbClr val="113C4C"/>
                </a:solidFill>
                <a:latin typeface="Calibri"/>
                <a:ea typeface="Calibri"/>
                <a:cs typeface="Calibri"/>
              </a:defRPr>
            </a:lvl4pPr>
            <a:lvl5pPr algn="l">
              <a:defRPr sz="3225" b="1">
                <a:solidFill>
                  <a:srgbClr val="113C4C"/>
                </a:solidFill>
                <a:latin typeface="Calibri"/>
                <a:ea typeface="Calibri"/>
                <a:cs typeface="Calibri"/>
              </a:defRPr>
            </a:lvl5pPr>
            <a:lvl6pPr algn="l">
              <a:defRPr sz="3225" b="1">
                <a:solidFill>
                  <a:srgbClr val="113C4C"/>
                </a:solidFill>
                <a:latin typeface="Calibri"/>
                <a:ea typeface="Calibri"/>
                <a:cs typeface="Calibri"/>
              </a:defRPr>
            </a:lvl6pPr>
            <a:lvl7pPr algn="l">
              <a:defRPr sz="3225" b="1">
                <a:solidFill>
                  <a:srgbClr val="113C4C"/>
                </a:solidFill>
                <a:latin typeface="Calibri"/>
                <a:ea typeface="Calibri"/>
                <a:cs typeface="Calibri"/>
              </a:defRPr>
            </a:lvl7pPr>
            <a:lvl8pPr algn="l">
              <a:defRPr sz="3225" b="1">
                <a:solidFill>
                  <a:srgbClr val="113C4C"/>
                </a:solidFill>
                <a:latin typeface="Calibri"/>
                <a:ea typeface="Calibri"/>
                <a:cs typeface="Calibri"/>
              </a:defRPr>
            </a:lvl8pPr>
            <a:lvl9pPr algn="l">
              <a:defRPr sz="3225" b="1">
                <a:solidFill>
                  <a:srgbClr val="113C4C"/>
                </a:solidFill>
                <a:latin typeface="Calibri"/>
                <a:ea typeface="Calibri"/>
                <a:cs typeface="Calibri"/>
              </a:defRPr>
            </a:lvl9pPr>
          </a:lstStyle>
          <a:p xmlns:a="http://schemas.openxmlformats.org/drawingml/2006/main">
            <a:pPr algn="l">
              <a:defRPr sz="3225" b="1">
                <a:solidFill>
                  <a:srgbClr val="113C4C"/>
                </a:solidFill>
                <a:latin typeface="Calibri"/>
                <a:ea typeface="Calibri"/>
                <a:cs typeface="Calibri"/>
              </a:defRPr>
            </a:pPr>
            <a:r>
              <a:rPr sz="3225" b="1">
                <a:solidFill>
                  <a:srgbClr val="113C4C"/>
                </a:solidFill>
                <a:latin typeface="Calibri"/>
                <a:ea typeface="Calibri"/>
                <a:cs typeface="Calibri"/>
              </a:rPr>
              <a:t>Curvas que aparecen al crecer</a:t>
            </a:r>
          </a:p>
        </p:txBody>
      </p:sp>
      <p:sp>
        <p:nvSpPr>
          <p:cNvPr id="3" name="area-figuras">
            <a:extLst xmlns:a="http://schemas.openxmlformats.org/drawingml/2006/main">
              <a:ext uri="{FF2B5EF4-FFF2-40B4-BE49-F238E27FC236}">
                <a16:creationId xmlns:a16="http://schemas.microsoft.com/office/drawing/2014/main" id="{34BBF592-00BB-4611-A107-8B4523C4B808}"/>
              </a:ext>
            </a:extLst>
          </p:cNvPr>
          <p:cNvSpPr>
            <a:spLocks xmlns:a="http://schemas.openxmlformats.org/drawingml/2006/main" noGrp="1"/>
          </p:cNvSpPr>
          <p:nvPr/>
        </p:nvSpPr>
        <p:spPr>
          <a:xfrm xmlns:a="http://schemas.openxmlformats.org/drawingml/2006/main">
            <a:off x="609600" y="1257300"/>
            <a:ext cx="10972800" cy="44005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A3B7B091-73FF-4DD7-9657-8CE4468285DD}"/>
              </a:ext>
            </a:extLst>
          </p:cNvPr>
          <p:cNvPicPr>
            <a:picLocks xmlns:a="http://schemas.openxmlformats.org/drawingml/2006/main" noChangeAspect="1"/>
          </p:cNvPicPr>
          <p:nvPr/>
        </p:nvPicPr>
        <p:blipFill>
          <a:blip xmlns:r="http://schemas.openxmlformats.org/officeDocument/2006/relationships" xmlns:a="http://schemas.openxmlformats.org/drawingml/2006/main" r:embed="R4673f705661a46dc"/>
          <a:stretch xmlns:a="http://schemas.openxmlformats.org/drawingml/2006/main"/>
        </p:blipFill>
        <p:spPr>
          <a:xfrm xmlns:a="http://schemas.openxmlformats.org/drawingml/2006/main">
            <a:off x="1266825" y="1323975"/>
            <a:ext cx="4152900" cy="415290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D127AF38-62D4-4D88-A4BE-13F186AF1E11}"/>
              </a:ext>
            </a:extLst>
          </p:cNvPr>
          <p:cNvPicPr>
            <a:picLocks xmlns:a="http://schemas.openxmlformats.org/drawingml/2006/main" noChangeAspect="1"/>
          </p:cNvPicPr>
          <p:nvPr/>
        </p:nvPicPr>
        <p:blipFill>
          <a:blip xmlns:r="http://schemas.openxmlformats.org/officeDocument/2006/relationships" xmlns:a="http://schemas.openxmlformats.org/drawingml/2006/main" r:embed="R846a1898aab84fae"/>
          <a:stretch xmlns:a="http://schemas.openxmlformats.org/drawingml/2006/main"/>
        </p:blipFill>
        <p:spPr>
          <a:xfrm xmlns:a="http://schemas.openxmlformats.org/drawingml/2006/main">
            <a:off x="6234113" y="1323975"/>
            <a:ext cx="5191125" cy="4152900"/>
          </a:xfrm>
          <a:prstGeom xmlns:a="http://schemas.openxmlformats.org/drawingml/2006/main" prst="rect">
            <a:avLst/>
          </a:prstGeom>
        </p:spPr>
      </p:pic>
      <p:sp>
        <p:nvSpPr>
          <p:cNvPr id="6" name="relacion-0">
            <a:extLst xmlns:a="http://schemas.openxmlformats.org/drawingml/2006/main">
              <a:ext uri="{FF2B5EF4-FFF2-40B4-BE49-F238E27FC236}">
                <a16:creationId xmlns:a16="http://schemas.microsoft.com/office/drawing/2014/main" id="{C0272150-AC12-43E4-8CE9-31620AE579B0}"/>
              </a:ext>
            </a:extLst>
          </p:cNvPr>
          <p:cNvSpPr>
            <a:spLocks xmlns:a="http://schemas.openxmlformats.org/drawingml/2006/main" noGrp="1"/>
          </p:cNvSpPr>
          <p:nvPr/>
        </p:nvSpPr>
        <p:spPr>
          <a:xfrm xmlns:a="http://schemas.openxmlformats.org/drawingml/2006/main">
            <a:off x="609600" y="5743575"/>
            <a:ext cx="5353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Primarias: torácica y pélvica</a:t>
            </a:r>
          </a:p>
        </p:txBody>
      </p:sp>
      <p:sp>
        <p:nvSpPr>
          <p:cNvPr id="7" name="relacion-1">
            <a:extLst xmlns:a="http://schemas.openxmlformats.org/drawingml/2006/main">
              <a:ext uri="{FF2B5EF4-FFF2-40B4-BE49-F238E27FC236}">
                <a16:creationId xmlns:a16="http://schemas.microsoft.com/office/drawing/2014/main" id="{C2099FD6-2070-445D-8407-465A139BCAB2}"/>
              </a:ext>
            </a:extLst>
          </p:cNvPr>
          <p:cNvSpPr>
            <a:spLocks xmlns:a="http://schemas.openxmlformats.org/drawingml/2006/main" noGrp="1"/>
          </p:cNvSpPr>
          <p:nvPr/>
        </p:nvSpPr>
        <p:spPr>
          <a:xfrm xmlns:a="http://schemas.openxmlformats.org/drawingml/2006/main">
            <a:off x="6096000" y="5743575"/>
            <a:ext cx="5353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Secundarias: cervical y lumbar</a:t>
            </a:r>
          </a:p>
        </p:txBody>
      </p:sp>
      <p:sp>
        <p:nvSpPr>
          <p:cNvPr id="8" name="idea-fondo">
            <a:extLst xmlns:a="http://schemas.openxmlformats.org/drawingml/2006/main">
              <a:ext uri="{FF2B5EF4-FFF2-40B4-BE49-F238E27FC236}">
                <a16:creationId xmlns:a16="http://schemas.microsoft.com/office/drawing/2014/main" id="{F110EBAC-9E6F-412D-9C76-89771D0F4EEB}"/>
              </a:ext>
            </a:extLst>
          </p:cNvPr>
          <p:cNvSpPr>
            <a:spLocks xmlns:a="http://schemas.openxmlformats.org/drawingml/2006/main" noGrp="1"/>
          </p:cNvSpPr>
          <p:nvPr/>
        </p:nvSpPr>
        <p:spPr>
          <a:xfrm xmlns:a="http://schemas.openxmlformats.org/drawingml/2006/main">
            <a:off x="609600" y="6410325"/>
            <a:ext cx="10477500" cy="381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9" name="idea">
            <a:extLst xmlns:a="http://schemas.openxmlformats.org/drawingml/2006/main">
              <a:ext uri="{FF2B5EF4-FFF2-40B4-BE49-F238E27FC236}">
                <a16:creationId xmlns:a16="http://schemas.microsoft.com/office/drawing/2014/main" id="{92C3A90C-6F81-498B-B41A-229BDC7CA922}"/>
              </a:ext>
            </a:extLst>
          </p:cNvPr>
          <p:cNvSpPr>
            <a:spLocks xmlns:a="http://schemas.openxmlformats.org/drawingml/2006/main" noGrp="1"/>
          </p:cNvSpPr>
          <p:nvPr/>
        </p:nvSpPr>
        <p:spPr>
          <a:xfrm xmlns:a="http://schemas.openxmlformats.org/drawingml/2006/main">
            <a:off x="742950" y="6419850"/>
            <a:ext cx="1019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La columna adulta no es una barra recta.</a:t>
            </a:r>
          </a:p>
        </p:txBody>
      </p:sp>
      <p:sp>
        <p:nvSpPr>
          <p:cNvPr id="10" name="numero">
            <a:extLst xmlns:a="http://schemas.openxmlformats.org/drawingml/2006/main">
              <a:ext uri="{FF2B5EF4-FFF2-40B4-BE49-F238E27FC236}">
                <a16:creationId xmlns:a16="http://schemas.microsoft.com/office/drawing/2014/main" id="{1D9E6EDD-B85B-4118-8525-8634089A0C8B}"/>
              </a:ext>
            </a:extLst>
          </p:cNvPr>
          <p:cNvSpPr>
            <a:spLocks xmlns:a="http://schemas.openxmlformats.org/drawingml/2006/main" noGrp="1"/>
          </p:cNvSpPr>
          <p:nvPr/>
        </p:nvSpPr>
        <p:spPr>
          <a:xfrm xmlns:a="http://schemas.openxmlformats.org/drawingml/2006/main">
            <a:off x="11287125" y="65341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21</a:t>
            </a:r>
          </a:p>
        </p:txBody>
      </p:sp>
    </p:spTree>
    <p:extLst>
      <p:ext uri="{BB962C8B-B14F-4D97-AF65-F5344CB8AC3E}">
        <p14:creationId xmlns:p14="http://schemas.microsoft.com/office/powerpoint/2010/main" val="1307129349"/>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A8DBAD7F-CE78-47A1-883F-04ADBB709448}"/>
              </a:ext>
            </a:extLst>
          </p:cNvPr>
          <p:cNvPicPr>
            <a:picLocks xmlns:a="http://schemas.openxmlformats.org/drawingml/2006/main" noChangeAspect="1"/>
          </p:cNvPicPr>
          <p:nvPr/>
        </p:nvPicPr>
        <p:blipFill>
          <a:blip xmlns:r="http://schemas.openxmlformats.org/officeDocument/2006/relationships" xmlns:a="http://schemas.openxmlformats.org/drawingml/2006/main" r:embed="R6720b080f170482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3B76EF13-AA92-490B-96FC-570C932AEF39}"/>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225" b="1">
                <a:solidFill>
                  <a:srgbClr val="113C4C"/>
                </a:solidFill>
                <a:latin typeface="Calibri"/>
                <a:ea typeface="Calibri"/>
                <a:cs typeface="Calibri"/>
              </a:defRPr>
            </a:defPPr>
            <a:lvl1pPr algn="l">
              <a:defRPr sz="3225" b="1">
                <a:solidFill>
                  <a:srgbClr val="113C4C"/>
                </a:solidFill>
                <a:latin typeface="Calibri"/>
                <a:ea typeface="Calibri"/>
                <a:cs typeface="Calibri"/>
              </a:defRPr>
            </a:lvl1pPr>
            <a:lvl2pPr algn="l">
              <a:defRPr sz="3225" b="1">
                <a:solidFill>
                  <a:srgbClr val="113C4C"/>
                </a:solidFill>
                <a:latin typeface="Calibri"/>
                <a:ea typeface="Calibri"/>
                <a:cs typeface="Calibri"/>
              </a:defRPr>
            </a:lvl2pPr>
            <a:lvl3pPr algn="l">
              <a:defRPr sz="3225" b="1">
                <a:solidFill>
                  <a:srgbClr val="113C4C"/>
                </a:solidFill>
                <a:latin typeface="Calibri"/>
                <a:ea typeface="Calibri"/>
                <a:cs typeface="Calibri"/>
              </a:defRPr>
            </a:lvl3pPr>
            <a:lvl4pPr algn="l">
              <a:defRPr sz="3225" b="1">
                <a:solidFill>
                  <a:srgbClr val="113C4C"/>
                </a:solidFill>
                <a:latin typeface="Calibri"/>
                <a:ea typeface="Calibri"/>
                <a:cs typeface="Calibri"/>
              </a:defRPr>
            </a:lvl4pPr>
            <a:lvl5pPr algn="l">
              <a:defRPr sz="3225" b="1">
                <a:solidFill>
                  <a:srgbClr val="113C4C"/>
                </a:solidFill>
                <a:latin typeface="Calibri"/>
                <a:ea typeface="Calibri"/>
                <a:cs typeface="Calibri"/>
              </a:defRPr>
            </a:lvl5pPr>
            <a:lvl6pPr algn="l">
              <a:defRPr sz="3225" b="1">
                <a:solidFill>
                  <a:srgbClr val="113C4C"/>
                </a:solidFill>
                <a:latin typeface="Calibri"/>
                <a:ea typeface="Calibri"/>
                <a:cs typeface="Calibri"/>
              </a:defRPr>
            </a:lvl6pPr>
            <a:lvl7pPr algn="l">
              <a:defRPr sz="3225" b="1">
                <a:solidFill>
                  <a:srgbClr val="113C4C"/>
                </a:solidFill>
                <a:latin typeface="Calibri"/>
                <a:ea typeface="Calibri"/>
                <a:cs typeface="Calibri"/>
              </a:defRPr>
            </a:lvl7pPr>
            <a:lvl8pPr algn="l">
              <a:defRPr sz="3225" b="1">
                <a:solidFill>
                  <a:srgbClr val="113C4C"/>
                </a:solidFill>
                <a:latin typeface="Calibri"/>
                <a:ea typeface="Calibri"/>
                <a:cs typeface="Calibri"/>
              </a:defRPr>
            </a:lvl8pPr>
            <a:lvl9pPr algn="l">
              <a:defRPr sz="3225" b="1">
                <a:solidFill>
                  <a:srgbClr val="113C4C"/>
                </a:solidFill>
                <a:latin typeface="Calibri"/>
                <a:ea typeface="Calibri"/>
                <a:cs typeface="Calibri"/>
              </a:defRPr>
            </a:lvl9pPr>
          </a:lstStyle>
          <a:p xmlns:a="http://schemas.openxmlformats.org/drawingml/2006/main">
            <a:pPr algn="l">
              <a:defRPr sz="3225" b="1">
                <a:solidFill>
                  <a:srgbClr val="113C4C"/>
                </a:solidFill>
                <a:latin typeface="Calibri"/>
                <a:ea typeface="Calibri"/>
                <a:cs typeface="Calibri"/>
              </a:defRPr>
            </a:pPr>
            <a:r>
              <a:rPr sz="3225" b="1">
                <a:solidFill>
                  <a:srgbClr val="113C4C"/>
                </a:solidFill>
                <a:latin typeface="Calibri"/>
                <a:ea typeface="Calibri"/>
                <a:cs typeface="Calibri"/>
              </a:rPr>
              <a:t>Vértebra típica: soporte y protección</a:t>
            </a:r>
          </a:p>
        </p:txBody>
      </p:sp>
      <p:sp>
        <p:nvSpPr>
          <p:cNvPr id="3" name="area-figuras">
            <a:extLst xmlns:a="http://schemas.openxmlformats.org/drawingml/2006/main">
              <a:ext uri="{FF2B5EF4-FFF2-40B4-BE49-F238E27FC236}">
                <a16:creationId xmlns:a16="http://schemas.microsoft.com/office/drawing/2014/main" id="{064E1072-DFB7-491B-8315-739FB2A6A048}"/>
              </a:ext>
            </a:extLst>
          </p:cNvPr>
          <p:cNvSpPr>
            <a:spLocks xmlns:a="http://schemas.openxmlformats.org/drawingml/2006/main" noGrp="1"/>
          </p:cNvSpPr>
          <p:nvPr/>
        </p:nvSpPr>
        <p:spPr>
          <a:xfrm xmlns:a="http://schemas.openxmlformats.org/drawingml/2006/main">
            <a:off x="609600" y="1257300"/>
            <a:ext cx="10972800" cy="44005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8CC8AA7B-9041-475F-9063-D5B3DCDB0508}"/>
              </a:ext>
            </a:extLst>
          </p:cNvPr>
          <p:cNvPicPr>
            <a:picLocks xmlns:a="http://schemas.openxmlformats.org/drawingml/2006/main" noChangeAspect="1"/>
          </p:cNvPicPr>
          <p:nvPr/>
        </p:nvPicPr>
        <p:blipFill>
          <a:blip xmlns:r="http://schemas.openxmlformats.org/officeDocument/2006/relationships" xmlns:a="http://schemas.openxmlformats.org/drawingml/2006/main" r:embed="R0ee2beb6783d40e5"/>
          <a:stretch xmlns:a="http://schemas.openxmlformats.org/drawingml/2006/main"/>
        </p:blipFill>
        <p:spPr>
          <a:xfrm xmlns:a="http://schemas.openxmlformats.org/drawingml/2006/main">
            <a:off x="2603972" y="1323975"/>
            <a:ext cx="6965007" cy="4152900"/>
          </a:xfrm>
          <a:prstGeom xmlns:a="http://schemas.openxmlformats.org/drawingml/2006/main" prst="rect">
            <a:avLst/>
          </a:prstGeom>
        </p:spPr>
      </p:pic>
      <p:sp>
        <p:nvSpPr>
          <p:cNvPr id="5" name="relacion-0">
            <a:extLst xmlns:a="http://schemas.openxmlformats.org/drawingml/2006/main">
              <a:ext uri="{FF2B5EF4-FFF2-40B4-BE49-F238E27FC236}">
                <a16:creationId xmlns:a16="http://schemas.microsoft.com/office/drawing/2014/main" id="{334A3815-8C6F-4608-9B9A-913A3F3694C2}"/>
              </a:ext>
            </a:extLst>
          </p:cNvPr>
          <p:cNvSpPr>
            <a:spLocks xmlns:a="http://schemas.openxmlformats.org/drawingml/2006/main" noGrp="1"/>
          </p:cNvSpPr>
          <p:nvPr/>
        </p:nvSpPr>
        <p:spPr>
          <a:xfrm xmlns:a="http://schemas.openxmlformats.org/drawingml/2006/main">
            <a:off x="6096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Cuerpo</a:t>
            </a:r>
          </a:p>
        </p:txBody>
      </p:sp>
      <p:sp>
        <p:nvSpPr>
          <p:cNvPr id="6" name="relacion-1">
            <a:extLst xmlns:a="http://schemas.openxmlformats.org/drawingml/2006/main">
              <a:ext uri="{FF2B5EF4-FFF2-40B4-BE49-F238E27FC236}">
                <a16:creationId xmlns:a16="http://schemas.microsoft.com/office/drawing/2014/main" id="{63BD3A7A-64C8-4A58-8F77-FFC2BD30D003}"/>
              </a:ext>
            </a:extLst>
          </p:cNvPr>
          <p:cNvSpPr>
            <a:spLocks xmlns:a="http://schemas.openxmlformats.org/drawingml/2006/main" noGrp="1"/>
          </p:cNvSpPr>
          <p:nvPr/>
        </p:nvSpPr>
        <p:spPr>
          <a:xfrm xmlns:a="http://schemas.openxmlformats.org/drawingml/2006/main">
            <a:off x="42672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Arco vertebral</a:t>
            </a:r>
          </a:p>
        </p:txBody>
      </p:sp>
      <p:sp>
        <p:nvSpPr>
          <p:cNvPr id="7" name="relacion-2">
            <a:extLst xmlns:a="http://schemas.openxmlformats.org/drawingml/2006/main">
              <a:ext uri="{FF2B5EF4-FFF2-40B4-BE49-F238E27FC236}">
                <a16:creationId xmlns:a16="http://schemas.microsoft.com/office/drawing/2014/main" id="{B4A57EFC-3DE7-4AB0-9953-E4571A862B9A}"/>
              </a:ext>
            </a:extLst>
          </p:cNvPr>
          <p:cNvSpPr>
            <a:spLocks xmlns:a="http://schemas.openxmlformats.org/drawingml/2006/main" noGrp="1"/>
          </p:cNvSpPr>
          <p:nvPr/>
        </p:nvSpPr>
        <p:spPr>
          <a:xfrm xmlns:a="http://schemas.openxmlformats.org/drawingml/2006/main">
            <a:off x="79248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Agujero vertebral</a:t>
            </a:r>
          </a:p>
        </p:txBody>
      </p:sp>
      <p:sp>
        <p:nvSpPr>
          <p:cNvPr id="8" name="idea-fondo">
            <a:extLst xmlns:a="http://schemas.openxmlformats.org/drawingml/2006/main">
              <a:ext uri="{FF2B5EF4-FFF2-40B4-BE49-F238E27FC236}">
                <a16:creationId xmlns:a16="http://schemas.microsoft.com/office/drawing/2014/main" id="{E8C7F10D-2D33-4BA7-BF71-B17EE8184133}"/>
              </a:ext>
            </a:extLst>
          </p:cNvPr>
          <p:cNvSpPr>
            <a:spLocks xmlns:a="http://schemas.openxmlformats.org/drawingml/2006/main" noGrp="1"/>
          </p:cNvSpPr>
          <p:nvPr/>
        </p:nvSpPr>
        <p:spPr>
          <a:xfrm xmlns:a="http://schemas.openxmlformats.org/drawingml/2006/main">
            <a:off x="609600" y="6410325"/>
            <a:ext cx="10477500" cy="381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9" name="idea">
            <a:extLst xmlns:a="http://schemas.openxmlformats.org/drawingml/2006/main">
              <a:ext uri="{FF2B5EF4-FFF2-40B4-BE49-F238E27FC236}">
                <a16:creationId xmlns:a16="http://schemas.microsoft.com/office/drawing/2014/main" id="{8AAC78D2-4CA8-4782-9F3C-A7B24AF82529}"/>
              </a:ext>
            </a:extLst>
          </p:cNvPr>
          <p:cNvSpPr>
            <a:spLocks xmlns:a="http://schemas.openxmlformats.org/drawingml/2006/main" noGrp="1"/>
          </p:cNvSpPr>
          <p:nvPr/>
        </p:nvSpPr>
        <p:spPr>
          <a:xfrm xmlns:a="http://schemas.openxmlformats.org/drawingml/2006/main">
            <a:off x="742950" y="6419850"/>
            <a:ext cx="1019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El cuerpo soporta; el arco delimita el conducto.</a:t>
            </a:r>
          </a:p>
        </p:txBody>
      </p:sp>
      <p:sp>
        <p:nvSpPr>
          <p:cNvPr id="10" name="numero">
            <a:extLst xmlns:a="http://schemas.openxmlformats.org/drawingml/2006/main">
              <a:ext uri="{FF2B5EF4-FFF2-40B4-BE49-F238E27FC236}">
                <a16:creationId xmlns:a16="http://schemas.microsoft.com/office/drawing/2014/main" id="{7C34DB11-A64F-4123-B206-FA7C8459F0D1}"/>
              </a:ext>
            </a:extLst>
          </p:cNvPr>
          <p:cNvSpPr>
            <a:spLocks xmlns:a="http://schemas.openxmlformats.org/drawingml/2006/main" noGrp="1"/>
          </p:cNvSpPr>
          <p:nvPr/>
        </p:nvSpPr>
        <p:spPr>
          <a:xfrm xmlns:a="http://schemas.openxmlformats.org/drawingml/2006/main">
            <a:off x="11287125" y="65341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22</a:t>
            </a:r>
          </a:p>
        </p:txBody>
      </p:sp>
    </p:spTree>
    <p:extLst>
      <p:ext uri="{BB962C8B-B14F-4D97-AF65-F5344CB8AC3E}">
        <p14:creationId xmlns:p14="http://schemas.microsoft.com/office/powerpoint/2010/main" val="1248776330"/>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D36E61DD-585C-4A22-B3BB-8D80F2745BC4}"/>
              </a:ext>
            </a:extLst>
          </p:cNvPr>
          <p:cNvPicPr>
            <a:picLocks xmlns:a="http://schemas.openxmlformats.org/drawingml/2006/main" noChangeAspect="1"/>
          </p:cNvPicPr>
          <p:nvPr/>
        </p:nvPicPr>
        <p:blipFill>
          <a:blip xmlns:r="http://schemas.openxmlformats.org/officeDocument/2006/relationships" xmlns:a="http://schemas.openxmlformats.org/drawingml/2006/main" r:embed="Ra3ac570139a24cf6"/>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286B5988-9CFB-46BA-A837-BBD27C43D493}"/>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225" b="1">
                <a:solidFill>
                  <a:srgbClr val="113C4C"/>
                </a:solidFill>
                <a:latin typeface="Calibri"/>
                <a:ea typeface="Calibri"/>
                <a:cs typeface="Calibri"/>
              </a:defRPr>
            </a:defPPr>
            <a:lvl1pPr algn="l">
              <a:defRPr sz="3225" b="1">
                <a:solidFill>
                  <a:srgbClr val="113C4C"/>
                </a:solidFill>
                <a:latin typeface="Calibri"/>
                <a:ea typeface="Calibri"/>
                <a:cs typeface="Calibri"/>
              </a:defRPr>
            </a:lvl1pPr>
            <a:lvl2pPr algn="l">
              <a:defRPr sz="3225" b="1">
                <a:solidFill>
                  <a:srgbClr val="113C4C"/>
                </a:solidFill>
                <a:latin typeface="Calibri"/>
                <a:ea typeface="Calibri"/>
                <a:cs typeface="Calibri"/>
              </a:defRPr>
            </a:lvl2pPr>
            <a:lvl3pPr algn="l">
              <a:defRPr sz="3225" b="1">
                <a:solidFill>
                  <a:srgbClr val="113C4C"/>
                </a:solidFill>
                <a:latin typeface="Calibri"/>
                <a:ea typeface="Calibri"/>
                <a:cs typeface="Calibri"/>
              </a:defRPr>
            </a:lvl3pPr>
            <a:lvl4pPr algn="l">
              <a:defRPr sz="3225" b="1">
                <a:solidFill>
                  <a:srgbClr val="113C4C"/>
                </a:solidFill>
                <a:latin typeface="Calibri"/>
                <a:ea typeface="Calibri"/>
                <a:cs typeface="Calibri"/>
              </a:defRPr>
            </a:lvl4pPr>
            <a:lvl5pPr algn="l">
              <a:defRPr sz="3225" b="1">
                <a:solidFill>
                  <a:srgbClr val="113C4C"/>
                </a:solidFill>
                <a:latin typeface="Calibri"/>
                <a:ea typeface="Calibri"/>
                <a:cs typeface="Calibri"/>
              </a:defRPr>
            </a:lvl5pPr>
            <a:lvl6pPr algn="l">
              <a:defRPr sz="3225" b="1">
                <a:solidFill>
                  <a:srgbClr val="113C4C"/>
                </a:solidFill>
                <a:latin typeface="Calibri"/>
                <a:ea typeface="Calibri"/>
                <a:cs typeface="Calibri"/>
              </a:defRPr>
            </a:lvl6pPr>
            <a:lvl7pPr algn="l">
              <a:defRPr sz="3225" b="1">
                <a:solidFill>
                  <a:srgbClr val="113C4C"/>
                </a:solidFill>
                <a:latin typeface="Calibri"/>
                <a:ea typeface="Calibri"/>
                <a:cs typeface="Calibri"/>
              </a:defRPr>
            </a:lvl7pPr>
            <a:lvl8pPr algn="l">
              <a:defRPr sz="3225" b="1">
                <a:solidFill>
                  <a:srgbClr val="113C4C"/>
                </a:solidFill>
                <a:latin typeface="Calibri"/>
                <a:ea typeface="Calibri"/>
                <a:cs typeface="Calibri"/>
              </a:defRPr>
            </a:lvl8pPr>
            <a:lvl9pPr algn="l">
              <a:defRPr sz="3225" b="1">
                <a:solidFill>
                  <a:srgbClr val="113C4C"/>
                </a:solidFill>
                <a:latin typeface="Calibri"/>
                <a:ea typeface="Calibri"/>
                <a:cs typeface="Calibri"/>
              </a:defRPr>
            </a:lvl9pPr>
          </a:lstStyle>
          <a:p xmlns:a="http://schemas.openxmlformats.org/drawingml/2006/main">
            <a:pPr algn="l">
              <a:defRPr sz="3225" b="1">
                <a:solidFill>
                  <a:srgbClr val="113C4C"/>
                </a:solidFill>
                <a:latin typeface="Calibri"/>
                <a:ea typeface="Calibri"/>
                <a:cs typeface="Calibri"/>
              </a:defRPr>
            </a:pPr>
            <a:r>
              <a:rPr sz="3225" b="1">
                <a:solidFill>
                  <a:srgbClr val="113C4C"/>
                </a:solidFill>
                <a:latin typeface="Calibri"/>
                <a:ea typeface="Calibri"/>
                <a:cs typeface="Calibri"/>
              </a:rPr>
              <a:t>Disco: anillo y núcleo</a:t>
            </a:r>
          </a:p>
        </p:txBody>
      </p:sp>
      <p:sp>
        <p:nvSpPr>
          <p:cNvPr id="3" name="area-figuras">
            <a:extLst xmlns:a="http://schemas.openxmlformats.org/drawingml/2006/main">
              <a:ext uri="{FF2B5EF4-FFF2-40B4-BE49-F238E27FC236}">
                <a16:creationId xmlns:a16="http://schemas.microsoft.com/office/drawing/2014/main" id="{A2AB192F-A6AA-491C-A926-A91FD5B36D7B}"/>
              </a:ext>
            </a:extLst>
          </p:cNvPr>
          <p:cNvSpPr>
            <a:spLocks xmlns:a="http://schemas.openxmlformats.org/drawingml/2006/main" noGrp="1"/>
          </p:cNvSpPr>
          <p:nvPr/>
        </p:nvSpPr>
        <p:spPr>
          <a:xfrm xmlns:a="http://schemas.openxmlformats.org/drawingml/2006/main">
            <a:off x="609600" y="1257300"/>
            <a:ext cx="10972800" cy="44005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26E6308B-FCF0-4AD9-9393-09088FFD9ECA}"/>
              </a:ext>
            </a:extLst>
          </p:cNvPr>
          <p:cNvPicPr>
            <a:picLocks xmlns:a="http://schemas.openxmlformats.org/drawingml/2006/main" noChangeAspect="1"/>
          </p:cNvPicPr>
          <p:nvPr/>
        </p:nvPicPr>
        <p:blipFill>
          <a:blip xmlns:r="http://schemas.openxmlformats.org/officeDocument/2006/relationships" xmlns:a="http://schemas.openxmlformats.org/drawingml/2006/main" r:embed="R70bc110d5fd84363"/>
          <a:stretch xmlns:a="http://schemas.openxmlformats.org/drawingml/2006/main"/>
        </p:blipFill>
        <p:spPr>
          <a:xfrm xmlns:a="http://schemas.openxmlformats.org/drawingml/2006/main">
            <a:off x="1157538" y="1323975"/>
            <a:ext cx="4371474" cy="415290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C471AE61-4A35-4434-AE84-B82BB48BE6DF}"/>
              </a:ext>
            </a:extLst>
          </p:cNvPr>
          <p:cNvPicPr>
            <a:picLocks xmlns:a="http://schemas.openxmlformats.org/drawingml/2006/main" noChangeAspect="1"/>
          </p:cNvPicPr>
          <p:nvPr/>
        </p:nvPicPr>
        <p:blipFill>
          <a:blip xmlns:r="http://schemas.openxmlformats.org/officeDocument/2006/relationships" xmlns:a="http://schemas.openxmlformats.org/drawingml/2006/main" r:embed="Rf3631ba236df4267"/>
          <a:stretch xmlns:a="http://schemas.openxmlformats.org/drawingml/2006/main"/>
        </p:blipFill>
        <p:spPr>
          <a:xfrm xmlns:a="http://schemas.openxmlformats.org/drawingml/2006/main">
            <a:off x="6191250" y="1447027"/>
            <a:ext cx="5276850" cy="3906796"/>
          </a:xfrm>
          <a:prstGeom xmlns:a="http://schemas.openxmlformats.org/drawingml/2006/main" prst="rect">
            <a:avLst/>
          </a:prstGeom>
        </p:spPr>
      </p:pic>
      <p:sp>
        <p:nvSpPr>
          <p:cNvPr id="6" name="relacion-0">
            <a:extLst xmlns:a="http://schemas.openxmlformats.org/drawingml/2006/main">
              <a:ext uri="{FF2B5EF4-FFF2-40B4-BE49-F238E27FC236}">
                <a16:creationId xmlns:a16="http://schemas.microsoft.com/office/drawing/2014/main" id="{D5EE0DCD-DA92-4ECD-9929-D56993815C4A}"/>
              </a:ext>
            </a:extLst>
          </p:cNvPr>
          <p:cNvSpPr>
            <a:spLocks xmlns:a="http://schemas.openxmlformats.org/drawingml/2006/main" noGrp="1"/>
          </p:cNvSpPr>
          <p:nvPr/>
        </p:nvSpPr>
        <p:spPr>
          <a:xfrm xmlns:a="http://schemas.openxmlformats.org/drawingml/2006/main">
            <a:off x="609600" y="5743575"/>
            <a:ext cx="5353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Anillo fibroso</a:t>
            </a:r>
          </a:p>
        </p:txBody>
      </p:sp>
      <p:sp>
        <p:nvSpPr>
          <p:cNvPr id="7" name="relacion-1">
            <a:extLst xmlns:a="http://schemas.openxmlformats.org/drawingml/2006/main">
              <a:ext uri="{FF2B5EF4-FFF2-40B4-BE49-F238E27FC236}">
                <a16:creationId xmlns:a16="http://schemas.microsoft.com/office/drawing/2014/main" id="{ABBEB2D7-3771-44FD-8032-B1490F2F785D}"/>
              </a:ext>
            </a:extLst>
          </p:cNvPr>
          <p:cNvSpPr>
            <a:spLocks xmlns:a="http://schemas.openxmlformats.org/drawingml/2006/main" noGrp="1"/>
          </p:cNvSpPr>
          <p:nvPr/>
        </p:nvSpPr>
        <p:spPr>
          <a:xfrm xmlns:a="http://schemas.openxmlformats.org/drawingml/2006/main">
            <a:off x="6096000" y="5743575"/>
            <a:ext cx="5353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Núcleo pulposo</a:t>
            </a:r>
          </a:p>
        </p:txBody>
      </p:sp>
      <p:sp>
        <p:nvSpPr>
          <p:cNvPr id="8" name="idea-fondo">
            <a:extLst xmlns:a="http://schemas.openxmlformats.org/drawingml/2006/main">
              <a:ext uri="{FF2B5EF4-FFF2-40B4-BE49-F238E27FC236}">
                <a16:creationId xmlns:a16="http://schemas.microsoft.com/office/drawing/2014/main" id="{84D60ACD-A576-48F4-9AA2-C1489103288A}"/>
              </a:ext>
            </a:extLst>
          </p:cNvPr>
          <p:cNvSpPr>
            <a:spLocks xmlns:a="http://schemas.openxmlformats.org/drawingml/2006/main" noGrp="1"/>
          </p:cNvSpPr>
          <p:nvPr/>
        </p:nvSpPr>
        <p:spPr>
          <a:xfrm xmlns:a="http://schemas.openxmlformats.org/drawingml/2006/main">
            <a:off x="609600" y="6410325"/>
            <a:ext cx="10477500" cy="381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9" name="idea">
            <a:extLst xmlns:a="http://schemas.openxmlformats.org/drawingml/2006/main">
              <a:ext uri="{FF2B5EF4-FFF2-40B4-BE49-F238E27FC236}">
                <a16:creationId xmlns:a16="http://schemas.microsoft.com/office/drawing/2014/main" id="{4DDFD3D6-948E-4026-84E8-EFBF0ED62BD0}"/>
              </a:ext>
            </a:extLst>
          </p:cNvPr>
          <p:cNvSpPr>
            <a:spLocks xmlns:a="http://schemas.openxmlformats.org/drawingml/2006/main" noGrp="1"/>
          </p:cNvSpPr>
          <p:nvPr/>
        </p:nvSpPr>
        <p:spPr>
          <a:xfrm xmlns:a="http://schemas.openxmlformats.org/drawingml/2006/main">
            <a:off x="742950" y="6419850"/>
            <a:ext cx="1019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El disco une cuerpos vertebrales y amortigua cargas.</a:t>
            </a:r>
          </a:p>
        </p:txBody>
      </p:sp>
      <p:sp>
        <p:nvSpPr>
          <p:cNvPr id="10" name="numero">
            <a:extLst xmlns:a="http://schemas.openxmlformats.org/drawingml/2006/main">
              <a:ext uri="{FF2B5EF4-FFF2-40B4-BE49-F238E27FC236}">
                <a16:creationId xmlns:a16="http://schemas.microsoft.com/office/drawing/2014/main" id="{0F8E7976-A427-4666-9B5F-E059F52E6B11}"/>
              </a:ext>
            </a:extLst>
          </p:cNvPr>
          <p:cNvSpPr>
            <a:spLocks xmlns:a="http://schemas.openxmlformats.org/drawingml/2006/main" noGrp="1"/>
          </p:cNvSpPr>
          <p:nvPr/>
        </p:nvSpPr>
        <p:spPr>
          <a:xfrm xmlns:a="http://schemas.openxmlformats.org/drawingml/2006/main">
            <a:off x="11287125" y="65341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23</a:t>
            </a:r>
          </a:p>
        </p:txBody>
      </p:sp>
    </p:spTree>
    <p:extLst>
      <p:ext uri="{BB962C8B-B14F-4D97-AF65-F5344CB8AC3E}">
        <p14:creationId xmlns:p14="http://schemas.microsoft.com/office/powerpoint/2010/main" val="813328751"/>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5C434BEA-8278-493D-90B1-F9FD0889E177}"/>
              </a:ext>
            </a:extLst>
          </p:cNvPr>
          <p:cNvPicPr>
            <a:picLocks xmlns:a="http://schemas.openxmlformats.org/drawingml/2006/main" noChangeAspect="1"/>
          </p:cNvPicPr>
          <p:nvPr/>
        </p:nvPicPr>
        <p:blipFill>
          <a:blip xmlns:r="http://schemas.openxmlformats.org/officeDocument/2006/relationships" xmlns:a="http://schemas.openxmlformats.org/drawingml/2006/main" r:embed="Ree23955873b04456"/>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23655600-8706-4D05-9C9C-85B512B91415}"/>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225" b="1">
                <a:solidFill>
                  <a:srgbClr val="113C4C"/>
                </a:solidFill>
                <a:latin typeface="Calibri"/>
                <a:ea typeface="Calibri"/>
                <a:cs typeface="Calibri"/>
              </a:defRPr>
            </a:defPPr>
            <a:lvl1pPr algn="l">
              <a:defRPr sz="3225" b="1">
                <a:solidFill>
                  <a:srgbClr val="113C4C"/>
                </a:solidFill>
                <a:latin typeface="Calibri"/>
                <a:ea typeface="Calibri"/>
                <a:cs typeface="Calibri"/>
              </a:defRPr>
            </a:lvl1pPr>
            <a:lvl2pPr algn="l">
              <a:defRPr sz="3225" b="1">
                <a:solidFill>
                  <a:srgbClr val="113C4C"/>
                </a:solidFill>
                <a:latin typeface="Calibri"/>
                <a:ea typeface="Calibri"/>
                <a:cs typeface="Calibri"/>
              </a:defRPr>
            </a:lvl2pPr>
            <a:lvl3pPr algn="l">
              <a:defRPr sz="3225" b="1">
                <a:solidFill>
                  <a:srgbClr val="113C4C"/>
                </a:solidFill>
                <a:latin typeface="Calibri"/>
                <a:ea typeface="Calibri"/>
                <a:cs typeface="Calibri"/>
              </a:defRPr>
            </a:lvl3pPr>
            <a:lvl4pPr algn="l">
              <a:defRPr sz="3225" b="1">
                <a:solidFill>
                  <a:srgbClr val="113C4C"/>
                </a:solidFill>
                <a:latin typeface="Calibri"/>
                <a:ea typeface="Calibri"/>
                <a:cs typeface="Calibri"/>
              </a:defRPr>
            </a:lvl4pPr>
            <a:lvl5pPr algn="l">
              <a:defRPr sz="3225" b="1">
                <a:solidFill>
                  <a:srgbClr val="113C4C"/>
                </a:solidFill>
                <a:latin typeface="Calibri"/>
                <a:ea typeface="Calibri"/>
                <a:cs typeface="Calibri"/>
              </a:defRPr>
            </a:lvl5pPr>
            <a:lvl6pPr algn="l">
              <a:defRPr sz="3225" b="1">
                <a:solidFill>
                  <a:srgbClr val="113C4C"/>
                </a:solidFill>
                <a:latin typeface="Calibri"/>
                <a:ea typeface="Calibri"/>
                <a:cs typeface="Calibri"/>
              </a:defRPr>
            </a:lvl6pPr>
            <a:lvl7pPr algn="l">
              <a:defRPr sz="3225" b="1">
                <a:solidFill>
                  <a:srgbClr val="113C4C"/>
                </a:solidFill>
                <a:latin typeface="Calibri"/>
                <a:ea typeface="Calibri"/>
                <a:cs typeface="Calibri"/>
              </a:defRPr>
            </a:lvl7pPr>
            <a:lvl8pPr algn="l">
              <a:defRPr sz="3225" b="1">
                <a:solidFill>
                  <a:srgbClr val="113C4C"/>
                </a:solidFill>
                <a:latin typeface="Calibri"/>
                <a:ea typeface="Calibri"/>
                <a:cs typeface="Calibri"/>
              </a:defRPr>
            </a:lvl8pPr>
            <a:lvl9pPr algn="l">
              <a:defRPr sz="3225" b="1">
                <a:solidFill>
                  <a:srgbClr val="113C4C"/>
                </a:solidFill>
                <a:latin typeface="Calibri"/>
                <a:ea typeface="Calibri"/>
                <a:cs typeface="Calibri"/>
              </a:defRPr>
            </a:lvl9pPr>
          </a:lstStyle>
          <a:p xmlns:a="http://schemas.openxmlformats.org/drawingml/2006/main">
            <a:pPr algn="l">
              <a:defRPr sz="3225" b="1">
                <a:solidFill>
                  <a:srgbClr val="113C4C"/>
                </a:solidFill>
                <a:latin typeface="Calibri"/>
                <a:ea typeface="Calibri"/>
                <a:cs typeface="Calibri"/>
              </a:defRPr>
            </a:pPr>
            <a:r>
              <a:rPr sz="3225" b="1">
                <a:solidFill>
                  <a:srgbClr val="113C4C"/>
                </a:solidFill>
                <a:latin typeface="Calibri"/>
                <a:ea typeface="Calibri"/>
                <a:cs typeface="Calibri"/>
              </a:rPr>
              <a:t>Atlas y axis: sostener y girar</a:t>
            </a:r>
          </a:p>
        </p:txBody>
      </p:sp>
      <p:sp>
        <p:nvSpPr>
          <p:cNvPr id="3" name="area-figuras">
            <a:extLst xmlns:a="http://schemas.openxmlformats.org/drawingml/2006/main">
              <a:ext uri="{FF2B5EF4-FFF2-40B4-BE49-F238E27FC236}">
                <a16:creationId xmlns:a16="http://schemas.microsoft.com/office/drawing/2014/main" id="{8802FFA9-4ECA-425B-AD25-3CFC3120BD21}"/>
              </a:ext>
            </a:extLst>
          </p:cNvPr>
          <p:cNvSpPr>
            <a:spLocks xmlns:a="http://schemas.openxmlformats.org/drawingml/2006/main" noGrp="1"/>
          </p:cNvSpPr>
          <p:nvPr/>
        </p:nvSpPr>
        <p:spPr>
          <a:xfrm xmlns:a="http://schemas.openxmlformats.org/drawingml/2006/main">
            <a:off x="609600" y="1257300"/>
            <a:ext cx="10972800" cy="44005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3A23C153-15E6-485E-8C99-43945FEF0AB3}"/>
              </a:ext>
            </a:extLst>
          </p:cNvPr>
          <p:cNvPicPr>
            <a:picLocks xmlns:a="http://schemas.openxmlformats.org/drawingml/2006/main" noChangeAspect="1"/>
          </p:cNvPicPr>
          <p:nvPr/>
        </p:nvPicPr>
        <p:blipFill>
          <a:blip xmlns:r="http://schemas.openxmlformats.org/officeDocument/2006/relationships" xmlns:a="http://schemas.openxmlformats.org/drawingml/2006/main" r:embed="R2ba9b3471e8546db"/>
          <a:stretch xmlns:a="http://schemas.openxmlformats.org/drawingml/2006/main"/>
        </p:blipFill>
        <p:spPr>
          <a:xfrm xmlns:a="http://schemas.openxmlformats.org/drawingml/2006/main">
            <a:off x="704850" y="1922907"/>
            <a:ext cx="5276850" cy="2955036"/>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4A5AB25B-107D-4581-A513-FAF378F28265}"/>
              </a:ext>
            </a:extLst>
          </p:cNvPr>
          <p:cNvPicPr>
            <a:picLocks xmlns:a="http://schemas.openxmlformats.org/drawingml/2006/main" noChangeAspect="1"/>
          </p:cNvPicPr>
          <p:nvPr/>
        </p:nvPicPr>
        <p:blipFill>
          <a:blip xmlns:r="http://schemas.openxmlformats.org/officeDocument/2006/relationships" xmlns:a="http://schemas.openxmlformats.org/drawingml/2006/main" r:embed="Re691388cecde4080"/>
          <a:stretch xmlns:a="http://schemas.openxmlformats.org/drawingml/2006/main"/>
        </p:blipFill>
        <p:spPr>
          <a:xfrm xmlns:a="http://schemas.openxmlformats.org/drawingml/2006/main">
            <a:off x="6191250" y="1371901"/>
            <a:ext cx="5276850" cy="4057049"/>
          </a:xfrm>
          <a:prstGeom xmlns:a="http://schemas.openxmlformats.org/drawingml/2006/main" prst="rect">
            <a:avLst/>
          </a:prstGeom>
        </p:spPr>
      </p:pic>
      <p:sp>
        <p:nvSpPr>
          <p:cNvPr id="6" name="relacion-0">
            <a:extLst xmlns:a="http://schemas.openxmlformats.org/drawingml/2006/main">
              <a:ext uri="{FF2B5EF4-FFF2-40B4-BE49-F238E27FC236}">
                <a16:creationId xmlns:a16="http://schemas.microsoft.com/office/drawing/2014/main" id="{85E240EE-EA4B-4310-A36B-882DC7E7188F}"/>
              </a:ext>
            </a:extLst>
          </p:cNvPr>
          <p:cNvSpPr>
            <a:spLocks xmlns:a="http://schemas.openxmlformats.org/drawingml/2006/main" noGrp="1"/>
          </p:cNvSpPr>
          <p:nvPr/>
        </p:nvSpPr>
        <p:spPr>
          <a:xfrm xmlns:a="http://schemas.openxmlformats.org/drawingml/2006/main">
            <a:off x="6096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C1: atlas</a:t>
            </a:r>
          </a:p>
        </p:txBody>
      </p:sp>
      <p:sp>
        <p:nvSpPr>
          <p:cNvPr id="7" name="relacion-1">
            <a:extLst xmlns:a="http://schemas.openxmlformats.org/drawingml/2006/main">
              <a:ext uri="{FF2B5EF4-FFF2-40B4-BE49-F238E27FC236}">
                <a16:creationId xmlns:a16="http://schemas.microsoft.com/office/drawing/2014/main" id="{A7A0EF05-656A-49CC-8EC4-7DA731A3C0E1}"/>
              </a:ext>
            </a:extLst>
          </p:cNvPr>
          <p:cNvSpPr>
            <a:spLocks xmlns:a="http://schemas.openxmlformats.org/drawingml/2006/main" noGrp="1"/>
          </p:cNvSpPr>
          <p:nvPr/>
        </p:nvSpPr>
        <p:spPr>
          <a:xfrm xmlns:a="http://schemas.openxmlformats.org/drawingml/2006/main">
            <a:off x="42672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C2: axis</a:t>
            </a:r>
          </a:p>
        </p:txBody>
      </p:sp>
      <p:sp>
        <p:nvSpPr>
          <p:cNvPr id="8" name="relacion-2">
            <a:extLst xmlns:a="http://schemas.openxmlformats.org/drawingml/2006/main">
              <a:ext uri="{FF2B5EF4-FFF2-40B4-BE49-F238E27FC236}">
                <a16:creationId xmlns:a16="http://schemas.microsoft.com/office/drawing/2014/main" id="{44AAC49D-DDE5-4FF8-8551-E4577061A593}"/>
              </a:ext>
            </a:extLst>
          </p:cNvPr>
          <p:cNvSpPr>
            <a:spLocks xmlns:a="http://schemas.openxmlformats.org/drawingml/2006/main" noGrp="1"/>
          </p:cNvSpPr>
          <p:nvPr/>
        </p:nvSpPr>
        <p:spPr>
          <a:xfrm xmlns:a="http://schemas.openxmlformats.org/drawingml/2006/main">
            <a:off x="79248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Diente del axis</a:t>
            </a:r>
          </a:p>
        </p:txBody>
      </p:sp>
      <p:sp>
        <p:nvSpPr>
          <p:cNvPr id="9" name="idea-fondo">
            <a:extLst xmlns:a="http://schemas.openxmlformats.org/drawingml/2006/main">
              <a:ext uri="{FF2B5EF4-FFF2-40B4-BE49-F238E27FC236}">
                <a16:creationId xmlns:a16="http://schemas.microsoft.com/office/drawing/2014/main" id="{8A9665AD-EFCD-4F64-BC70-352997604169}"/>
              </a:ext>
            </a:extLst>
          </p:cNvPr>
          <p:cNvSpPr>
            <a:spLocks xmlns:a="http://schemas.openxmlformats.org/drawingml/2006/main" noGrp="1"/>
          </p:cNvSpPr>
          <p:nvPr/>
        </p:nvSpPr>
        <p:spPr>
          <a:xfrm xmlns:a="http://schemas.openxmlformats.org/drawingml/2006/main">
            <a:off x="609600" y="6410325"/>
            <a:ext cx="10477500" cy="381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0" name="idea">
            <a:extLst xmlns:a="http://schemas.openxmlformats.org/drawingml/2006/main">
              <a:ext uri="{FF2B5EF4-FFF2-40B4-BE49-F238E27FC236}">
                <a16:creationId xmlns:a16="http://schemas.microsoft.com/office/drawing/2014/main" id="{3805F73C-7DA7-4400-97D4-28CDB1CC1B4C}"/>
              </a:ext>
            </a:extLst>
          </p:cNvPr>
          <p:cNvSpPr>
            <a:spLocks xmlns:a="http://schemas.openxmlformats.org/drawingml/2006/main" noGrp="1"/>
          </p:cNvSpPr>
          <p:nvPr/>
        </p:nvSpPr>
        <p:spPr>
          <a:xfrm xmlns:a="http://schemas.openxmlformats.org/drawingml/2006/main">
            <a:off x="742950" y="6419850"/>
            <a:ext cx="1019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El atlas recibe el occipital; el axis ofrece el pivote.</a:t>
            </a:r>
          </a:p>
        </p:txBody>
      </p:sp>
      <p:sp>
        <p:nvSpPr>
          <p:cNvPr id="11" name="numero">
            <a:extLst xmlns:a="http://schemas.openxmlformats.org/drawingml/2006/main">
              <a:ext uri="{FF2B5EF4-FFF2-40B4-BE49-F238E27FC236}">
                <a16:creationId xmlns:a16="http://schemas.microsoft.com/office/drawing/2014/main" id="{6D8050E7-8F75-4F20-9627-36F4828DD47A}"/>
              </a:ext>
            </a:extLst>
          </p:cNvPr>
          <p:cNvSpPr>
            <a:spLocks xmlns:a="http://schemas.openxmlformats.org/drawingml/2006/main" noGrp="1"/>
          </p:cNvSpPr>
          <p:nvPr/>
        </p:nvSpPr>
        <p:spPr>
          <a:xfrm xmlns:a="http://schemas.openxmlformats.org/drawingml/2006/main">
            <a:off x="11287125" y="65341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24</a:t>
            </a:r>
          </a:p>
        </p:txBody>
      </p:sp>
    </p:spTree>
    <p:extLst>
      <p:ext uri="{BB962C8B-B14F-4D97-AF65-F5344CB8AC3E}">
        <p14:creationId xmlns:p14="http://schemas.microsoft.com/office/powerpoint/2010/main" val="1614518323"/>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D458C20C-E97F-45D3-90D9-2C002FB8E05E}"/>
              </a:ext>
            </a:extLst>
          </p:cNvPr>
          <p:cNvPicPr>
            <a:picLocks xmlns:a="http://schemas.openxmlformats.org/drawingml/2006/main" noChangeAspect="1"/>
          </p:cNvPicPr>
          <p:nvPr/>
        </p:nvPicPr>
        <p:blipFill>
          <a:blip xmlns:r="http://schemas.openxmlformats.org/officeDocument/2006/relationships" xmlns:a="http://schemas.openxmlformats.org/drawingml/2006/main" r:embed="Rf2f05196e7f24283"/>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D8BF2349-67E9-4E37-9A1C-FEBB25625CFD}"/>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225" b="1">
                <a:solidFill>
                  <a:srgbClr val="113C4C"/>
                </a:solidFill>
                <a:latin typeface="Calibri"/>
                <a:ea typeface="Calibri"/>
                <a:cs typeface="Calibri"/>
              </a:defRPr>
            </a:defPPr>
            <a:lvl1pPr algn="l">
              <a:defRPr sz="3225" b="1">
                <a:solidFill>
                  <a:srgbClr val="113C4C"/>
                </a:solidFill>
                <a:latin typeface="Calibri"/>
                <a:ea typeface="Calibri"/>
                <a:cs typeface="Calibri"/>
              </a:defRPr>
            </a:lvl1pPr>
            <a:lvl2pPr algn="l">
              <a:defRPr sz="3225" b="1">
                <a:solidFill>
                  <a:srgbClr val="113C4C"/>
                </a:solidFill>
                <a:latin typeface="Calibri"/>
                <a:ea typeface="Calibri"/>
                <a:cs typeface="Calibri"/>
              </a:defRPr>
            </a:lvl2pPr>
            <a:lvl3pPr algn="l">
              <a:defRPr sz="3225" b="1">
                <a:solidFill>
                  <a:srgbClr val="113C4C"/>
                </a:solidFill>
                <a:latin typeface="Calibri"/>
                <a:ea typeface="Calibri"/>
                <a:cs typeface="Calibri"/>
              </a:defRPr>
            </a:lvl3pPr>
            <a:lvl4pPr algn="l">
              <a:defRPr sz="3225" b="1">
                <a:solidFill>
                  <a:srgbClr val="113C4C"/>
                </a:solidFill>
                <a:latin typeface="Calibri"/>
                <a:ea typeface="Calibri"/>
                <a:cs typeface="Calibri"/>
              </a:defRPr>
            </a:lvl4pPr>
            <a:lvl5pPr algn="l">
              <a:defRPr sz="3225" b="1">
                <a:solidFill>
                  <a:srgbClr val="113C4C"/>
                </a:solidFill>
                <a:latin typeface="Calibri"/>
                <a:ea typeface="Calibri"/>
                <a:cs typeface="Calibri"/>
              </a:defRPr>
            </a:lvl5pPr>
            <a:lvl6pPr algn="l">
              <a:defRPr sz="3225" b="1">
                <a:solidFill>
                  <a:srgbClr val="113C4C"/>
                </a:solidFill>
                <a:latin typeface="Calibri"/>
                <a:ea typeface="Calibri"/>
                <a:cs typeface="Calibri"/>
              </a:defRPr>
            </a:lvl6pPr>
            <a:lvl7pPr algn="l">
              <a:defRPr sz="3225" b="1">
                <a:solidFill>
                  <a:srgbClr val="113C4C"/>
                </a:solidFill>
                <a:latin typeface="Calibri"/>
                <a:ea typeface="Calibri"/>
                <a:cs typeface="Calibri"/>
              </a:defRPr>
            </a:lvl7pPr>
            <a:lvl8pPr algn="l">
              <a:defRPr sz="3225" b="1">
                <a:solidFill>
                  <a:srgbClr val="113C4C"/>
                </a:solidFill>
                <a:latin typeface="Calibri"/>
                <a:ea typeface="Calibri"/>
                <a:cs typeface="Calibri"/>
              </a:defRPr>
            </a:lvl8pPr>
            <a:lvl9pPr algn="l">
              <a:defRPr sz="3225" b="1">
                <a:solidFill>
                  <a:srgbClr val="113C4C"/>
                </a:solidFill>
                <a:latin typeface="Calibri"/>
                <a:ea typeface="Calibri"/>
                <a:cs typeface="Calibri"/>
              </a:defRPr>
            </a:lvl9pPr>
          </a:lstStyle>
          <a:p xmlns:a="http://schemas.openxmlformats.org/drawingml/2006/main">
            <a:pPr algn="l">
              <a:defRPr sz="3225" b="1">
                <a:solidFill>
                  <a:srgbClr val="113C4C"/>
                </a:solidFill>
                <a:latin typeface="Calibri"/>
                <a:ea typeface="Calibri"/>
                <a:cs typeface="Calibri"/>
              </a:defRPr>
            </a:pPr>
            <a:r>
              <a:rPr sz="3225" b="1">
                <a:solidFill>
                  <a:srgbClr val="113C4C"/>
                </a:solidFill>
                <a:latin typeface="Calibri"/>
                <a:ea typeface="Calibri"/>
                <a:cs typeface="Calibri"/>
              </a:rPr>
              <a:t>Torácicas y lumbares</a:t>
            </a:r>
          </a:p>
        </p:txBody>
      </p:sp>
      <p:sp>
        <p:nvSpPr>
          <p:cNvPr id="3" name="area-figuras">
            <a:extLst xmlns:a="http://schemas.openxmlformats.org/drawingml/2006/main">
              <a:ext uri="{FF2B5EF4-FFF2-40B4-BE49-F238E27FC236}">
                <a16:creationId xmlns:a16="http://schemas.microsoft.com/office/drawing/2014/main" id="{B57ED82E-F24B-4C2D-85A9-8D6B367B12C6}"/>
              </a:ext>
            </a:extLst>
          </p:cNvPr>
          <p:cNvSpPr>
            <a:spLocks xmlns:a="http://schemas.openxmlformats.org/drawingml/2006/main" noGrp="1"/>
          </p:cNvSpPr>
          <p:nvPr/>
        </p:nvSpPr>
        <p:spPr>
          <a:xfrm xmlns:a="http://schemas.openxmlformats.org/drawingml/2006/main">
            <a:off x="609600" y="1257300"/>
            <a:ext cx="10972800" cy="44005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4" name="region-0">
            <a:extLst xmlns:a="http://schemas.openxmlformats.org/drawingml/2006/main">
              <a:ext uri="{FF2B5EF4-FFF2-40B4-BE49-F238E27FC236}">
                <a16:creationId xmlns:a16="http://schemas.microsoft.com/office/drawing/2014/main" id="{BC738D41-1B3F-4D32-A7A2-3E0746AC8272}"/>
              </a:ext>
            </a:extLst>
          </p:cNvPr>
          <p:cNvSpPr>
            <a:spLocks xmlns:a="http://schemas.openxmlformats.org/drawingml/2006/main" noGrp="1"/>
          </p:cNvSpPr>
          <p:nvPr/>
        </p:nvSpPr>
        <p:spPr>
          <a:xfrm xmlns:a="http://schemas.openxmlformats.org/drawingml/2006/main">
            <a:off x="742950" y="1504950"/>
            <a:ext cx="200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237A86"/>
                </a:solidFill>
                <a:latin typeface="Calibri"/>
                <a:ea typeface="Calibri"/>
                <a:cs typeface="Calibri"/>
              </a:defRPr>
            </a:defPPr>
            <a:lvl1pPr algn="l">
              <a:defRPr sz="2025" b="1">
                <a:solidFill>
                  <a:srgbClr val="237A86"/>
                </a:solidFill>
                <a:latin typeface="Calibri"/>
                <a:ea typeface="Calibri"/>
                <a:cs typeface="Calibri"/>
              </a:defRPr>
            </a:lvl1pPr>
            <a:lvl2pPr algn="l">
              <a:defRPr sz="2025" b="1">
                <a:solidFill>
                  <a:srgbClr val="237A86"/>
                </a:solidFill>
                <a:latin typeface="Calibri"/>
                <a:ea typeface="Calibri"/>
                <a:cs typeface="Calibri"/>
              </a:defRPr>
            </a:lvl2pPr>
            <a:lvl3pPr algn="l">
              <a:defRPr sz="2025" b="1">
                <a:solidFill>
                  <a:srgbClr val="237A86"/>
                </a:solidFill>
                <a:latin typeface="Calibri"/>
                <a:ea typeface="Calibri"/>
                <a:cs typeface="Calibri"/>
              </a:defRPr>
            </a:lvl3pPr>
            <a:lvl4pPr algn="l">
              <a:defRPr sz="2025" b="1">
                <a:solidFill>
                  <a:srgbClr val="237A86"/>
                </a:solidFill>
                <a:latin typeface="Calibri"/>
                <a:ea typeface="Calibri"/>
                <a:cs typeface="Calibri"/>
              </a:defRPr>
            </a:lvl4pPr>
            <a:lvl5pPr algn="l">
              <a:defRPr sz="2025" b="1">
                <a:solidFill>
                  <a:srgbClr val="237A86"/>
                </a:solidFill>
                <a:latin typeface="Calibri"/>
                <a:ea typeface="Calibri"/>
                <a:cs typeface="Calibri"/>
              </a:defRPr>
            </a:lvl5pPr>
            <a:lvl6pPr algn="l">
              <a:defRPr sz="2025" b="1">
                <a:solidFill>
                  <a:srgbClr val="237A86"/>
                </a:solidFill>
                <a:latin typeface="Calibri"/>
                <a:ea typeface="Calibri"/>
                <a:cs typeface="Calibri"/>
              </a:defRPr>
            </a:lvl6pPr>
            <a:lvl7pPr algn="l">
              <a:defRPr sz="2025" b="1">
                <a:solidFill>
                  <a:srgbClr val="237A86"/>
                </a:solidFill>
                <a:latin typeface="Calibri"/>
                <a:ea typeface="Calibri"/>
                <a:cs typeface="Calibri"/>
              </a:defRPr>
            </a:lvl7pPr>
            <a:lvl8pPr algn="l">
              <a:defRPr sz="2025" b="1">
                <a:solidFill>
                  <a:srgbClr val="237A86"/>
                </a:solidFill>
                <a:latin typeface="Calibri"/>
                <a:ea typeface="Calibri"/>
                <a:cs typeface="Calibri"/>
              </a:defRPr>
            </a:lvl8pPr>
            <a:lvl9pPr algn="l">
              <a:defRPr sz="2025" b="1">
                <a:solidFill>
                  <a:srgbClr val="237A86"/>
                </a:solidFill>
                <a:latin typeface="Calibri"/>
                <a:ea typeface="Calibri"/>
                <a:cs typeface="Calibri"/>
              </a:defRPr>
            </a:lvl9pPr>
          </a:lstStyle>
          <a:p xmlns:a="http://schemas.openxmlformats.org/drawingml/2006/main">
            <a:pPr algn="l">
              <a:defRPr sz="2025" b="1">
                <a:solidFill>
                  <a:srgbClr val="237A86"/>
                </a:solidFill>
                <a:latin typeface="Calibri"/>
                <a:ea typeface="Calibri"/>
                <a:cs typeface="Calibri"/>
              </a:defRPr>
            </a:pPr>
            <a:r>
              <a:rPr sz="2025" b="1">
                <a:solidFill>
                  <a:srgbClr val="237A86"/>
                </a:solidFill>
                <a:latin typeface="Calibri"/>
                <a:ea typeface="Calibri"/>
                <a:cs typeface="Calibri"/>
              </a:rPr>
              <a:t>Torácica: costillas</a:t>
            </a:r>
          </a:p>
        </p:txBody>
      </p:sp>
      <p:pic>
        <p:nvPicPr>
          <p:cNvPr id="5" name="">
            <a:extLst xmlns:a="http://schemas.openxmlformats.org/drawingml/2006/main">
              <a:ext uri="{FF2B5EF4-FFF2-40B4-BE49-F238E27FC236}">
                <a16:creationId xmlns:a16="http://schemas.microsoft.com/office/drawing/2014/main" id="{6D404939-AD6A-4A10-8E4C-FCC153BA3BC7}"/>
              </a:ext>
            </a:extLst>
          </p:cNvPr>
          <p:cNvPicPr>
            <a:picLocks xmlns:a="http://schemas.openxmlformats.org/drawingml/2006/main" noChangeAspect="1"/>
          </p:cNvPicPr>
          <p:nvPr/>
        </p:nvPicPr>
        <p:blipFill>
          <a:blip xmlns:r="http://schemas.openxmlformats.org/officeDocument/2006/relationships" xmlns:a="http://schemas.openxmlformats.org/drawingml/2006/main" r:embed="Recfb984cff304a96"/>
          <a:stretch xmlns:a="http://schemas.openxmlformats.org/drawingml/2006/main"/>
        </p:blipFill>
        <p:spPr>
          <a:xfrm xmlns:a="http://schemas.openxmlformats.org/drawingml/2006/main">
            <a:off x="3178558" y="1333500"/>
            <a:ext cx="7882759" cy="2000250"/>
          </a:xfrm>
          <a:prstGeom xmlns:a="http://schemas.openxmlformats.org/drawingml/2006/main" prst="rect">
            <a:avLst/>
          </a:prstGeom>
        </p:spPr>
      </p:pic>
      <p:sp>
        <p:nvSpPr>
          <p:cNvPr id="6" name="region-1">
            <a:extLst xmlns:a="http://schemas.openxmlformats.org/drawingml/2006/main">
              <a:ext uri="{FF2B5EF4-FFF2-40B4-BE49-F238E27FC236}">
                <a16:creationId xmlns:a16="http://schemas.microsoft.com/office/drawing/2014/main" id="{FA38DCD0-5BDD-45E9-8046-250154863203}"/>
              </a:ext>
            </a:extLst>
          </p:cNvPr>
          <p:cNvSpPr>
            <a:spLocks xmlns:a="http://schemas.openxmlformats.org/drawingml/2006/main" noGrp="1"/>
          </p:cNvSpPr>
          <p:nvPr/>
        </p:nvSpPr>
        <p:spPr>
          <a:xfrm xmlns:a="http://schemas.openxmlformats.org/drawingml/2006/main">
            <a:off x="742950" y="3581400"/>
            <a:ext cx="200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237A86"/>
                </a:solidFill>
                <a:latin typeface="Calibri"/>
                <a:ea typeface="Calibri"/>
                <a:cs typeface="Calibri"/>
              </a:defRPr>
            </a:defPPr>
            <a:lvl1pPr algn="l">
              <a:defRPr sz="2025" b="1">
                <a:solidFill>
                  <a:srgbClr val="237A86"/>
                </a:solidFill>
                <a:latin typeface="Calibri"/>
                <a:ea typeface="Calibri"/>
                <a:cs typeface="Calibri"/>
              </a:defRPr>
            </a:lvl1pPr>
            <a:lvl2pPr algn="l">
              <a:defRPr sz="2025" b="1">
                <a:solidFill>
                  <a:srgbClr val="237A86"/>
                </a:solidFill>
                <a:latin typeface="Calibri"/>
                <a:ea typeface="Calibri"/>
                <a:cs typeface="Calibri"/>
              </a:defRPr>
            </a:lvl2pPr>
            <a:lvl3pPr algn="l">
              <a:defRPr sz="2025" b="1">
                <a:solidFill>
                  <a:srgbClr val="237A86"/>
                </a:solidFill>
                <a:latin typeface="Calibri"/>
                <a:ea typeface="Calibri"/>
                <a:cs typeface="Calibri"/>
              </a:defRPr>
            </a:lvl3pPr>
            <a:lvl4pPr algn="l">
              <a:defRPr sz="2025" b="1">
                <a:solidFill>
                  <a:srgbClr val="237A86"/>
                </a:solidFill>
                <a:latin typeface="Calibri"/>
                <a:ea typeface="Calibri"/>
                <a:cs typeface="Calibri"/>
              </a:defRPr>
            </a:lvl4pPr>
            <a:lvl5pPr algn="l">
              <a:defRPr sz="2025" b="1">
                <a:solidFill>
                  <a:srgbClr val="237A86"/>
                </a:solidFill>
                <a:latin typeface="Calibri"/>
                <a:ea typeface="Calibri"/>
                <a:cs typeface="Calibri"/>
              </a:defRPr>
            </a:lvl5pPr>
            <a:lvl6pPr algn="l">
              <a:defRPr sz="2025" b="1">
                <a:solidFill>
                  <a:srgbClr val="237A86"/>
                </a:solidFill>
                <a:latin typeface="Calibri"/>
                <a:ea typeface="Calibri"/>
                <a:cs typeface="Calibri"/>
              </a:defRPr>
            </a:lvl6pPr>
            <a:lvl7pPr algn="l">
              <a:defRPr sz="2025" b="1">
                <a:solidFill>
                  <a:srgbClr val="237A86"/>
                </a:solidFill>
                <a:latin typeface="Calibri"/>
                <a:ea typeface="Calibri"/>
                <a:cs typeface="Calibri"/>
              </a:defRPr>
            </a:lvl7pPr>
            <a:lvl8pPr algn="l">
              <a:defRPr sz="2025" b="1">
                <a:solidFill>
                  <a:srgbClr val="237A86"/>
                </a:solidFill>
                <a:latin typeface="Calibri"/>
                <a:ea typeface="Calibri"/>
                <a:cs typeface="Calibri"/>
              </a:defRPr>
            </a:lvl8pPr>
            <a:lvl9pPr algn="l">
              <a:defRPr sz="2025" b="1">
                <a:solidFill>
                  <a:srgbClr val="237A86"/>
                </a:solidFill>
                <a:latin typeface="Calibri"/>
                <a:ea typeface="Calibri"/>
                <a:cs typeface="Calibri"/>
              </a:defRPr>
            </a:lvl9pPr>
          </a:lstStyle>
          <a:p xmlns:a="http://schemas.openxmlformats.org/drawingml/2006/main">
            <a:pPr algn="l">
              <a:defRPr sz="2025" b="1">
                <a:solidFill>
                  <a:srgbClr val="237A86"/>
                </a:solidFill>
                <a:latin typeface="Calibri"/>
                <a:ea typeface="Calibri"/>
                <a:cs typeface="Calibri"/>
              </a:defRPr>
            </a:pPr>
            <a:r>
              <a:rPr sz="2025" b="1">
                <a:solidFill>
                  <a:srgbClr val="237A86"/>
                </a:solidFill>
                <a:latin typeface="Calibri"/>
                <a:ea typeface="Calibri"/>
                <a:cs typeface="Calibri"/>
              </a:rPr>
              <a:t>Lumbar: cuerpo voluminoso</a:t>
            </a:r>
          </a:p>
        </p:txBody>
      </p:sp>
      <p:pic>
        <p:nvPicPr>
          <p:cNvPr id="7" name="">
            <a:extLst xmlns:a="http://schemas.openxmlformats.org/drawingml/2006/main">
              <a:ext uri="{FF2B5EF4-FFF2-40B4-BE49-F238E27FC236}">
                <a16:creationId xmlns:a16="http://schemas.microsoft.com/office/drawing/2014/main" id="{4995AC2A-E00C-4533-BC7E-402666757A41}"/>
              </a:ext>
            </a:extLst>
          </p:cNvPr>
          <p:cNvPicPr>
            <a:picLocks xmlns:a="http://schemas.openxmlformats.org/drawingml/2006/main" noChangeAspect="1"/>
          </p:cNvPicPr>
          <p:nvPr/>
        </p:nvPicPr>
        <p:blipFill>
          <a:blip xmlns:r="http://schemas.openxmlformats.org/officeDocument/2006/relationships" xmlns:a="http://schemas.openxmlformats.org/drawingml/2006/main" r:embed="Rc48376c78ea34d70"/>
          <a:stretch xmlns:a="http://schemas.openxmlformats.org/drawingml/2006/main"/>
        </p:blipFill>
        <p:spPr>
          <a:xfrm xmlns:a="http://schemas.openxmlformats.org/drawingml/2006/main">
            <a:off x="3499576" y="3409950"/>
            <a:ext cx="7240724" cy="2000250"/>
          </a:xfrm>
          <a:prstGeom xmlns:a="http://schemas.openxmlformats.org/drawingml/2006/main" prst="rect">
            <a:avLst/>
          </a:prstGeom>
        </p:spPr>
      </p:pic>
      <p:sp>
        <p:nvSpPr>
          <p:cNvPr id="8" name="relacion-0">
            <a:extLst xmlns:a="http://schemas.openxmlformats.org/drawingml/2006/main">
              <a:ext uri="{FF2B5EF4-FFF2-40B4-BE49-F238E27FC236}">
                <a16:creationId xmlns:a16="http://schemas.microsoft.com/office/drawing/2014/main" id="{C9CB04A6-5A6B-4508-A347-62A356FEECD9}"/>
              </a:ext>
            </a:extLst>
          </p:cNvPr>
          <p:cNvSpPr>
            <a:spLocks xmlns:a="http://schemas.openxmlformats.org/drawingml/2006/main" noGrp="1"/>
          </p:cNvSpPr>
          <p:nvPr/>
        </p:nvSpPr>
        <p:spPr>
          <a:xfrm xmlns:a="http://schemas.openxmlformats.org/drawingml/2006/main">
            <a:off x="609600" y="5743575"/>
            <a:ext cx="5353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Torácica: costillas</a:t>
            </a:r>
          </a:p>
        </p:txBody>
      </p:sp>
      <p:sp>
        <p:nvSpPr>
          <p:cNvPr id="9" name="relacion-1">
            <a:extLst xmlns:a="http://schemas.openxmlformats.org/drawingml/2006/main">
              <a:ext uri="{FF2B5EF4-FFF2-40B4-BE49-F238E27FC236}">
                <a16:creationId xmlns:a16="http://schemas.microsoft.com/office/drawing/2014/main" id="{6137E439-D7C4-47FA-A24B-E4D163D82BD0}"/>
              </a:ext>
            </a:extLst>
          </p:cNvPr>
          <p:cNvSpPr>
            <a:spLocks xmlns:a="http://schemas.openxmlformats.org/drawingml/2006/main" noGrp="1"/>
          </p:cNvSpPr>
          <p:nvPr/>
        </p:nvSpPr>
        <p:spPr>
          <a:xfrm xmlns:a="http://schemas.openxmlformats.org/drawingml/2006/main">
            <a:off x="6096000" y="5743575"/>
            <a:ext cx="5353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Lumbar: cuerpo voluminoso</a:t>
            </a:r>
          </a:p>
        </p:txBody>
      </p:sp>
      <p:sp>
        <p:nvSpPr>
          <p:cNvPr id="10" name="idea-fondo">
            <a:extLst xmlns:a="http://schemas.openxmlformats.org/drawingml/2006/main">
              <a:ext uri="{FF2B5EF4-FFF2-40B4-BE49-F238E27FC236}">
                <a16:creationId xmlns:a16="http://schemas.microsoft.com/office/drawing/2014/main" id="{1749D90F-7D66-4D45-B6FF-4F49C3CFD048}"/>
              </a:ext>
            </a:extLst>
          </p:cNvPr>
          <p:cNvSpPr>
            <a:spLocks xmlns:a="http://schemas.openxmlformats.org/drawingml/2006/main" noGrp="1"/>
          </p:cNvSpPr>
          <p:nvPr/>
        </p:nvSpPr>
        <p:spPr>
          <a:xfrm xmlns:a="http://schemas.openxmlformats.org/drawingml/2006/main">
            <a:off x="609600" y="6410325"/>
            <a:ext cx="10477500" cy="381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1" name="idea">
            <a:extLst xmlns:a="http://schemas.openxmlformats.org/drawingml/2006/main">
              <a:ext uri="{FF2B5EF4-FFF2-40B4-BE49-F238E27FC236}">
                <a16:creationId xmlns:a16="http://schemas.microsoft.com/office/drawing/2014/main" id="{7F63561A-F391-4CA0-BB51-4701FAA18A73}"/>
              </a:ext>
            </a:extLst>
          </p:cNvPr>
          <p:cNvSpPr>
            <a:spLocks xmlns:a="http://schemas.openxmlformats.org/drawingml/2006/main" noGrp="1"/>
          </p:cNvSpPr>
          <p:nvPr/>
        </p:nvSpPr>
        <p:spPr>
          <a:xfrm xmlns:a="http://schemas.openxmlformats.org/drawingml/2006/main">
            <a:off x="742950" y="6419850"/>
            <a:ext cx="1019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Reconoce cada región por sus relaciones y su forma.</a:t>
            </a:r>
          </a:p>
        </p:txBody>
      </p:sp>
      <p:sp>
        <p:nvSpPr>
          <p:cNvPr id="12" name="numero">
            <a:extLst xmlns:a="http://schemas.openxmlformats.org/drawingml/2006/main">
              <a:ext uri="{FF2B5EF4-FFF2-40B4-BE49-F238E27FC236}">
                <a16:creationId xmlns:a16="http://schemas.microsoft.com/office/drawing/2014/main" id="{8BB6EC18-B3AE-4A0F-BB49-0B93F98FD9DB}"/>
              </a:ext>
            </a:extLst>
          </p:cNvPr>
          <p:cNvSpPr>
            <a:spLocks xmlns:a="http://schemas.openxmlformats.org/drawingml/2006/main" noGrp="1"/>
          </p:cNvSpPr>
          <p:nvPr/>
        </p:nvSpPr>
        <p:spPr>
          <a:xfrm xmlns:a="http://schemas.openxmlformats.org/drawingml/2006/main">
            <a:off x="11287125" y="65341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25</a:t>
            </a:r>
          </a:p>
        </p:txBody>
      </p:sp>
    </p:spTree>
    <p:extLst>
      <p:ext uri="{BB962C8B-B14F-4D97-AF65-F5344CB8AC3E}">
        <p14:creationId xmlns:p14="http://schemas.microsoft.com/office/powerpoint/2010/main" val="2027004496"/>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F8064E06-07B8-494C-B24B-2AC5DE09C5DF}"/>
              </a:ext>
            </a:extLst>
          </p:cNvPr>
          <p:cNvPicPr>
            <a:picLocks xmlns:a="http://schemas.openxmlformats.org/drawingml/2006/main" noChangeAspect="1"/>
          </p:cNvPicPr>
          <p:nvPr/>
        </p:nvPicPr>
        <p:blipFill>
          <a:blip xmlns:r="http://schemas.openxmlformats.org/officeDocument/2006/relationships" xmlns:a="http://schemas.openxmlformats.org/drawingml/2006/main" r:embed="R544e827a960d4c6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BE31802C-41D0-48A6-9F30-3AA64C901B69}"/>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225" b="1">
                <a:solidFill>
                  <a:srgbClr val="113C4C"/>
                </a:solidFill>
                <a:latin typeface="Calibri"/>
                <a:ea typeface="Calibri"/>
                <a:cs typeface="Calibri"/>
              </a:defRPr>
            </a:defPPr>
            <a:lvl1pPr algn="l">
              <a:defRPr sz="3225" b="1">
                <a:solidFill>
                  <a:srgbClr val="113C4C"/>
                </a:solidFill>
                <a:latin typeface="Calibri"/>
                <a:ea typeface="Calibri"/>
                <a:cs typeface="Calibri"/>
              </a:defRPr>
            </a:lvl1pPr>
            <a:lvl2pPr algn="l">
              <a:defRPr sz="3225" b="1">
                <a:solidFill>
                  <a:srgbClr val="113C4C"/>
                </a:solidFill>
                <a:latin typeface="Calibri"/>
                <a:ea typeface="Calibri"/>
                <a:cs typeface="Calibri"/>
              </a:defRPr>
            </a:lvl2pPr>
            <a:lvl3pPr algn="l">
              <a:defRPr sz="3225" b="1">
                <a:solidFill>
                  <a:srgbClr val="113C4C"/>
                </a:solidFill>
                <a:latin typeface="Calibri"/>
                <a:ea typeface="Calibri"/>
                <a:cs typeface="Calibri"/>
              </a:defRPr>
            </a:lvl3pPr>
            <a:lvl4pPr algn="l">
              <a:defRPr sz="3225" b="1">
                <a:solidFill>
                  <a:srgbClr val="113C4C"/>
                </a:solidFill>
                <a:latin typeface="Calibri"/>
                <a:ea typeface="Calibri"/>
                <a:cs typeface="Calibri"/>
              </a:defRPr>
            </a:lvl4pPr>
            <a:lvl5pPr algn="l">
              <a:defRPr sz="3225" b="1">
                <a:solidFill>
                  <a:srgbClr val="113C4C"/>
                </a:solidFill>
                <a:latin typeface="Calibri"/>
                <a:ea typeface="Calibri"/>
                <a:cs typeface="Calibri"/>
              </a:defRPr>
            </a:lvl5pPr>
            <a:lvl6pPr algn="l">
              <a:defRPr sz="3225" b="1">
                <a:solidFill>
                  <a:srgbClr val="113C4C"/>
                </a:solidFill>
                <a:latin typeface="Calibri"/>
                <a:ea typeface="Calibri"/>
                <a:cs typeface="Calibri"/>
              </a:defRPr>
            </a:lvl6pPr>
            <a:lvl7pPr algn="l">
              <a:defRPr sz="3225" b="1">
                <a:solidFill>
                  <a:srgbClr val="113C4C"/>
                </a:solidFill>
                <a:latin typeface="Calibri"/>
                <a:ea typeface="Calibri"/>
                <a:cs typeface="Calibri"/>
              </a:defRPr>
            </a:lvl7pPr>
            <a:lvl8pPr algn="l">
              <a:defRPr sz="3225" b="1">
                <a:solidFill>
                  <a:srgbClr val="113C4C"/>
                </a:solidFill>
                <a:latin typeface="Calibri"/>
                <a:ea typeface="Calibri"/>
                <a:cs typeface="Calibri"/>
              </a:defRPr>
            </a:lvl8pPr>
            <a:lvl9pPr algn="l">
              <a:defRPr sz="3225" b="1">
                <a:solidFill>
                  <a:srgbClr val="113C4C"/>
                </a:solidFill>
                <a:latin typeface="Calibri"/>
                <a:ea typeface="Calibri"/>
                <a:cs typeface="Calibri"/>
              </a:defRPr>
            </a:lvl9pPr>
          </a:lstStyle>
          <a:p xmlns:a="http://schemas.openxmlformats.org/drawingml/2006/main">
            <a:pPr algn="l">
              <a:defRPr sz="3225" b="1">
                <a:solidFill>
                  <a:srgbClr val="113C4C"/>
                </a:solidFill>
                <a:latin typeface="Calibri"/>
                <a:ea typeface="Calibri"/>
                <a:cs typeface="Calibri"/>
              </a:defRPr>
            </a:pPr>
            <a:r>
              <a:rPr sz="3225" b="1">
                <a:solidFill>
                  <a:srgbClr val="113C4C"/>
                </a:solidFill>
                <a:latin typeface="Calibri"/>
                <a:ea typeface="Calibri"/>
                <a:cs typeface="Calibri"/>
              </a:rPr>
              <a:t>Sacro y cóccix</a:t>
            </a:r>
          </a:p>
        </p:txBody>
      </p:sp>
      <p:sp>
        <p:nvSpPr>
          <p:cNvPr id="3" name="area-figuras">
            <a:extLst xmlns:a="http://schemas.openxmlformats.org/drawingml/2006/main">
              <a:ext uri="{FF2B5EF4-FFF2-40B4-BE49-F238E27FC236}">
                <a16:creationId xmlns:a16="http://schemas.microsoft.com/office/drawing/2014/main" id="{555B26EC-F27F-40A6-B33E-1F34D07221F5}"/>
              </a:ext>
            </a:extLst>
          </p:cNvPr>
          <p:cNvSpPr>
            <a:spLocks xmlns:a="http://schemas.openxmlformats.org/drawingml/2006/main" noGrp="1"/>
          </p:cNvSpPr>
          <p:nvPr/>
        </p:nvSpPr>
        <p:spPr>
          <a:xfrm xmlns:a="http://schemas.openxmlformats.org/drawingml/2006/main">
            <a:off x="609600" y="1257300"/>
            <a:ext cx="10972800" cy="44005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38848654-D910-49A0-A09D-83AEFCC85498}"/>
              </a:ext>
            </a:extLst>
          </p:cNvPr>
          <p:cNvPicPr>
            <a:picLocks xmlns:a="http://schemas.openxmlformats.org/drawingml/2006/main" noChangeAspect="1"/>
          </p:cNvPicPr>
          <p:nvPr/>
        </p:nvPicPr>
        <p:blipFill>
          <a:blip xmlns:r="http://schemas.openxmlformats.org/officeDocument/2006/relationships" xmlns:a="http://schemas.openxmlformats.org/drawingml/2006/main" r:embed="Rf9b58fda2d8247a9"/>
          <a:stretch xmlns:a="http://schemas.openxmlformats.org/drawingml/2006/main"/>
        </p:blipFill>
        <p:spPr>
          <a:xfrm xmlns:a="http://schemas.openxmlformats.org/drawingml/2006/main">
            <a:off x="1710020" y="1323975"/>
            <a:ext cx="3266510" cy="415290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2AB32876-1D8A-4BC4-8386-A397475AD914}"/>
              </a:ext>
            </a:extLst>
          </p:cNvPr>
          <p:cNvPicPr>
            <a:picLocks xmlns:a="http://schemas.openxmlformats.org/drawingml/2006/main" noChangeAspect="1"/>
          </p:cNvPicPr>
          <p:nvPr/>
        </p:nvPicPr>
        <p:blipFill>
          <a:blip xmlns:r="http://schemas.openxmlformats.org/officeDocument/2006/relationships" xmlns:a="http://schemas.openxmlformats.org/drawingml/2006/main" r:embed="R6cc508f324e44197"/>
          <a:stretch xmlns:a="http://schemas.openxmlformats.org/drawingml/2006/main"/>
        </p:blipFill>
        <p:spPr>
          <a:xfrm xmlns:a="http://schemas.openxmlformats.org/drawingml/2006/main">
            <a:off x="6215791" y="1323975"/>
            <a:ext cx="5227768" cy="4152900"/>
          </a:xfrm>
          <a:prstGeom xmlns:a="http://schemas.openxmlformats.org/drawingml/2006/main" prst="rect">
            <a:avLst/>
          </a:prstGeom>
        </p:spPr>
      </p:pic>
      <p:sp>
        <p:nvSpPr>
          <p:cNvPr id="6" name="relacion-0">
            <a:extLst xmlns:a="http://schemas.openxmlformats.org/drawingml/2006/main">
              <a:ext uri="{FF2B5EF4-FFF2-40B4-BE49-F238E27FC236}">
                <a16:creationId xmlns:a16="http://schemas.microsoft.com/office/drawing/2014/main" id="{F518081D-9AFD-46AA-A225-6F764DF32679}"/>
              </a:ext>
            </a:extLst>
          </p:cNvPr>
          <p:cNvSpPr>
            <a:spLocks xmlns:a="http://schemas.openxmlformats.org/drawingml/2006/main" noGrp="1"/>
          </p:cNvSpPr>
          <p:nvPr/>
        </p:nvSpPr>
        <p:spPr>
          <a:xfrm xmlns:a="http://schemas.openxmlformats.org/drawingml/2006/main">
            <a:off x="609600" y="5743575"/>
            <a:ext cx="5353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Sacro: 5 fusionadas</a:t>
            </a:r>
          </a:p>
        </p:txBody>
      </p:sp>
      <p:sp>
        <p:nvSpPr>
          <p:cNvPr id="7" name="relacion-1">
            <a:extLst xmlns:a="http://schemas.openxmlformats.org/drawingml/2006/main">
              <a:ext uri="{FF2B5EF4-FFF2-40B4-BE49-F238E27FC236}">
                <a16:creationId xmlns:a16="http://schemas.microsoft.com/office/drawing/2014/main" id="{A87876DB-7EC1-4CDD-82C3-BF40D0613E98}"/>
              </a:ext>
            </a:extLst>
          </p:cNvPr>
          <p:cNvSpPr>
            <a:spLocks xmlns:a="http://schemas.openxmlformats.org/drawingml/2006/main" noGrp="1"/>
          </p:cNvSpPr>
          <p:nvPr/>
        </p:nvSpPr>
        <p:spPr>
          <a:xfrm xmlns:a="http://schemas.openxmlformats.org/drawingml/2006/main">
            <a:off x="6096000" y="5743575"/>
            <a:ext cx="5353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Cóccix: segmentos fusionados</a:t>
            </a:r>
          </a:p>
        </p:txBody>
      </p:sp>
      <p:sp>
        <p:nvSpPr>
          <p:cNvPr id="8" name="idea-fondo">
            <a:extLst xmlns:a="http://schemas.openxmlformats.org/drawingml/2006/main">
              <a:ext uri="{FF2B5EF4-FFF2-40B4-BE49-F238E27FC236}">
                <a16:creationId xmlns:a16="http://schemas.microsoft.com/office/drawing/2014/main" id="{F671DDED-1C7C-44D7-96A6-D2B63C331CA0}"/>
              </a:ext>
            </a:extLst>
          </p:cNvPr>
          <p:cNvSpPr>
            <a:spLocks xmlns:a="http://schemas.openxmlformats.org/drawingml/2006/main" noGrp="1"/>
          </p:cNvSpPr>
          <p:nvPr/>
        </p:nvSpPr>
        <p:spPr>
          <a:xfrm xmlns:a="http://schemas.openxmlformats.org/drawingml/2006/main">
            <a:off x="609600" y="6410325"/>
            <a:ext cx="10477500" cy="381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9" name="idea">
            <a:extLst xmlns:a="http://schemas.openxmlformats.org/drawingml/2006/main">
              <a:ext uri="{FF2B5EF4-FFF2-40B4-BE49-F238E27FC236}">
                <a16:creationId xmlns:a16="http://schemas.microsoft.com/office/drawing/2014/main" id="{FCA432AB-5C23-4ACD-9DB6-F1976C19C82F}"/>
              </a:ext>
            </a:extLst>
          </p:cNvPr>
          <p:cNvSpPr>
            <a:spLocks xmlns:a="http://schemas.openxmlformats.org/drawingml/2006/main" noGrp="1"/>
          </p:cNvSpPr>
          <p:nvPr/>
        </p:nvSpPr>
        <p:spPr>
          <a:xfrm xmlns:a="http://schemas.openxmlformats.org/drawingml/2006/main">
            <a:off x="742950" y="6419850"/>
            <a:ext cx="1019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El sacro conecta el eje con la cintura pélvica.</a:t>
            </a:r>
          </a:p>
        </p:txBody>
      </p:sp>
      <p:sp>
        <p:nvSpPr>
          <p:cNvPr id="10" name="numero">
            <a:extLst xmlns:a="http://schemas.openxmlformats.org/drawingml/2006/main">
              <a:ext uri="{FF2B5EF4-FFF2-40B4-BE49-F238E27FC236}">
                <a16:creationId xmlns:a16="http://schemas.microsoft.com/office/drawing/2014/main" id="{A77E707B-FD22-4DC1-8CDF-0A88AEB4FE09}"/>
              </a:ext>
            </a:extLst>
          </p:cNvPr>
          <p:cNvSpPr>
            <a:spLocks xmlns:a="http://schemas.openxmlformats.org/drawingml/2006/main" noGrp="1"/>
          </p:cNvSpPr>
          <p:nvPr/>
        </p:nvSpPr>
        <p:spPr>
          <a:xfrm xmlns:a="http://schemas.openxmlformats.org/drawingml/2006/main">
            <a:off x="11287125" y="65341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26</a:t>
            </a:r>
          </a:p>
        </p:txBody>
      </p:sp>
    </p:spTree>
    <p:extLst>
      <p:ext uri="{BB962C8B-B14F-4D97-AF65-F5344CB8AC3E}">
        <p14:creationId xmlns:p14="http://schemas.microsoft.com/office/powerpoint/2010/main" val="42321460"/>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D2C4D8AE-0BAC-4BD1-9D24-AF3D10903C1E}"/>
              </a:ext>
            </a:extLst>
          </p:cNvPr>
          <p:cNvPicPr>
            <a:picLocks xmlns:a="http://schemas.openxmlformats.org/drawingml/2006/main" noChangeAspect="1"/>
          </p:cNvPicPr>
          <p:nvPr/>
        </p:nvPicPr>
        <p:blipFill>
          <a:blip xmlns:r="http://schemas.openxmlformats.org/officeDocument/2006/relationships" xmlns:a="http://schemas.openxmlformats.org/drawingml/2006/main" r:embed="R86a083c3620644a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57E9A018-BFDA-47B8-9B08-3E0FEA9715DA}"/>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225" b="1">
                <a:solidFill>
                  <a:srgbClr val="113C4C"/>
                </a:solidFill>
                <a:latin typeface="Calibri"/>
                <a:ea typeface="Calibri"/>
                <a:cs typeface="Calibri"/>
              </a:defRPr>
            </a:defPPr>
            <a:lvl1pPr algn="l">
              <a:defRPr sz="3225" b="1">
                <a:solidFill>
                  <a:srgbClr val="113C4C"/>
                </a:solidFill>
                <a:latin typeface="Calibri"/>
                <a:ea typeface="Calibri"/>
                <a:cs typeface="Calibri"/>
              </a:defRPr>
            </a:lvl1pPr>
            <a:lvl2pPr algn="l">
              <a:defRPr sz="3225" b="1">
                <a:solidFill>
                  <a:srgbClr val="113C4C"/>
                </a:solidFill>
                <a:latin typeface="Calibri"/>
                <a:ea typeface="Calibri"/>
                <a:cs typeface="Calibri"/>
              </a:defRPr>
            </a:lvl2pPr>
            <a:lvl3pPr algn="l">
              <a:defRPr sz="3225" b="1">
                <a:solidFill>
                  <a:srgbClr val="113C4C"/>
                </a:solidFill>
                <a:latin typeface="Calibri"/>
                <a:ea typeface="Calibri"/>
                <a:cs typeface="Calibri"/>
              </a:defRPr>
            </a:lvl3pPr>
            <a:lvl4pPr algn="l">
              <a:defRPr sz="3225" b="1">
                <a:solidFill>
                  <a:srgbClr val="113C4C"/>
                </a:solidFill>
                <a:latin typeface="Calibri"/>
                <a:ea typeface="Calibri"/>
                <a:cs typeface="Calibri"/>
              </a:defRPr>
            </a:lvl4pPr>
            <a:lvl5pPr algn="l">
              <a:defRPr sz="3225" b="1">
                <a:solidFill>
                  <a:srgbClr val="113C4C"/>
                </a:solidFill>
                <a:latin typeface="Calibri"/>
                <a:ea typeface="Calibri"/>
                <a:cs typeface="Calibri"/>
              </a:defRPr>
            </a:lvl5pPr>
            <a:lvl6pPr algn="l">
              <a:defRPr sz="3225" b="1">
                <a:solidFill>
                  <a:srgbClr val="113C4C"/>
                </a:solidFill>
                <a:latin typeface="Calibri"/>
                <a:ea typeface="Calibri"/>
                <a:cs typeface="Calibri"/>
              </a:defRPr>
            </a:lvl6pPr>
            <a:lvl7pPr algn="l">
              <a:defRPr sz="3225" b="1">
                <a:solidFill>
                  <a:srgbClr val="113C4C"/>
                </a:solidFill>
                <a:latin typeface="Calibri"/>
                <a:ea typeface="Calibri"/>
                <a:cs typeface="Calibri"/>
              </a:defRPr>
            </a:lvl7pPr>
            <a:lvl8pPr algn="l">
              <a:defRPr sz="3225" b="1">
                <a:solidFill>
                  <a:srgbClr val="113C4C"/>
                </a:solidFill>
                <a:latin typeface="Calibri"/>
                <a:ea typeface="Calibri"/>
                <a:cs typeface="Calibri"/>
              </a:defRPr>
            </a:lvl8pPr>
            <a:lvl9pPr algn="l">
              <a:defRPr sz="3225" b="1">
                <a:solidFill>
                  <a:srgbClr val="113C4C"/>
                </a:solidFill>
                <a:latin typeface="Calibri"/>
                <a:ea typeface="Calibri"/>
                <a:cs typeface="Calibri"/>
              </a:defRPr>
            </a:lvl9pPr>
          </a:lstStyle>
          <a:p xmlns:a="http://schemas.openxmlformats.org/drawingml/2006/main">
            <a:pPr algn="l">
              <a:defRPr sz="3225" b="1">
                <a:solidFill>
                  <a:srgbClr val="113C4C"/>
                </a:solidFill>
                <a:latin typeface="Calibri"/>
                <a:ea typeface="Calibri"/>
                <a:cs typeface="Calibri"/>
              </a:defRPr>
            </a:pPr>
            <a:r>
              <a:rPr sz="3225" b="1">
                <a:solidFill>
                  <a:srgbClr val="113C4C"/>
                </a:solidFill>
                <a:latin typeface="Calibri"/>
                <a:ea typeface="Calibri"/>
                <a:cs typeface="Calibri"/>
              </a:rPr>
              <a:t>Caja torácica y esternón</a:t>
            </a:r>
          </a:p>
        </p:txBody>
      </p:sp>
      <p:sp>
        <p:nvSpPr>
          <p:cNvPr id="3" name="area-figuras">
            <a:extLst xmlns:a="http://schemas.openxmlformats.org/drawingml/2006/main">
              <a:ext uri="{FF2B5EF4-FFF2-40B4-BE49-F238E27FC236}">
                <a16:creationId xmlns:a16="http://schemas.microsoft.com/office/drawing/2014/main" id="{A86E6863-BF43-4DB2-9A4E-A989CAAD9BFB}"/>
              </a:ext>
            </a:extLst>
          </p:cNvPr>
          <p:cNvSpPr>
            <a:spLocks xmlns:a="http://schemas.openxmlformats.org/drawingml/2006/main" noGrp="1"/>
          </p:cNvSpPr>
          <p:nvPr/>
        </p:nvSpPr>
        <p:spPr>
          <a:xfrm xmlns:a="http://schemas.openxmlformats.org/drawingml/2006/main">
            <a:off x="609600" y="1257300"/>
            <a:ext cx="10972800" cy="44005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6CD97AF7-C12A-40DA-A750-0E49BEABC937}"/>
              </a:ext>
            </a:extLst>
          </p:cNvPr>
          <p:cNvPicPr>
            <a:picLocks xmlns:a="http://schemas.openxmlformats.org/drawingml/2006/main" noChangeAspect="1"/>
          </p:cNvPicPr>
          <p:nvPr/>
        </p:nvPicPr>
        <p:blipFill>
          <a:blip xmlns:r="http://schemas.openxmlformats.org/officeDocument/2006/relationships" xmlns:a="http://schemas.openxmlformats.org/drawingml/2006/main" r:embed="Re2c245cf95154ed4"/>
          <a:stretch xmlns:a="http://schemas.openxmlformats.org/drawingml/2006/main"/>
        </p:blipFill>
        <p:spPr>
          <a:xfrm xmlns:a="http://schemas.openxmlformats.org/drawingml/2006/main">
            <a:off x="1834227" y="1323975"/>
            <a:ext cx="3018096" cy="415290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8EB8AB45-5746-4F95-B9E1-D6982190E297}"/>
              </a:ext>
            </a:extLst>
          </p:cNvPr>
          <p:cNvPicPr>
            <a:picLocks xmlns:a="http://schemas.openxmlformats.org/drawingml/2006/main" noChangeAspect="1"/>
          </p:cNvPicPr>
          <p:nvPr/>
        </p:nvPicPr>
        <p:blipFill>
          <a:blip xmlns:r="http://schemas.openxmlformats.org/officeDocument/2006/relationships" xmlns:a="http://schemas.openxmlformats.org/drawingml/2006/main" r:embed="Rf2fac56bc6074bae"/>
          <a:stretch xmlns:a="http://schemas.openxmlformats.org/drawingml/2006/main"/>
        </p:blipFill>
        <p:spPr>
          <a:xfrm xmlns:a="http://schemas.openxmlformats.org/drawingml/2006/main">
            <a:off x="7916342" y="1323975"/>
            <a:ext cx="1826666" cy="4152900"/>
          </a:xfrm>
          <a:prstGeom xmlns:a="http://schemas.openxmlformats.org/drawingml/2006/main" prst="rect">
            <a:avLst/>
          </a:prstGeom>
        </p:spPr>
      </p:pic>
      <p:sp>
        <p:nvSpPr>
          <p:cNvPr id="6" name="relacion-0">
            <a:extLst xmlns:a="http://schemas.openxmlformats.org/drawingml/2006/main">
              <a:ext uri="{FF2B5EF4-FFF2-40B4-BE49-F238E27FC236}">
                <a16:creationId xmlns:a16="http://schemas.microsoft.com/office/drawing/2014/main" id="{13DEFAEC-CCE7-46FB-9246-BA69E13E78B9}"/>
              </a:ext>
            </a:extLst>
          </p:cNvPr>
          <p:cNvSpPr>
            <a:spLocks xmlns:a="http://schemas.openxmlformats.org/drawingml/2006/main" noGrp="1"/>
          </p:cNvSpPr>
          <p:nvPr/>
        </p:nvSpPr>
        <p:spPr>
          <a:xfrm xmlns:a="http://schemas.openxmlformats.org/drawingml/2006/main">
            <a:off x="6096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Manubrio</a:t>
            </a:r>
          </a:p>
        </p:txBody>
      </p:sp>
      <p:sp>
        <p:nvSpPr>
          <p:cNvPr id="7" name="relacion-1">
            <a:extLst xmlns:a="http://schemas.openxmlformats.org/drawingml/2006/main">
              <a:ext uri="{FF2B5EF4-FFF2-40B4-BE49-F238E27FC236}">
                <a16:creationId xmlns:a16="http://schemas.microsoft.com/office/drawing/2014/main" id="{1DC164AA-20C4-4B99-9897-0F9623915BB1}"/>
              </a:ext>
            </a:extLst>
          </p:cNvPr>
          <p:cNvSpPr>
            <a:spLocks xmlns:a="http://schemas.openxmlformats.org/drawingml/2006/main" noGrp="1"/>
          </p:cNvSpPr>
          <p:nvPr/>
        </p:nvSpPr>
        <p:spPr>
          <a:xfrm xmlns:a="http://schemas.openxmlformats.org/drawingml/2006/main">
            <a:off x="42672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Cuerpo</a:t>
            </a:r>
          </a:p>
        </p:txBody>
      </p:sp>
      <p:sp>
        <p:nvSpPr>
          <p:cNvPr id="8" name="relacion-2">
            <a:extLst xmlns:a="http://schemas.openxmlformats.org/drawingml/2006/main">
              <a:ext uri="{FF2B5EF4-FFF2-40B4-BE49-F238E27FC236}">
                <a16:creationId xmlns:a16="http://schemas.microsoft.com/office/drawing/2014/main" id="{0F902605-1D70-46BA-8E24-C98BAC8BF278}"/>
              </a:ext>
            </a:extLst>
          </p:cNvPr>
          <p:cNvSpPr>
            <a:spLocks xmlns:a="http://schemas.openxmlformats.org/drawingml/2006/main" noGrp="1"/>
          </p:cNvSpPr>
          <p:nvPr/>
        </p:nvSpPr>
        <p:spPr>
          <a:xfrm xmlns:a="http://schemas.openxmlformats.org/drawingml/2006/main">
            <a:off x="79248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Apófisis xifoides</a:t>
            </a:r>
          </a:p>
        </p:txBody>
      </p:sp>
      <p:sp>
        <p:nvSpPr>
          <p:cNvPr id="9" name="idea-fondo">
            <a:extLst xmlns:a="http://schemas.openxmlformats.org/drawingml/2006/main">
              <a:ext uri="{FF2B5EF4-FFF2-40B4-BE49-F238E27FC236}">
                <a16:creationId xmlns:a16="http://schemas.microsoft.com/office/drawing/2014/main" id="{BABD1056-D666-491C-8704-FFB89BD52A49}"/>
              </a:ext>
            </a:extLst>
          </p:cNvPr>
          <p:cNvSpPr>
            <a:spLocks xmlns:a="http://schemas.openxmlformats.org/drawingml/2006/main" noGrp="1"/>
          </p:cNvSpPr>
          <p:nvPr/>
        </p:nvSpPr>
        <p:spPr>
          <a:xfrm xmlns:a="http://schemas.openxmlformats.org/drawingml/2006/main">
            <a:off x="609600" y="6410325"/>
            <a:ext cx="10477500" cy="381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0" name="idea">
            <a:extLst xmlns:a="http://schemas.openxmlformats.org/drawingml/2006/main">
              <a:ext uri="{FF2B5EF4-FFF2-40B4-BE49-F238E27FC236}">
                <a16:creationId xmlns:a16="http://schemas.microsoft.com/office/drawing/2014/main" id="{81820BD8-2326-4032-95D7-845946D8C270}"/>
              </a:ext>
            </a:extLst>
          </p:cNvPr>
          <p:cNvSpPr>
            <a:spLocks xmlns:a="http://schemas.openxmlformats.org/drawingml/2006/main" noGrp="1"/>
          </p:cNvSpPr>
          <p:nvPr/>
        </p:nvSpPr>
        <p:spPr>
          <a:xfrm xmlns:a="http://schemas.openxmlformats.org/drawingml/2006/main">
            <a:off x="742950" y="6419850"/>
            <a:ext cx="1019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El esternón organiza la pared anterior del tórax.</a:t>
            </a:r>
          </a:p>
        </p:txBody>
      </p:sp>
      <p:sp>
        <p:nvSpPr>
          <p:cNvPr id="11" name="numero">
            <a:extLst xmlns:a="http://schemas.openxmlformats.org/drawingml/2006/main">
              <a:ext uri="{FF2B5EF4-FFF2-40B4-BE49-F238E27FC236}">
                <a16:creationId xmlns:a16="http://schemas.microsoft.com/office/drawing/2014/main" id="{E3564941-6FBB-4278-A8C7-FE2E8571CE8C}"/>
              </a:ext>
            </a:extLst>
          </p:cNvPr>
          <p:cNvSpPr>
            <a:spLocks xmlns:a="http://schemas.openxmlformats.org/drawingml/2006/main" noGrp="1"/>
          </p:cNvSpPr>
          <p:nvPr/>
        </p:nvSpPr>
        <p:spPr>
          <a:xfrm xmlns:a="http://schemas.openxmlformats.org/drawingml/2006/main">
            <a:off x="11287125" y="65341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27</a:t>
            </a:r>
          </a:p>
        </p:txBody>
      </p:sp>
    </p:spTree>
    <p:extLst>
      <p:ext uri="{BB962C8B-B14F-4D97-AF65-F5344CB8AC3E}">
        <p14:creationId xmlns:p14="http://schemas.microsoft.com/office/powerpoint/2010/main" val="1418475869"/>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A94D063A-4FBB-4143-B739-41258DB3EEDE}"/>
              </a:ext>
            </a:extLst>
          </p:cNvPr>
          <p:cNvPicPr>
            <a:picLocks xmlns:a="http://schemas.openxmlformats.org/drawingml/2006/main" noChangeAspect="1"/>
          </p:cNvPicPr>
          <p:nvPr/>
        </p:nvPicPr>
        <p:blipFill>
          <a:blip xmlns:r="http://schemas.openxmlformats.org/officeDocument/2006/relationships" xmlns:a="http://schemas.openxmlformats.org/drawingml/2006/main" r:embed="R2e3151aa7560458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CFB47218-993F-4DF1-B8B7-95EFB9659E31}"/>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225" b="1">
                <a:solidFill>
                  <a:srgbClr val="113C4C"/>
                </a:solidFill>
                <a:latin typeface="Calibri"/>
                <a:ea typeface="Calibri"/>
                <a:cs typeface="Calibri"/>
              </a:defRPr>
            </a:defPPr>
            <a:lvl1pPr algn="l">
              <a:defRPr sz="3225" b="1">
                <a:solidFill>
                  <a:srgbClr val="113C4C"/>
                </a:solidFill>
                <a:latin typeface="Calibri"/>
                <a:ea typeface="Calibri"/>
                <a:cs typeface="Calibri"/>
              </a:defRPr>
            </a:lvl1pPr>
            <a:lvl2pPr algn="l">
              <a:defRPr sz="3225" b="1">
                <a:solidFill>
                  <a:srgbClr val="113C4C"/>
                </a:solidFill>
                <a:latin typeface="Calibri"/>
                <a:ea typeface="Calibri"/>
                <a:cs typeface="Calibri"/>
              </a:defRPr>
            </a:lvl2pPr>
            <a:lvl3pPr algn="l">
              <a:defRPr sz="3225" b="1">
                <a:solidFill>
                  <a:srgbClr val="113C4C"/>
                </a:solidFill>
                <a:latin typeface="Calibri"/>
                <a:ea typeface="Calibri"/>
                <a:cs typeface="Calibri"/>
              </a:defRPr>
            </a:lvl3pPr>
            <a:lvl4pPr algn="l">
              <a:defRPr sz="3225" b="1">
                <a:solidFill>
                  <a:srgbClr val="113C4C"/>
                </a:solidFill>
                <a:latin typeface="Calibri"/>
                <a:ea typeface="Calibri"/>
                <a:cs typeface="Calibri"/>
              </a:defRPr>
            </a:lvl4pPr>
            <a:lvl5pPr algn="l">
              <a:defRPr sz="3225" b="1">
                <a:solidFill>
                  <a:srgbClr val="113C4C"/>
                </a:solidFill>
                <a:latin typeface="Calibri"/>
                <a:ea typeface="Calibri"/>
                <a:cs typeface="Calibri"/>
              </a:defRPr>
            </a:lvl5pPr>
            <a:lvl6pPr algn="l">
              <a:defRPr sz="3225" b="1">
                <a:solidFill>
                  <a:srgbClr val="113C4C"/>
                </a:solidFill>
                <a:latin typeface="Calibri"/>
                <a:ea typeface="Calibri"/>
                <a:cs typeface="Calibri"/>
              </a:defRPr>
            </a:lvl6pPr>
            <a:lvl7pPr algn="l">
              <a:defRPr sz="3225" b="1">
                <a:solidFill>
                  <a:srgbClr val="113C4C"/>
                </a:solidFill>
                <a:latin typeface="Calibri"/>
                <a:ea typeface="Calibri"/>
                <a:cs typeface="Calibri"/>
              </a:defRPr>
            </a:lvl7pPr>
            <a:lvl8pPr algn="l">
              <a:defRPr sz="3225" b="1">
                <a:solidFill>
                  <a:srgbClr val="113C4C"/>
                </a:solidFill>
                <a:latin typeface="Calibri"/>
                <a:ea typeface="Calibri"/>
                <a:cs typeface="Calibri"/>
              </a:defRPr>
            </a:lvl8pPr>
            <a:lvl9pPr algn="l">
              <a:defRPr sz="3225" b="1">
                <a:solidFill>
                  <a:srgbClr val="113C4C"/>
                </a:solidFill>
                <a:latin typeface="Calibri"/>
                <a:ea typeface="Calibri"/>
                <a:cs typeface="Calibri"/>
              </a:defRPr>
            </a:lvl9pPr>
          </a:lstStyle>
          <a:p xmlns:a="http://schemas.openxmlformats.org/drawingml/2006/main">
            <a:pPr algn="l">
              <a:defRPr sz="3225" b="1">
                <a:solidFill>
                  <a:srgbClr val="113C4C"/>
                </a:solidFill>
                <a:latin typeface="Calibri"/>
                <a:ea typeface="Calibri"/>
                <a:cs typeface="Calibri"/>
              </a:defRPr>
            </a:pPr>
            <a:r>
              <a:rPr sz="3225" b="1">
                <a:solidFill>
                  <a:srgbClr val="113C4C"/>
                </a:solidFill>
                <a:latin typeface="Calibri"/>
                <a:ea typeface="Calibri"/>
                <a:cs typeface="Calibri"/>
              </a:rPr>
              <a:t>Costillas: 7 · 5 · 2</a:t>
            </a:r>
          </a:p>
        </p:txBody>
      </p:sp>
      <p:sp>
        <p:nvSpPr>
          <p:cNvPr id="3" name="area-figuras">
            <a:extLst xmlns:a="http://schemas.openxmlformats.org/drawingml/2006/main">
              <a:ext uri="{FF2B5EF4-FFF2-40B4-BE49-F238E27FC236}">
                <a16:creationId xmlns:a16="http://schemas.microsoft.com/office/drawing/2014/main" id="{A7627112-B042-4B6F-8031-1BDB20B04967}"/>
              </a:ext>
            </a:extLst>
          </p:cNvPr>
          <p:cNvSpPr>
            <a:spLocks xmlns:a="http://schemas.openxmlformats.org/drawingml/2006/main" noGrp="1"/>
          </p:cNvSpPr>
          <p:nvPr/>
        </p:nvSpPr>
        <p:spPr>
          <a:xfrm xmlns:a="http://schemas.openxmlformats.org/drawingml/2006/main">
            <a:off x="609600" y="1257300"/>
            <a:ext cx="10972800" cy="44005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BEB2098D-6D14-4FC3-BDD0-62CABF802906}"/>
              </a:ext>
            </a:extLst>
          </p:cNvPr>
          <p:cNvPicPr>
            <a:picLocks xmlns:a="http://schemas.openxmlformats.org/drawingml/2006/main" noChangeAspect="1"/>
          </p:cNvPicPr>
          <p:nvPr/>
        </p:nvPicPr>
        <p:blipFill>
          <a:blip xmlns:r="http://schemas.openxmlformats.org/officeDocument/2006/relationships" xmlns:a="http://schemas.openxmlformats.org/drawingml/2006/main" r:embed="Rf304d092a4124dd9"/>
          <a:stretch xmlns:a="http://schemas.openxmlformats.org/drawingml/2006/main"/>
        </p:blipFill>
        <p:spPr>
          <a:xfrm xmlns:a="http://schemas.openxmlformats.org/drawingml/2006/main">
            <a:off x="3061110" y="1323975"/>
            <a:ext cx="6050731" cy="4152900"/>
          </a:xfrm>
          <a:prstGeom xmlns:a="http://schemas.openxmlformats.org/drawingml/2006/main" prst="rect">
            <a:avLst/>
          </a:prstGeom>
        </p:spPr>
      </p:pic>
      <p:sp>
        <p:nvSpPr>
          <p:cNvPr id="5" name="relacion-0">
            <a:extLst xmlns:a="http://schemas.openxmlformats.org/drawingml/2006/main">
              <a:ext uri="{FF2B5EF4-FFF2-40B4-BE49-F238E27FC236}">
                <a16:creationId xmlns:a16="http://schemas.microsoft.com/office/drawing/2014/main" id="{8F8C166D-BDC2-4F5E-B13A-03A072DEFA85}"/>
              </a:ext>
            </a:extLst>
          </p:cNvPr>
          <p:cNvSpPr>
            <a:spLocks xmlns:a="http://schemas.openxmlformats.org/drawingml/2006/main" noGrp="1"/>
          </p:cNvSpPr>
          <p:nvPr/>
        </p:nvSpPr>
        <p:spPr>
          <a:xfrm xmlns:a="http://schemas.openxmlformats.org/drawingml/2006/main">
            <a:off x="6096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Verdaderas: 1–7</a:t>
            </a:r>
          </a:p>
        </p:txBody>
      </p:sp>
      <p:sp>
        <p:nvSpPr>
          <p:cNvPr id="6" name="relacion-1">
            <a:extLst xmlns:a="http://schemas.openxmlformats.org/drawingml/2006/main">
              <a:ext uri="{FF2B5EF4-FFF2-40B4-BE49-F238E27FC236}">
                <a16:creationId xmlns:a16="http://schemas.microsoft.com/office/drawing/2014/main" id="{DCA78740-1848-44AD-A6C2-99C385B37D56}"/>
              </a:ext>
            </a:extLst>
          </p:cNvPr>
          <p:cNvSpPr>
            <a:spLocks xmlns:a="http://schemas.openxmlformats.org/drawingml/2006/main" noGrp="1"/>
          </p:cNvSpPr>
          <p:nvPr/>
        </p:nvSpPr>
        <p:spPr>
          <a:xfrm xmlns:a="http://schemas.openxmlformats.org/drawingml/2006/main">
            <a:off x="42672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Falsas: 8–12</a:t>
            </a:r>
          </a:p>
        </p:txBody>
      </p:sp>
      <p:sp>
        <p:nvSpPr>
          <p:cNvPr id="7" name="relacion-2">
            <a:extLst xmlns:a="http://schemas.openxmlformats.org/drawingml/2006/main">
              <a:ext uri="{FF2B5EF4-FFF2-40B4-BE49-F238E27FC236}">
                <a16:creationId xmlns:a16="http://schemas.microsoft.com/office/drawing/2014/main" id="{07A75084-1A2E-485B-B255-C1904C35750C}"/>
              </a:ext>
            </a:extLst>
          </p:cNvPr>
          <p:cNvSpPr>
            <a:spLocks xmlns:a="http://schemas.openxmlformats.org/drawingml/2006/main" noGrp="1"/>
          </p:cNvSpPr>
          <p:nvPr/>
        </p:nvSpPr>
        <p:spPr>
          <a:xfrm xmlns:a="http://schemas.openxmlformats.org/drawingml/2006/main">
            <a:off x="79248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Flotantes: 11–12</a:t>
            </a:r>
          </a:p>
        </p:txBody>
      </p:sp>
      <p:sp>
        <p:nvSpPr>
          <p:cNvPr id="8" name="idea-fondo">
            <a:extLst xmlns:a="http://schemas.openxmlformats.org/drawingml/2006/main">
              <a:ext uri="{FF2B5EF4-FFF2-40B4-BE49-F238E27FC236}">
                <a16:creationId xmlns:a16="http://schemas.microsoft.com/office/drawing/2014/main" id="{A7D4F5A8-E75E-4B49-AAE0-7DBCD4352532}"/>
              </a:ext>
            </a:extLst>
          </p:cNvPr>
          <p:cNvSpPr>
            <a:spLocks xmlns:a="http://schemas.openxmlformats.org/drawingml/2006/main" noGrp="1"/>
          </p:cNvSpPr>
          <p:nvPr/>
        </p:nvSpPr>
        <p:spPr>
          <a:xfrm xmlns:a="http://schemas.openxmlformats.org/drawingml/2006/main">
            <a:off x="609600" y="6410325"/>
            <a:ext cx="10477500" cy="381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9" name="idea">
            <a:extLst xmlns:a="http://schemas.openxmlformats.org/drawingml/2006/main">
              <a:ext uri="{FF2B5EF4-FFF2-40B4-BE49-F238E27FC236}">
                <a16:creationId xmlns:a16="http://schemas.microsoft.com/office/drawing/2014/main" id="{5A6A52F1-ACDE-4625-963F-0B71C82BC8C3}"/>
              </a:ext>
            </a:extLst>
          </p:cNvPr>
          <p:cNvSpPr>
            <a:spLocks xmlns:a="http://schemas.openxmlformats.org/drawingml/2006/main" noGrp="1"/>
          </p:cNvSpPr>
          <p:nvPr/>
        </p:nvSpPr>
        <p:spPr>
          <a:xfrm xmlns:a="http://schemas.openxmlformats.org/drawingml/2006/main">
            <a:off x="742950" y="6419850"/>
            <a:ext cx="1019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Las flotantes son un subgrupo de las falsas.</a:t>
            </a:r>
          </a:p>
        </p:txBody>
      </p:sp>
      <p:sp>
        <p:nvSpPr>
          <p:cNvPr id="10" name="numero">
            <a:extLst xmlns:a="http://schemas.openxmlformats.org/drawingml/2006/main">
              <a:ext uri="{FF2B5EF4-FFF2-40B4-BE49-F238E27FC236}">
                <a16:creationId xmlns:a16="http://schemas.microsoft.com/office/drawing/2014/main" id="{9A775054-C3D9-420E-AB63-233E06D108CB}"/>
              </a:ext>
            </a:extLst>
          </p:cNvPr>
          <p:cNvSpPr>
            <a:spLocks xmlns:a="http://schemas.openxmlformats.org/drawingml/2006/main" noGrp="1"/>
          </p:cNvSpPr>
          <p:nvPr/>
        </p:nvSpPr>
        <p:spPr>
          <a:xfrm xmlns:a="http://schemas.openxmlformats.org/drawingml/2006/main">
            <a:off x="11287125" y="65341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28</a:t>
            </a:r>
          </a:p>
        </p:txBody>
      </p:sp>
    </p:spTree>
    <p:extLst>
      <p:ext uri="{BB962C8B-B14F-4D97-AF65-F5344CB8AC3E}">
        <p14:creationId xmlns:p14="http://schemas.microsoft.com/office/powerpoint/2010/main" val="2137374033"/>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478D69A8-3D86-491A-8C8E-6BC32856309D}"/>
              </a:ext>
            </a:extLst>
          </p:cNvPr>
          <p:cNvPicPr>
            <a:picLocks xmlns:a="http://schemas.openxmlformats.org/drawingml/2006/main" noChangeAspect="1"/>
          </p:cNvPicPr>
          <p:nvPr/>
        </p:nvPicPr>
        <p:blipFill>
          <a:blip xmlns:r="http://schemas.openxmlformats.org/officeDocument/2006/relationships" xmlns:a="http://schemas.openxmlformats.org/drawingml/2006/main" r:embed="R7a1aa9286a1b4bf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504B389D-49B4-4D8B-B0AD-0BB1CC5A6D58}"/>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225" b="1">
                <a:solidFill>
                  <a:srgbClr val="113C4C"/>
                </a:solidFill>
                <a:latin typeface="Calibri"/>
                <a:ea typeface="Calibri"/>
                <a:cs typeface="Calibri"/>
              </a:defRPr>
            </a:defPPr>
            <a:lvl1pPr algn="l">
              <a:defRPr sz="3225" b="1">
                <a:solidFill>
                  <a:srgbClr val="113C4C"/>
                </a:solidFill>
                <a:latin typeface="Calibri"/>
                <a:ea typeface="Calibri"/>
                <a:cs typeface="Calibri"/>
              </a:defRPr>
            </a:lvl1pPr>
            <a:lvl2pPr algn="l">
              <a:defRPr sz="3225" b="1">
                <a:solidFill>
                  <a:srgbClr val="113C4C"/>
                </a:solidFill>
                <a:latin typeface="Calibri"/>
                <a:ea typeface="Calibri"/>
                <a:cs typeface="Calibri"/>
              </a:defRPr>
            </a:lvl2pPr>
            <a:lvl3pPr algn="l">
              <a:defRPr sz="3225" b="1">
                <a:solidFill>
                  <a:srgbClr val="113C4C"/>
                </a:solidFill>
                <a:latin typeface="Calibri"/>
                <a:ea typeface="Calibri"/>
                <a:cs typeface="Calibri"/>
              </a:defRPr>
            </a:lvl3pPr>
            <a:lvl4pPr algn="l">
              <a:defRPr sz="3225" b="1">
                <a:solidFill>
                  <a:srgbClr val="113C4C"/>
                </a:solidFill>
                <a:latin typeface="Calibri"/>
                <a:ea typeface="Calibri"/>
                <a:cs typeface="Calibri"/>
              </a:defRPr>
            </a:lvl4pPr>
            <a:lvl5pPr algn="l">
              <a:defRPr sz="3225" b="1">
                <a:solidFill>
                  <a:srgbClr val="113C4C"/>
                </a:solidFill>
                <a:latin typeface="Calibri"/>
                <a:ea typeface="Calibri"/>
                <a:cs typeface="Calibri"/>
              </a:defRPr>
            </a:lvl5pPr>
            <a:lvl6pPr algn="l">
              <a:defRPr sz="3225" b="1">
                <a:solidFill>
                  <a:srgbClr val="113C4C"/>
                </a:solidFill>
                <a:latin typeface="Calibri"/>
                <a:ea typeface="Calibri"/>
                <a:cs typeface="Calibri"/>
              </a:defRPr>
            </a:lvl6pPr>
            <a:lvl7pPr algn="l">
              <a:defRPr sz="3225" b="1">
                <a:solidFill>
                  <a:srgbClr val="113C4C"/>
                </a:solidFill>
                <a:latin typeface="Calibri"/>
                <a:ea typeface="Calibri"/>
                <a:cs typeface="Calibri"/>
              </a:defRPr>
            </a:lvl7pPr>
            <a:lvl8pPr algn="l">
              <a:defRPr sz="3225" b="1">
                <a:solidFill>
                  <a:srgbClr val="113C4C"/>
                </a:solidFill>
                <a:latin typeface="Calibri"/>
                <a:ea typeface="Calibri"/>
                <a:cs typeface="Calibri"/>
              </a:defRPr>
            </a:lvl8pPr>
            <a:lvl9pPr algn="l">
              <a:defRPr sz="3225" b="1">
                <a:solidFill>
                  <a:srgbClr val="113C4C"/>
                </a:solidFill>
                <a:latin typeface="Calibri"/>
                <a:ea typeface="Calibri"/>
                <a:cs typeface="Calibri"/>
              </a:defRPr>
            </a:lvl9pPr>
          </a:lstStyle>
          <a:p xmlns:a="http://schemas.openxmlformats.org/drawingml/2006/main">
            <a:pPr algn="l">
              <a:defRPr sz="3225" b="1">
                <a:solidFill>
                  <a:srgbClr val="113C4C"/>
                </a:solidFill>
                <a:latin typeface="Calibri"/>
                <a:ea typeface="Calibri"/>
                <a:cs typeface="Calibri"/>
              </a:defRPr>
            </a:pPr>
            <a:r>
              <a:rPr sz="3225" b="1">
                <a:solidFill>
                  <a:srgbClr val="113C4C"/>
                </a:solidFill>
                <a:latin typeface="Calibri"/>
                <a:ea typeface="Calibri"/>
                <a:cs typeface="Calibri"/>
              </a:rPr>
              <a:t>Cintura escapular</a:t>
            </a:r>
          </a:p>
        </p:txBody>
      </p:sp>
      <p:sp>
        <p:nvSpPr>
          <p:cNvPr id="3" name="area-figuras">
            <a:extLst xmlns:a="http://schemas.openxmlformats.org/drawingml/2006/main">
              <a:ext uri="{FF2B5EF4-FFF2-40B4-BE49-F238E27FC236}">
                <a16:creationId xmlns:a16="http://schemas.microsoft.com/office/drawing/2014/main" id="{F9AC9383-042A-4965-BDDB-6B5A59DB7BED}"/>
              </a:ext>
            </a:extLst>
          </p:cNvPr>
          <p:cNvSpPr>
            <a:spLocks xmlns:a="http://schemas.openxmlformats.org/drawingml/2006/main" noGrp="1"/>
          </p:cNvSpPr>
          <p:nvPr/>
        </p:nvSpPr>
        <p:spPr>
          <a:xfrm xmlns:a="http://schemas.openxmlformats.org/drawingml/2006/main">
            <a:off x="609600" y="1257300"/>
            <a:ext cx="10972800" cy="44005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4A2C8338-CCFC-4297-A108-6DAD6E82568F}"/>
              </a:ext>
            </a:extLst>
          </p:cNvPr>
          <p:cNvPicPr>
            <a:picLocks xmlns:a="http://schemas.openxmlformats.org/drawingml/2006/main" noChangeAspect="1"/>
          </p:cNvPicPr>
          <p:nvPr/>
        </p:nvPicPr>
        <p:blipFill>
          <a:blip xmlns:r="http://schemas.openxmlformats.org/officeDocument/2006/relationships" xmlns:a="http://schemas.openxmlformats.org/drawingml/2006/main" r:embed="Rf55be4d37c4449f6"/>
          <a:stretch xmlns:a="http://schemas.openxmlformats.org/drawingml/2006/main"/>
        </p:blipFill>
        <p:spPr>
          <a:xfrm xmlns:a="http://schemas.openxmlformats.org/drawingml/2006/main">
            <a:off x="704850" y="1763934"/>
            <a:ext cx="5276850" cy="3272983"/>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944F5F35-A0D7-4908-9C6F-6881B3A7D431}"/>
              </a:ext>
            </a:extLst>
          </p:cNvPr>
          <p:cNvPicPr>
            <a:picLocks xmlns:a="http://schemas.openxmlformats.org/drawingml/2006/main" noChangeAspect="1"/>
          </p:cNvPicPr>
          <p:nvPr/>
        </p:nvPicPr>
        <p:blipFill>
          <a:blip xmlns:r="http://schemas.openxmlformats.org/officeDocument/2006/relationships" xmlns:a="http://schemas.openxmlformats.org/drawingml/2006/main" r:embed="Rc9849a230a7d42c4"/>
          <a:stretch xmlns:a="http://schemas.openxmlformats.org/drawingml/2006/main"/>
        </p:blipFill>
        <p:spPr>
          <a:xfrm xmlns:a="http://schemas.openxmlformats.org/drawingml/2006/main">
            <a:off x="6191250" y="1740336"/>
            <a:ext cx="5276850" cy="3320179"/>
          </a:xfrm>
          <a:prstGeom xmlns:a="http://schemas.openxmlformats.org/drawingml/2006/main" prst="rect">
            <a:avLst/>
          </a:prstGeom>
        </p:spPr>
      </p:pic>
      <p:sp>
        <p:nvSpPr>
          <p:cNvPr id="6" name="relacion-0">
            <a:extLst xmlns:a="http://schemas.openxmlformats.org/drawingml/2006/main">
              <a:ext uri="{FF2B5EF4-FFF2-40B4-BE49-F238E27FC236}">
                <a16:creationId xmlns:a16="http://schemas.microsoft.com/office/drawing/2014/main" id="{BDE68305-5D6E-476E-81AE-CD29835DA4A6}"/>
              </a:ext>
            </a:extLst>
          </p:cNvPr>
          <p:cNvSpPr>
            <a:spLocks xmlns:a="http://schemas.openxmlformats.org/drawingml/2006/main" noGrp="1"/>
          </p:cNvSpPr>
          <p:nvPr/>
        </p:nvSpPr>
        <p:spPr>
          <a:xfrm xmlns:a="http://schemas.openxmlformats.org/drawingml/2006/main">
            <a:off x="609600" y="5743575"/>
            <a:ext cx="5353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Clavícula: esternón → acromion</a:t>
            </a:r>
          </a:p>
        </p:txBody>
      </p:sp>
      <p:sp>
        <p:nvSpPr>
          <p:cNvPr id="7" name="relacion-1">
            <a:extLst xmlns:a="http://schemas.openxmlformats.org/drawingml/2006/main">
              <a:ext uri="{FF2B5EF4-FFF2-40B4-BE49-F238E27FC236}">
                <a16:creationId xmlns:a16="http://schemas.microsoft.com/office/drawing/2014/main" id="{D87D5326-61C1-43B0-8AFB-60CAAF3C2852}"/>
              </a:ext>
            </a:extLst>
          </p:cNvPr>
          <p:cNvSpPr>
            <a:spLocks xmlns:a="http://schemas.openxmlformats.org/drawingml/2006/main" noGrp="1"/>
          </p:cNvSpPr>
          <p:nvPr/>
        </p:nvSpPr>
        <p:spPr>
          <a:xfrm xmlns:a="http://schemas.openxmlformats.org/drawingml/2006/main">
            <a:off x="6096000" y="5743575"/>
            <a:ext cx="5353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Escápula: cavidad glenoidea</a:t>
            </a:r>
          </a:p>
        </p:txBody>
      </p:sp>
      <p:sp>
        <p:nvSpPr>
          <p:cNvPr id="8" name="idea-fondo">
            <a:extLst xmlns:a="http://schemas.openxmlformats.org/drawingml/2006/main">
              <a:ext uri="{FF2B5EF4-FFF2-40B4-BE49-F238E27FC236}">
                <a16:creationId xmlns:a16="http://schemas.microsoft.com/office/drawing/2014/main" id="{7A14BBA2-394E-4B37-8A63-06752CA5D28A}"/>
              </a:ext>
            </a:extLst>
          </p:cNvPr>
          <p:cNvSpPr>
            <a:spLocks xmlns:a="http://schemas.openxmlformats.org/drawingml/2006/main" noGrp="1"/>
          </p:cNvSpPr>
          <p:nvPr/>
        </p:nvSpPr>
        <p:spPr>
          <a:xfrm xmlns:a="http://schemas.openxmlformats.org/drawingml/2006/main">
            <a:off x="609600" y="6410325"/>
            <a:ext cx="10477500" cy="381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9" name="idea">
            <a:extLst xmlns:a="http://schemas.openxmlformats.org/drawingml/2006/main">
              <a:ext uri="{FF2B5EF4-FFF2-40B4-BE49-F238E27FC236}">
                <a16:creationId xmlns:a16="http://schemas.microsoft.com/office/drawing/2014/main" id="{FE185A4A-B35E-482D-8F38-7B89BC40C652}"/>
              </a:ext>
            </a:extLst>
          </p:cNvPr>
          <p:cNvSpPr>
            <a:spLocks xmlns:a="http://schemas.openxmlformats.org/drawingml/2006/main" noGrp="1"/>
          </p:cNvSpPr>
          <p:nvPr/>
        </p:nvSpPr>
        <p:spPr>
          <a:xfrm xmlns:a="http://schemas.openxmlformats.org/drawingml/2006/main">
            <a:off x="742950" y="6419850"/>
            <a:ext cx="1019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La cavidad glenoidea recibe la cabeza del húmero.</a:t>
            </a:r>
          </a:p>
        </p:txBody>
      </p:sp>
      <p:sp>
        <p:nvSpPr>
          <p:cNvPr id="10" name="numero">
            <a:extLst xmlns:a="http://schemas.openxmlformats.org/drawingml/2006/main">
              <a:ext uri="{FF2B5EF4-FFF2-40B4-BE49-F238E27FC236}">
                <a16:creationId xmlns:a16="http://schemas.microsoft.com/office/drawing/2014/main" id="{AEEAC5A4-4F78-4B25-95A1-86054A8313E4}"/>
              </a:ext>
            </a:extLst>
          </p:cNvPr>
          <p:cNvSpPr>
            <a:spLocks xmlns:a="http://schemas.openxmlformats.org/drawingml/2006/main" noGrp="1"/>
          </p:cNvSpPr>
          <p:nvPr/>
        </p:nvSpPr>
        <p:spPr>
          <a:xfrm xmlns:a="http://schemas.openxmlformats.org/drawingml/2006/main">
            <a:off x="11287125" y="65341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29</a:t>
            </a:r>
          </a:p>
        </p:txBody>
      </p:sp>
    </p:spTree>
    <p:extLst>
      <p:ext uri="{BB962C8B-B14F-4D97-AF65-F5344CB8AC3E}">
        <p14:creationId xmlns:p14="http://schemas.microsoft.com/office/powerpoint/2010/main" val="530011752"/>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EFD6C1F2-C500-4CCC-9353-02CDB4478A49}"/>
              </a:ext>
            </a:extLst>
          </p:cNvPr>
          <p:cNvPicPr>
            <a:picLocks xmlns:a="http://schemas.openxmlformats.org/drawingml/2006/main" noChangeAspect="1"/>
          </p:cNvPicPr>
          <p:nvPr/>
        </p:nvPicPr>
        <p:blipFill>
          <a:blip xmlns:r="http://schemas.openxmlformats.org/officeDocument/2006/relationships" xmlns:a="http://schemas.openxmlformats.org/drawingml/2006/main" r:embed="R1fa8664acdf84204"/>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D372B0B3-665A-47B4-8040-B4949A5CEE5A}"/>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225" b="1">
                <a:solidFill>
                  <a:srgbClr val="113C4C"/>
                </a:solidFill>
                <a:latin typeface="Calibri"/>
                <a:ea typeface="Calibri"/>
                <a:cs typeface="Calibri"/>
              </a:defRPr>
            </a:defPPr>
            <a:lvl1pPr algn="l">
              <a:defRPr sz="3225" b="1">
                <a:solidFill>
                  <a:srgbClr val="113C4C"/>
                </a:solidFill>
                <a:latin typeface="Calibri"/>
                <a:ea typeface="Calibri"/>
                <a:cs typeface="Calibri"/>
              </a:defRPr>
            </a:lvl1pPr>
            <a:lvl2pPr algn="l">
              <a:defRPr sz="3225" b="1">
                <a:solidFill>
                  <a:srgbClr val="113C4C"/>
                </a:solidFill>
                <a:latin typeface="Calibri"/>
                <a:ea typeface="Calibri"/>
                <a:cs typeface="Calibri"/>
              </a:defRPr>
            </a:lvl2pPr>
            <a:lvl3pPr algn="l">
              <a:defRPr sz="3225" b="1">
                <a:solidFill>
                  <a:srgbClr val="113C4C"/>
                </a:solidFill>
                <a:latin typeface="Calibri"/>
                <a:ea typeface="Calibri"/>
                <a:cs typeface="Calibri"/>
              </a:defRPr>
            </a:lvl3pPr>
            <a:lvl4pPr algn="l">
              <a:defRPr sz="3225" b="1">
                <a:solidFill>
                  <a:srgbClr val="113C4C"/>
                </a:solidFill>
                <a:latin typeface="Calibri"/>
                <a:ea typeface="Calibri"/>
                <a:cs typeface="Calibri"/>
              </a:defRPr>
            </a:lvl4pPr>
            <a:lvl5pPr algn="l">
              <a:defRPr sz="3225" b="1">
                <a:solidFill>
                  <a:srgbClr val="113C4C"/>
                </a:solidFill>
                <a:latin typeface="Calibri"/>
                <a:ea typeface="Calibri"/>
                <a:cs typeface="Calibri"/>
              </a:defRPr>
            </a:lvl5pPr>
            <a:lvl6pPr algn="l">
              <a:defRPr sz="3225" b="1">
                <a:solidFill>
                  <a:srgbClr val="113C4C"/>
                </a:solidFill>
                <a:latin typeface="Calibri"/>
                <a:ea typeface="Calibri"/>
                <a:cs typeface="Calibri"/>
              </a:defRPr>
            </a:lvl6pPr>
            <a:lvl7pPr algn="l">
              <a:defRPr sz="3225" b="1">
                <a:solidFill>
                  <a:srgbClr val="113C4C"/>
                </a:solidFill>
                <a:latin typeface="Calibri"/>
                <a:ea typeface="Calibri"/>
                <a:cs typeface="Calibri"/>
              </a:defRPr>
            </a:lvl7pPr>
            <a:lvl8pPr algn="l">
              <a:defRPr sz="3225" b="1">
                <a:solidFill>
                  <a:srgbClr val="113C4C"/>
                </a:solidFill>
                <a:latin typeface="Calibri"/>
                <a:ea typeface="Calibri"/>
                <a:cs typeface="Calibri"/>
              </a:defRPr>
            </a:lvl8pPr>
            <a:lvl9pPr algn="l">
              <a:defRPr sz="3225" b="1">
                <a:solidFill>
                  <a:srgbClr val="113C4C"/>
                </a:solidFill>
                <a:latin typeface="Calibri"/>
                <a:ea typeface="Calibri"/>
                <a:cs typeface="Calibri"/>
              </a:defRPr>
            </a:lvl9pPr>
          </a:lstStyle>
          <a:p xmlns:a="http://schemas.openxmlformats.org/drawingml/2006/main">
            <a:pPr algn="l">
              <a:defRPr sz="3225" b="1">
                <a:solidFill>
                  <a:srgbClr val="113C4C"/>
                </a:solidFill>
                <a:latin typeface="Calibri"/>
                <a:ea typeface="Calibri"/>
                <a:cs typeface="Calibri"/>
              </a:defRPr>
            </a:pPr>
            <a:r>
              <a:rPr sz="3225" b="1">
                <a:solidFill>
                  <a:srgbClr val="113C4C"/>
                </a:solidFill>
                <a:latin typeface="Calibri"/>
                <a:ea typeface="Calibri"/>
                <a:cs typeface="Calibri"/>
              </a:rPr>
              <a:t>Húmero: orienta sus extremos</a:t>
            </a:r>
          </a:p>
        </p:txBody>
      </p:sp>
      <p:sp>
        <p:nvSpPr>
          <p:cNvPr id="3" name="area-figuras">
            <a:extLst xmlns:a="http://schemas.openxmlformats.org/drawingml/2006/main">
              <a:ext uri="{FF2B5EF4-FFF2-40B4-BE49-F238E27FC236}">
                <a16:creationId xmlns:a16="http://schemas.microsoft.com/office/drawing/2014/main" id="{31795A62-5199-4809-90B3-558EB71D7624}"/>
              </a:ext>
            </a:extLst>
          </p:cNvPr>
          <p:cNvSpPr>
            <a:spLocks xmlns:a="http://schemas.openxmlformats.org/drawingml/2006/main" noGrp="1"/>
          </p:cNvSpPr>
          <p:nvPr/>
        </p:nvSpPr>
        <p:spPr>
          <a:xfrm xmlns:a="http://schemas.openxmlformats.org/drawingml/2006/main">
            <a:off x="609600" y="1257300"/>
            <a:ext cx="10972800" cy="44005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3A9F074A-AE58-4211-A84A-83CAF261D798}"/>
              </a:ext>
            </a:extLst>
          </p:cNvPr>
          <p:cNvPicPr>
            <a:picLocks xmlns:a="http://schemas.openxmlformats.org/drawingml/2006/main" noChangeAspect="1"/>
          </p:cNvPicPr>
          <p:nvPr/>
        </p:nvPicPr>
        <p:blipFill>
          <a:blip xmlns:r="http://schemas.openxmlformats.org/officeDocument/2006/relationships" xmlns:a="http://schemas.openxmlformats.org/drawingml/2006/main" r:embed="Rc5da87fbc083415d"/>
          <a:stretch xmlns:a="http://schemas.openxmlformats.org/drawingml/2006/main"/>
        </p:blipFill>
        <p:spPr>
          <a:xfrm xmlns:a="http://schemas.openxmlformats.org/drawingml/2006/main">
            <a:off x="1960108" y="1323975"/>
            <a:ext cx="2766334" cy="415290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A481C1D6-BD0B-471E-91D2-85553C61F21D}"/>
              </a:ext>
            </a:extLst>
          </p:cNvPr>
          <p:cNvPicPr>
            <a:picLocks xmlns:a="http://schemas.openxmlformats.org/drawingml/2006/main" noChangeAspect="1"/>
          </p:cNvPicPr>
          <p:nvPr/>
        </p:nvPicPr>
        <p:blipFill>
          <a:blip xmlns:r="http://schemas.openxmlformats.org/officeDocument/2006/relationships" xmlns:a="http://schemas.openxmlformats.org/drawingml/2006/main" r:embed="R8f9f255259374732"/>
          <a:stretch xmlns:a="http://schemas.openxmlformats.org/drawingml/2006/main"/>
        </p:blipFill>
        <p:spPr>
          <a:xfrm xmlns:a="http://schemas.openxmlformats.org/drawingml/2006/main">
            <a:off x="6191250" y="1958215"/>
            <a:ext cx="5276850" cy="2884421"/>
          </a:xfrm>
          <a:prstGeom xmlns:a="http://schemas.openxmlformats.org/drawingml/2006/main" prst="rect">
            <a:avLst/>
          </a:prstGeom>
        </p:spPr>
      </p:pic>
      <p:sp>
        <p:nvSpPr>
          <p:cNvPr id="6" name="relacion-0">
            <a:extLst xmlns:a="http://schemas.openxmlformats.org/drawingml/2006/main">
              <a:ext uri="{FF2B5EF4-FFF2-40B4-BE49-F238E27FC236}">
                <a16:creationId xmlns:a16="http://schemas.microsoft.com/office/drawing/2014/main" id="{2655306A-AFE8-4988-BBC3-6D1CA47ECBB4}"/>
              </a:ext>
            </a:extLst>
          </p:cNvPr>
          <p:cNvSpPr>
            <a:spLocks xmlns:a="http://schemas.openxmlformats.org/drawingml/2006/main" noGrp="1"/>
          </p:cNvSpPr>
          <p:nvPr/>
        </p:nvSpPr>
        <p:spPr>
          <a:xfrm xmlns:a="http://schemas.openxmlformats.org/drawingml/2006/main">
            <a:off x="6096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Cabeza proximal</a:t>
            </a:r>
          </a:p>
        </p:txBody>
      </p:sp>
      <p:sp>
        <p:nvSpPr>
          <p:cNvPr id="7" name="relacion-1">
            <a:extLst xmlns:a="http://schemas.openxmlformats.org/drawingml/2006/main">
              <a:ext uri="{FF2B5EF4-FFF2-40B4-BE49-F238E27FC236}">
                <a16:creationId xmlns:a16="http://schemas.microsoft.com/office/drawing/2014/main" id="{AD0B1E27-F937-4898-BE5F-CB944678C9DB}"/>
              </a:ext>
            </a:extLst>
          </p:cNvPr>
          <p:cNvSpPr>
            <a:spLocks xmlns:a="http://schemas.openxmlformats.org/drawingml/2006/main" noGrp="1"/>
          </p:cNvSpPr>
          <p:nvPr/>
        </p:nvSpPr>
        <p:spPr>
          <a:xfrm xmlns:a="http://schemas.openxmlformats.org/drawingml/2006/main">
            <a:off x="42672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Capítulo → radio</a:t>
            </a:r>
          </a:p>
        </p:txBody>
      </p:sp>
      <p:sp>
        <p:nvSpPr>
          <p:cNvPr id="8" name="relacion-2">
            <a:extLst xmlns:a="http://schemas.openxmlformats.org/drawingml/2006/main">
              <a:ext uri="{FF2B5EF4-FFF2-40B4-BE49-F238E27FC236}">
                <a16:creationId xmlns:a16="http://schemas.microsoft.com/office/drawing/2014/main" id="{2E2CEB5D-1D7A-4634-BCBF-63A382D679B0}"/>
              </a:ext>
            </a:extLst>
          </p:cNvPr>
          <p:cNvSpPr>
            <a:spLocks xmlns:a="http://schemas.openxmlformats.org/drawingml/2006/main" noGrp="1"/>
          </p:cNvSpPr>
          <p:nvPr/>
        </p:nvSpPr>
        <p:spPr>
          <a:xfrm xmlns:a="http://schemas.openxmlformats.org/drawingml/2006/main">
            <a:off x="79248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Tróclea → ulna</a:t>
            </a:r>
          </a:p>
        </p:txBody>
      </p:sp>
      <p:sp>
        <p:nvSpPr>
          <p:cNvPr id="9" name="idea-fondo">
            <a:extLst xmlns:a="http://schemas.openxmlformats.org/drawingml/2006/main">
              <a:ext uri="{FF2B5EF4-FFF2-40B4-BE49-F238E27FC236}">
                <a16:creationId xmlns:a16="http://schemas.microsoft.com/office/drawing/2014/main" id="{B43676F5-E1F9-4A10-92C8-D1FAA7D322E2}"/>
              </a:ext>
            </a:extLst>
          </p:cNvPr>
          <p:cNvSpPr>
            <a:spLocks xmlns:a="http://schemas.openxmlformats.org/drawingml/2006/main" noGrp="1"/>
          </p:cNvSpPr>
          <p:nvPr/>
        </p:nvSpPr>
        <p:spPr>
          <a:xfrm xmlns:a="http://schemas.openxmlformats.org/drawingml/2006/main">
            <a:off x="609600" y="6410325"/>
            <a:ext cx="10477500" cy="381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0" name="idea">
            <a:extLst xmlns:a="http://schemas.openxmlformats.org/drawingml/2006/main">
              <a:ext uri="{FF2B5EF4-FFF2-40B4-BE49-F238E27FC236}">
                <a16:creationId xmlns:a16="http://schemas.microsoft.com/office/drawing/2014/main" id="{897B7E06-336D-4629-B9F5-0F464834B82E}"/>
              </a:ext>
            </a:extLst>
          </p:cNvPr>
          <p:cNvSpPr>
            <a:spLocks xmlns:a="http://schemas.openxmlformats.org/drawingml/2006/main" noGrp="1"/>
          </p:cNvSpPr>
          <p:nvPr/>
        </p:nvSpPr>
        <p:spPr>
          <a:xfrm xmlns:a="http://schemas.openxmlformats.org/drawingml/2006/main">
            <a:off x="742950" y="6419850"/>
            <a:ext cx="1019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En el codo, cada superficie tiene su pareja.</a:t>
            </a:r>
          </a:p>
        </p:txBody>
      </p:sp>
      <p:sp>
        <p:nvSpPr>
          <p:cNvPr id="11" name="numero">
            <a:extLst xmlns:a="http://schemas.openxmlformats.org/drawingml/2006/main">
              <a:ext uri="{FF2B5EF4-FFF2-40B4-BE49-F238E27FC236}">
                <a16:creationId xmlns:a16="http://schemas.microsoft.com/office/drawing/2014/main" id="{175B14B6-7BAF-4FA5-851F-2E1C68961166}"/>
              </a:ext>
            </a:extLst>
          </p:cNvPr>
          <p:cNvSpPr>
            <a:spLocks xmlns:a="http://schemas.openxmlformats.org/drawingml/2006/main" noGrp="1"/>
          </p:cNvSpPr>
          <p:nvPr/>
        </p:nvSpPr>
        <p:spPr>
          <a:xfrm xmlns:a="http://schemas.openxmlformats.org/drawingml/2006/main">
            <a:off x="11287125" y="65341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30</a:t>
            </a:r>
          </a:p>
        </p:txBody>
      </p:sp>
    </p:spTree>
    <p:extLst>
      <p:ext uri="{BB962C8B-B14F-4D97-AF65-F5344CB8AC3E}">
        <p14:creationId xmlns:p14="http://schemas.microsoft.com/office/powerpoint/2010/main" val="1660136963"/>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8F81422C-07CF-4EBC-9AD9-D7BCA38D6FDE}"/>
              </a:ext>
            </a:extLst>
          </p:cNvPr>
          <p:cNvPicPr>
            <a:picLocks xmlns:a="http://schemas.openxmlformats.org/drawingml/2006/main" noChangeAspect="1"/>
          </p:cNvPicPr>
          <p:nvPr/>
        </p:nvPicPr>
        <p:blipFill>
          <a:blip xmlns:r="http://schemas.openxmlformats.org/officeDocument/2006/relationships" xmlns:a="http://schemas.openxmlformats.org/drawingml/2006/main" r:embed="R9be93e4f032f44e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1CBCA485-8C69-48F8-9140-2A2F15DDB61B}"/>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225" b="1">
                <a:solidFill>
                  <a:srgbClr val="113C4C"/>
                </a:solidFill>
                <a:latin typeface="Calibri"/>
                <a:ea typeface="Calibri"/>
                <a:cs typeface="Calibri"/>
              </a:defRPr>
            </a:defPPr>
            <a:lvl1pPr algn="l">
              <a:defRPr sz="3225" b="1">
                <a:solidFill>
                  <a:srgbClr val="113C4C"/>
                </a:solidFill>
                <a:latin typeface="Calibri"/>
                <a:ea typeface="Calibri"/>
                <a:cs typeface="Calibri"/>
              </a:defRPr>
            </a:lvl1pPr>
            <a:lvl2pPr algn="l">
              <a:defRPr sz="3225" b="1">
                <a:solidFill>
                  <a:srgbClr val="113C4C"/>
                </a:solidFill>
                <a:latin typeface="Calibri"/>
                <a:ea typeface="Calibri"/>
                <a:cs typeface="Calibri"/>
              </a:defRPr>
            </a:lvl2pPr>
            <a:lvl3pPr algn="l">
              <a:defRPr sz="3225" b="1">
                <a:solidFill>
                  <a:srgbClr val="113C4C"/>
                </a:solidFill>
                <a:latin typeface="Calibri"/>
                <a:ea typeface="Calibri"/>
                <a:cs typeface="Calibri"/>
              </a:defRPr>
            </a:lvl3pPr>
            <a:lvl4pPr algn="l">
              <a:defRPr sz="3225" b="1">
                <a:solidFill>
                  <a:srgbClr val="113C4C"/>
                </a:solidFill>
                <a:latin typeface="Calibri"/>
                <a:ea typeface="Calibri"/>
                <a:cs typeface="Calibri"/>
              </a:defRPr>
            </a:lvl4pPr>
            <a:lvl5pPr algn="l">
              <a:defRPr sz="3225" b="1">
                <a:solidFill>
                  <a:srgbClr val="113C4C"/>
                </a:solidFill>
                <a:latin typeface="Calibri"/>
                <a:ea typeface="Calibri"/>
                <a:cs typeface="Calibri"/>
              </a:defRPr>
            </a:lvl5pPr>
            <a:lvl6pPr algn="l">
              <a:defRPr sz="3225" b="1">
                <a:solidFill>
                  <a:srgbClr val="113C4C"/>
                </a:solidFill>
                <a:latin typeface="Calibri"/>
                <a:ea typeface="Calibri"/>
                <a:cs typeface="Calibri"/>
              </a:defRPr>
            </a:lvl6pPr>
            <a:lvl7pPr algn="l">
              <a:defRPr sz="3225" b="1">
                <a:solidFill>
                  <a:srgbClr val="113C4C"/>
                </a:solidFill>
                <a:latin typeface="Calibri"/>
                <a:ea typeface="Calibri"/>
                <a:cs typeface="Calibri"/>
              </a:defRPr>
            </a:lvl7pPr>
            <a:lvl8pPr algn="l">
              <a:defRPr sz="3225" b="1">
                <a:solidFill>
                  <a:srgbClr val="113C4C"/>
                </a:solidFill>
                <a:latin typeface="Calibri"/>
                <a:ea typeface="Calibri"/>
                <a:cs typeface="Calibri"/>
              </a:defRPr>
            </a:lvl8pPr>
            <a:lvl9pPr algn="l">
              <a:defRPr sz="3225" b="1">
                <a:solidFill>
                  <a:srgbClr val="113C4C"/>
                </a:solidFill>
                <a:latin typeface="Calibri"/>
                <a:ea typeface="Calibri"/>
                <a:cs typeface="Calibri"/>
              </a:defRPr>
            </a:lvl9pPr>
          </a:lstStyle>
          <a:p xmlns:a="http://schemas.openxmlformats.org/drawingml/2006/main">
            <a:pPr algn="l">
              <a:defRPr sz="3225" b="1">
                <a:solidFill>
                  <a:srgbClr val="113C4C"/>
                </a:solidFill>
                <a:latin typeface="Calibri"/>
                <a:ea typeface="Calibri"/>
                <a:cs typeface="Calibri"/>
              </a:defRPr>
            </a:pPr>
            <a:r>
              <a:rPr sz="3225" b="1">
                <a:solidFill>
                  <a:srgbClr val="113C4C"/>
                </a:solidFill>
                <a:latin typeface="Calibri"/>
                <a:ea typeface="Calibri"/>
                <a:cs typeface="Calibri"/>
              </a:rPr>
              <a:t>Radio y ulna: mira el pulgar</a:t>
            </a:r>
          </a:p>
        </p:txBody>
      </p:sp>
      <p:sp>
        <p:nvSpPr>
          <p:cNvPr id="3" name="area-figuras">
            <a:extLst xmlns:a="http://schemas.openxmlformats.org/drawingml/2006/main">
              <a:ext uri="{FF2B5EF4-FFF2-40B4-BE49-F238E27FC236}">
                <a16:creationId xmlns:a16="http://schemas.microsoft.com/office/drawing/2014/main" id="{4005481D-20DF-49DA-86E5-526FAE51A62B}"/>
              </a:ext>
            </a:extLst>
          </p:cNvPr>
          <p:cNvSpPr>
            <a:spLocks xmlns:a="http://schemas.openxmlformats.org/drawingml/2006/main" noGrp="1"/>
          </p:cNvSpPr>
          <p:nvPr/>
        </p:nvSpPr>
        <p:spPr>
          <a:xfrm xmlns:a="http://schemas.openxmlformats.org/drawingml/2006/main">
            <a:off x="609600" y="1257300"/>
            <a:ext cx="10972800" cy="44005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9D9EB150-AB07-40A9-8F6E-2A126961C50D}"/>
              </a:ext>
            </a:extLst>
          </p:cNvPr>
          <p:cNvPicPr>
            <a:picLocks xmlns:a="http://schemas.openxmlformats.org/drawingml/2006/main" noChangeAspect="1"/>
          </p:cNvPicPr>
          <p:nvPr/>
        </p:nvPicPr>
        <p:blipFill>
          <a:blip xmlns:r="http://schemas.openxmlformats.org/officeDocument/2006/relationships" xmlns:a="http://schemas.openxmlformats.org/drawingml/2006/main" r:embed="R799ccabac7514926"/>
          <a:stretch xmlns:a="http://schemas.openxmlformats.org/drawingml/2006/main"/>
        </p:blipFill>
        <p:spPr>
          <a:xfrm xmlns:a="http://schemas.openxmlformats.org/drawingml/2006/main">
            <a:off x="4693112" y="1323975"/>
            <a:ext cx="2786725" cy="4152900"/>
          </a:xfrm>
          <a:prstGeom xmlns:a="http://schemas.openxmlformats.org/drawingml/2006/main" prst="rect">
            <a:avLst/>
          </a:prstGeom>
        </p:spPr>
      </p:pic>
      <p:sp>
        <p:nvSpPr>
          <p:cNvPr id="5" name="relacion-0">
            <a:extLst xmlns:a="http://schemas.openxmlformats.org/drawingml/2006/main">
              <a:ext uri="{FF2B5EF4-FFF2-40B4-BE49-F238E27FC236}">
                <a16:creationId xmlns:a16="http://schemas.microsoft.com/office/drawing/2014/main" id="{EA9D13E9-19A1-4350-B248-B14E7ADBF629}"/>
              </a:ext>
            </a:extLst>
          </p:cNvPr>
          <p:cNvSpPr>
            <a:spLocks xmlns:a="http://schemas.openxmlformats.org/drawingml/2006/main" noGrp="1"/>
          </p:cNvSpPr>
          <p:nvPr/>
        </p:nvSpPr>
        <p:spPr>
          <a:xfrm xmlns:a="http://schemas.openxmlformats.org/drawingml/2006/main">
            <a:off x="609600" y="5743575"/>
            <a:ext cx="5353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Radio: lateral</a:t>
            </a:r>
          </a:p>
        </p:txBody>
      </p:sp>
      <p:sp>
        <p:nvSpPr>
          <p:cNvPr id="6" name="relacion-1">
            <a:extLst xmlns:a="http://schemas.openxmlformats.org/drawingml/2006/main">
              <a:ext uri="{FF2B5EF4-FFF2-40B4-BE49-F238E27FC236}">
                <a16:creationId xmlns:a16="http://schemas.microsoft.com/office/drawing/2014/main" id="{C906F8C0-4561-4730-9D60-3D80950F9D1F}"/>
              </a:ext>
            </a:extLst>
          </p:cNvPr>
          <p:cNvSpPr>
            <a:spLocks xmlns:a="http://schemas.openxmlformats.org/drawingml/2006/main" noGrp="1"/>
          </p:cNvSpPr>
          <p:nvPr/>
        </p:nvSpPr>
        <p:spPr>
          <a:xfrm xmlns:a="http://schemas.openxmlformats.org/drawingml/2006/main">
            <a:off x="6096000" y="5743575"/>
            <a:ext cx="5353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Ulna: medial</a:t>
            </a:r>
          </a:p>
        </p:txBody>
      </p:sp>
      <p:sp>
        <p:nvSpPr>
          <p:cNvPr id="7" name="idea-fondo">
            <a:extLst xmlns:a="http://schemas.openxmlformats.org/drawingml/2006/main">
              <a:ext uri="{FF2B5EF4-FFF2-40B4-BE49-F238E27FC236}">
                <a16:creationId xmlns:a16="http://schemas.microsoft.com/office/drawing/2014/main" id="{435150D8-2DCB-49ED-90B2-AB56FA35F2BF}"/>
              </a:ext>
            </a:extLst>
          </p:cNvPr>
          <p:cNvSpPr>
            <a:spLocks xmlns:a="http://schemas.openxmlformats.org/drawingml/2006/main" noGrp="1"/>
          </p:cNvSpPr>
          <p:nvPr/>
        </p:nvSpPr>
        <p:spPr>
          <a:xfrm xmlns:a="http://schemas.openxmlformats.org/drawingml/2006/main">
            <a:off x="609600" y="6410325"/>
            <a:ext cx="10477500" cy="381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8" name="idea">
            <a:extLst xmlns:a="http://schemas.openxmlformats.org/drawingml/2006/main">
              <a:ext uri="{FF2B5EF4-FFF2-40B4-BE49-F238E27FC236}">
                <a16:creationId xmlns:a16="http://schemas.microsoft.com/office/drawing/2014/main" id="{39023B77-F100-47D4-8084-8386B3C2D48B}"/>
              </a:ext>
            </a:extLst>
          </p:cNvPr>
          <p:cNvSpPr>
            <a:spLocks xmlns:a="http://schemas.openxmlformats.org/drawingml/2006/main" noGrp="1"/>
          </p:cNvSpPr>
          <p:nvPr/>
        </p:nvSpPr>
        <p:spPr>
          <a:xfrm xmlns:a="http://schemas.openxmlformats.org/drawingml/2006/main">
            <a:off x="742950" y="6419850"/>
            <a:ext cx="1019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La referencia es la posición anatómica, con palmas hacia delante.</a:t>
            </a:r>
          </a:p>
        </p:txBody>
      </p:sp>
      <p:sp>
        <p:nvSpPr>
          <p:cNvPr id="9" name="numero">
            <a:extLst xmlns:a="http://schemas.openxmlformats.org/drawingml/2006/main">
              <a:ext uri="{FF2B5EF4-FFF2-40B4-BE49-F238E27FC236}">
                <a16:creationId xmlns:a16="http://schemas.microsoft.com/office/drawing/2014/main" id="{91BFB3DE-AF38-4BD0-8623-2F5DF4CAD62E}"/>
              </a:ext>
            </a:extLst>
          </p:cNvPr>
          <p:cNvSpPr>
            <a:spLocks xmlns:a="http://schemas.openxmlformats.org/drawingml/2006/main" noGrp="1"/>
          </p:cNvSpPr>
          <p:nvPr/>
        </p:nvSpPr>
        <p:spPr>
          <a:xfrm xmlns:a="http://schemas.openxmlformats.org/drawingml/2006/main">
            <a:off x="11287125" y="65341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31</a:t>
            </a:r>
          </a:p>
        </p:txBody>
      </p:sp>
    </p:spTree>
    <p:extLst>
      <p:ext uri="{BB962C8B-B14F-4D97-AF65-F5344CB8AC3E}">
        <p14:creationId xmlns:p14="http://schemas.microsoft.com/office/powerpoint/2010/main" val="1547489345"/>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FB86AB41-E3A0-4134-9676-830D7C3C5EE6}"/>
              </a:ext>
            </a:extLst>
          </p:cNvPr>
          <p:cNvPicPr>
            <a:picLocks xmlns:a="http://schemas.openxmlformats.org/drawingml/2006/main" noChangeAspect="1"/>
          </p:cNvPicPr>
          <p:nvPr/>
        </p:nvPicPr>
        <p:blipFill>
          <a:blip xmlns:r="http://schemas.openxmlformats.org/officeDocument/2006/relationships" xmlns:a="http://schemas.openxmlformats.org/drawingml/2006/main" r:embed="R8517b8203c194e9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2F70788A-E2F2-48D0-891E-D47913DE71F5}"/>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225" b="1">
                <a:solidFill>
                  <a:srgbClr val="113C4C"/>
                </a:solidFill>
                <a:latin typeface="Calibri"/>
                <a:ea typeface="Calibri"/>
                <a:cs typeface="Calibri"/>
              </a:defRPr>
            </a:defPPr>
            <a:lvl1pPr algn="l">
              <a:defRPr sz="3225" b="1">
                <a:solidFill>
                  <a:srgbClr val="113C4C"/>
                </a:solidFill>
                <a:latin typeface="Calibri"/>
                <a:ea typeface="Calibri"/>
                <a:cs typeface="Calibri"/>
              </a:defRPr>
            </a:lvl1pPr>
            <a:lvl2pPr algn="l">
              <a:defRPr sz="3225" b="1">
                <a:solidFill>
                  <a:srgbClr val="113C4C"/>
                </a:solidFill>
                <a:latin typeface="Calibri"/>
                <a:ea typeface="Calibri"/>
                <a:cs typeface="Calibri"/>
              </a:defRPr>
            </a:lvl2pPr>
            <a:lvl3pPr algn="l">
              <a:defRPr sz="3225" b="1">
                <a:solidFill>
                  <a:srgbClr val="113C4C"/>
                </a:solidFill>
                <a:latin typeface="Calibri"/>
                <a:ea typeface="Calibri"/>
                <a:cs typeface="Calibri"/>
              </a:defRPr>
            </a:lvl3pPr>
            <a:lvl4pPr algn="l">
              <a:defRPr sz="3225" b="1">
                <a:solidFill>
                  <a:srgbClr val="113C4C"/>
                </a:solidFill>
                <a:latin typeface="Calibri"/>
                <a:ea typeface="Calibri"/>
                <a:cs typeface="Calibri"/>
              </a:defRPr>
            </a:lvl4pPr>
            <a:lvl5pPr algn="l">
              <a:defRPr sz="3225" b="1">
                <a:solidFill>
                  <a:srgbClr val="113C4C"/>
                </a:solidFill>
                <a:latin typeface="Calibri"/>
                <a:ea typeface="Calibri"/>
                <a:cs typeface="Calibri"/>
              </a:defRPr>
            </a:lvl5pPr>
            <a:lvl6pPr algn="l">
              <a:defRPr sz="3225" b="1">
                <a:solidFill>
                  <a:srgbClr val="113C4C"/>
                </a:solidFill>
                <a:latin typeface="Calibri"/>
                <a:ea typeface="Calibri"/>
                <a:cs typeface="Calibri"/>
              </a:defRPr>
            </a:lvl6pPr>
            <a:lvl7pPr algn="l">
              <a:defRPr sz="3225" b="1">
                <a:solidFill>
                  <a:srgbClr val="113C4C"/>
                </a:solidFill>
                <a:latin typeface="Calibri"/>
                <a:ea typeface="Calibri"/>
                <a:cs typeface="Calibri"/>
              </a:defRPr>
            </a:lvl7pPr>
            <a:lvl8pPr algn="l">
              <a:defRPr sz="3225" b="1">
                <a:solidFill>
                  <a:srgbClr val="113C4C"/>
                </a:solidFill>
                <a:latin typeface="Calibri"/>
                <a:ea typeface="Calibri"/>
                <a:cs typeface="Calibri"/>
              </a:defRPr>
            </a:lvl8pPr>
            <a:lvl9pPr algn="l">
              <a:defRPr sz="3225" b="1">
                <a:solidFill>
                  <a:srgbClr val="113C4C"/>
                </a:solidFill>
                <a:latin typeface="Calibri"/>
                <a:ea typeface="Calibri"/>
                <a:cs typeface="Calibri"/>
              </a:defRPr>
            </a:lvl9pPr>
          </a:lstStyle>
          <a:p xmlns:a="http://schemas.openxmlformats.org/drawingml/2006/main">
            <a:pPr algn="l">
              <a:defRPr sz="3225" b="1">
                <a:solidFill>
                  <a:srgbClr val="113C4C"/>
                </a:solidFill>
                <a:latin typeface="Calibri"/>
                <a:ea typeface="Calibri"/>
                <a:cs typeface="Calibri"/>
              </a:defRPr>
            </a:pPr>
            <a:r>
              <a:rPr sz="3225" b="1">
                <a:solidFill>
                  <a:srgbClr val="113C4C"/>
                </a:solidFill>
                <a:latin typeface="Calibri"/>
                <a:ea typeface="Calibri"/>
                <a:cs typeface="Calibri"/>
              </a:rPr>
              <a:t>Mano: 8 + 5 + 14</a:t>
            </a:r>
          </a:p>
        </p:txBody>
      </p:sp>
      <p:sp>
        <p:nvSpPr>
          <p:cNvPr id="3" name="area-figuras">
            <a:extLst xmlns:a="http://schemas.openxmlformats.org/drawingml/2006/main">
              <a:ext uri="{FF2B5EF4-FFF2-40B4-BE49-F238E27FC236}">
                <a16:creationId xmlns:a16="http://schemas.microsoft.com/office/drawing/2014/main" id="{637FDE7D-DED8-4D51-8097-9A0CF37CDAFC}"/>
              </a:ext>
            </a:extLst>
          </p:cNvPr>
          <p:cNvSpPr>
            <a:spLocks xmlns:a="http://schemas.openxmlformats.org/drawingml/2006/main" noGrp="1"/>
          </p:cNvSpPr>
          <p:nvPr/>
        </p:nvSpPr>
        <p:spPr>
          <a:xfrm xmlns:a="http://schemas.openxmlformats.org/drawingml/2006/main">
            <a:off x="609600" y="1257300"/>
            <a:ext cx="10972800" cy="44005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D7C1F2FF-5F02-4D7E-BE24-B023900C3317}"/>
              </a:ext>
            </a:extLst>
          </p:cNvPr>
          <p:cNvPicPr>
            <a:picLocks xmlns:a="http://schemas.openxmlformats.org/drawingml/2006/main" noChangeAspect="1"/>
          </p:cNvPicPr>
          <p:nvPr/>
        </p:nvPicPr>
        <p:blipFill>
          <a:blip xmlns:r="http://schemas.openxmlformats.org/officeDocument/2006/relationships" xmlns:a="http://schemas.openxmlformats.org/drawingml/2006/main" r:embed="R5f9d846d20564c81"/>
          <a:stretch xmlns:a="http://schemas.openxmlformats.org/drawingml/2006/main"/>
        </p:blipFill>
        <p:spPr>
          <a:xfrm xmlns:a="http://schemas.openxmlformats.org/drawingml/2006/main">
            <a:off x="4528608" y="1323975"/>
            <a:ext cx="3115733" cy="4152900"/>
          </a:xfrm>
          <a:prstGeom xmlns:a="http://schemas.openxmlformats.org/drawingml/2006/main" prst="rect">
            <a:avLst/>
          </a:prstGeom>
        </p:spPr>
      </p:pic>
      <p:sp>
        <p:nvSpPr>
          <p:cNvPr id="5" name="relacion-0">
            <a:extLst xmlns:a="http://schemas.openxmlformats.org/drawingml/2006/main">
              <a:ext uri="{FF2B5EF4-FFF2-40B4-BE49-F238E27FC236}">
                <a16:creationId xmlns:a16="http://schemas.microsoft.com/office/drawing/2014/main" id="{474D0A35-70DA-4B44-8022-3252A2E0E9AE}"/>
              </a:ext>
            </a:extLst>
          </p:cNvPr>
          <p:cNvSpPr>
            <a:spLocks xmlns:a="http://schemas.openxmlformats.org/drawingml/2006/main" noGrp="1"/>
          </p:cNvSpPr>
          <p:nvPr/>
        </p:nvSpPr>
        <p:spPr>
          <a:xfrm xmlns:a="http://schemas.openxmlformats.org/drawingml/2006/main">
            <a:off x="6096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8 carpianos</a:t>
            </a:r>
          </a:p>
        </p:txBody>
      </p:sp>
      <p:sp>
        <p:nvSpPr>
          <p:cNvPr id="6" name="relacion-1">
            <a:extLst xmlns:a="http://schemas.openxmlformats.org/drawingml/2006/main">
              <a:ext uri="{FF2B5EF4-FFF2-40B4-BE49-F238E27FC236}">
                <a16:creationId xmlns:a16="http://schemas.microsoft.com/office/drawing/2014/main" id="{72B4C28A-1E40-463D-9F15-79BF507F7436}"/>
              </a:ext>
            </a:extLst>
          </p:cNvPr>
          <p:cNvSpPr>
            <a:spLocks xmlns:a="http://schemas.openxmlformats.org/drawingml/2006/main" noGrp="1"/>
          </p:cNvSpPr>
          <p:nvPr/>
        </p:nvSpPr>
        <p:spPr>
          <a:xfrm xmlns:a="http://schemas.openxmlformats.org/drawingml/2006/main">
            <a:off x="42672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5 metacarpianos</a:t>
            </a:r>
          </a:p>
        </p:txBody>
      </p:sp>
      <p:sp>
        <p:nvSpPr>
          <p:cNvPr id="7" name="relacion-2">
            <a:extLst xmlns:a="http://schemas.openxmlformats.org/drawingml/2006/main">
              <a:ext uri="{FF2B5EF4-FFF2-40B4-BE49-F238E27FC236}">
                <a16:creationId xmlns:a16="http://schemas.microsoft.com/office/drawing/2014/main" id="{682FF2DE-F6F8-49E1-8BDA-AC551D304919}"/>
              </a:ext>
            </a:extLst>
          </p:cNvPr>
          <p:cNvSpPr>
            <a:spLocks xmlns:a="http://schemas.openxmlformats.org/drawingml/2006/main" noGrp="1"/>
          </p:cNvSpPr>
          <p:nvPr/>
        </p:nvSpPr>
        <p:spPr>
          <a:xfrm xmlns:a="http://schemas.openxmlformats.org/drawingml/2006/main">
            <a:off x="79248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14 falanges</a:t>
            </a:r>
          </a:p>
        </p:txBody>
      </p:sp>
      <p:sp>
        <p:nvSpPr>
          <p:cNvPr id="8" name="idea-fondo">
            <a:extLst xmlns:a="http://schemas.openxmlformats.org/drawingml/2006/main">
              <a:ext uri="{FF2B5EF4-FFF2-40B4-BE49-F238E27FC236}">
                <a16:creationId xmlns:a16="http://schemas.microsoft.com/office/drawing/2014/main" id="{F015DAB6-7703-4590-99E2-1AB15BC34C65}"/>
              </a:ext>
            </a:extLst>
          </p:cNvPr>
          <p:cNvSpPr>
            <a:spLocks xmlns:a="http://schemas.openxmlformats.org/drawingml/2006/main" noGrp="1"/>
          </p:cNvSpPr>
          <p:nvPr/>
        </p:nvSpPr>
        <p:spPr>
          <a:xfrm xmlns:a="http://schemas.openxmlformats.org/drawingml/2006/main">
            <a:off x="609600" y="6410325"/>
            <a:ext cx="10477500" cy="381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9" name="idea">
            <a:extLst xmlns:a="http://schemas.openxmlformats.org/drawingml/2006/main">
              <a:ext uri="{FF2B5EF4-FFF2-40B4-BE49-F238E27FC236}">
                <a16:creationId xmlns:a16="http://schemas.microsoft.com/office/drawing/2014/main" id="{7F90F089-A7A1-482B-96AD-A36FD8EC11EE}"/>
              </a:ext>
            </a:extLst>
          </p:cNvPr>
          <p:cNvSpPr>
            <a:spLocks xmlns:a="http://schemas.openxmlformats.org/drawingml/2006/main" noGrp="1"/>
          </p:cNvSpPr>
          <p:nvPr/>
        </p:nvSpPr>
        <p:spPr>
          <a:xfrm xmlns:a="http://schemas.openxmlformats.org/drawingml/2006/main">
            <a:off x="742950" y="6419850"/>
            <a:ext cx="1019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El pulgar tiene dos falanges; los demás dedos, tres.</a:t>
            </a:r>
          </a:p>
        </p:txBody>
      </p:sp>
      <p:sp>
        <p:nvSpPr>
          <p:cNvPr id="10" name="numero">
            <a:extLst xmlns:a="http://schemas.openxmlformats.org/drawingml/2006/main">
              <a:ext uri="{FF2B5EF4-FFF2-40B4-BE49-F238E27FC236}">
                <a16:creationId xmlns:a16="http://schemas.microsoft.com/office/drawing/2014/main" id="{380C5920-9CD4-42F5-A48F-BD5160201928}"/>
              </a:ext>
            </a:extLst>
          </p:cNvPr>
          <p:cNvSpPr>
            <a:spLocks xmlns:a="http://schemas.openxmlformats.org/drawingml/2006/main" noGrp="1"/>
          </p:cNvSpPr>
          <p:nvPr/>
        </p:nvSpPr>
        <p:spPr>
          <a:xfrm xmlns:a="http://schemas.openxmlformats.org/drawingml/2006/main">
            <a:off x="11287125" y="65341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32</a:t>
            </a:r>
          </a:p>
        </p:txBody>
      </p:sp>
    </p:spTree>
    <p:extLst>
      <p:ext uri="{BB962C8B-B14F-4D97-AF65-F5344CB8AC3E}">
        <p14:creationId xmlns:p14="http://schemas.microsoft.com/office/powerpoint/2010/main" val="38819193"/>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EA4896DF-19C2-46F9-9042-90D0567E5DF9}"/>
              </a:ext>
            </a:extLst>
          </p:cNvPr>
          <p:cNvPicPr>
            <a:picLocks xmlns:a="http://schemas.openxmlformats.org/drawingml/2006/main" noChangeAspect="1"/>
          </p:cNvPicPr>
          <p:nvPr/>
        </p:nvPicPr>
        <p:blipFill>
          <a:blip xmlns:r="http://schemas.openxmlformats.org/officeDocument/2006/relationships" xmlns:a="http://schemas.openxmlformats.org/drawingml/2006/main" r:embed="R0c04c49b138643a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F1129D42-748A-4531-9B20-F7942BA6D8B2}"/>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225" b="1">
                <a:solidFill>
                  <a:srgbClr val="113C4C"/>
                </a:solidFill>
                <a:latin typeface="Calibri"/>
                <a:ea typeface="Calibri"/>
                <a:cs typeface="Calibri"/>
              </a:defRPr>
            </a:defPPr>
            <a:lvl1pPr algn="l">
              <a:defRPr sz="3225" b="1">
                <a:solidFill>
                  <a:srgbClr val="113C4C"/>
                </a:solidFill>
                <a:latin typeface="Calibri"/>
                <a:ea typeface="Calibri"/>
                <a:cs typeface="Calibri"/>
              </a:defRPr>
            </a:lvl1pPr>
            <a:lvl2pPr algn="l">
              <a:defRPr sz="3225" b="1">
                <a:solidFill>
                  <a:srgbClr val="113C4C"/>
                </a:solidFill>
                <a:latin typeface="Calibri"/>
                <a:ea typeface="Calibri"/>
                <a:cs typeface="Calibri"/>
              </a:defRPr>
            </a:lvl2pPr>
            <a:lvl3pPr algn="l">
              <a:defRPr sz="3225" b="1">
                <a:solidFill>
                  <a:srgbClr val="113C4C"/>
                </a:solidFill>
                <a:latin typeface="Calibri"/>
                <a:ea typeface="Calibri"/>
                <a:cs typeface="Calibri"/>
              </a:defRPr>
            </a:lvl3pPr>
            <a:lvl4pPr algn="l">
              <a:defRPr sz="3225" b="1">
                <a:solidFill>
                  <a:srgbClr val="113C4C"/>
                </a:solidFill>
                <a:latin typeface="Calibri"/>
                <a:ea typeface="Calibri"/>
                <a:cs typeface="Calibri"/>
              </a:defRPr>
            </a:lvl4pPr>
            <a:lvl5pPr algn="l">
              <a:defRPr sz="3225" b="1">
                <a:solidFill>
                  <a:srgbClr val="113C4C"/>
                </a:solidFill>
                <a:latin typeface="Calibri"/>
                <a:ea typeface="Calibri"/>
                <a:cs typeface="Calibri"/>
              </a:defRPr>
            </a:lvl5pPr>
            <a:lvl6pPr algn="l">
              <a:defRPr sz="3225" b="1">
                <a:solidFill>
                  <a:srgbClr val="113C4C"/>
                </a:solidFill>
                <a:latin typeface="Calibri"/>
                <a:ea typeface="Calibri"/>
                <a:cs typeface="Calibri"/>
              </a:defRPr>
            </a:lvl6pPr>
            <a:lvl7pPr algn="l">
              <a:defRPr sz="3225" b="1">
                <a:solidFill>
                  <a:srgbClr val="113C4C"/>
                </a:solidFill>
                <a:latin typeface="Calibri"/>
                <a:ea typeface="Calibri"/>
                <a:cs typeface="Calibri"/>
              </a:defRPr>
            </a:lvl7pPr>
            <a:lvl8pPr algn="l">
              <a:defRPr sz="3225" b="1">
                <a:solidFill>
                  <a:srgbClr val="113C4C"/>
                </a:solidFill>
                <a:latin typeface="Calibri"/>
                <a:ea typeface="Calibri"/>
                <a:cs typeface="Calibri"/>
              </a:defRPr>
            </a:lvl8pPr>
            <a:lvl9pPr algn="l">
              <a:defRPr sz="3225" b="1">
                <a:solidFill>
                  <a:srgbClr val="113C4C"/>
                </a:solidFill>
                <a:latin typeface="Calibri"/>
                <a:ea typeface="Calibri"/>
                <a:cs typeface="Calibri"/>
              </a:defRPr>
            </a:lvl9pPr>
          </a:lstStyle>
          <a:p xmlns:a="http://schemas.openxmlformats.org/drawingml/2006/main">
            <a:pPr algn="l">
              <a:defRPr sz="3225" b="1">
                <a:solidFill>
                  <a:srgbClr val="113C4C"/>
                </a:solidFill>
                <a:latin typeface="Calibri"/>
                <a:ea typeface="Calibri"/>
                <a:cs typeface="Calibri"/>
              </a:defRPr>
            </a:pPr>
            <a:r>
              <a:rPr sz="3225" b="1">
                <a:solidFill>
                  <a:srgbClr val="113C4C"/>
                </a:solidFill>
                <a:latin typeface="Calibri"/>
                <a:ea typeface="Calibri"/>
                <a:cs typeface="Calibri"/>
              </a:rPr>
              <a:t>Coxal: tres piezas fusionadas</a:t>
            </a:r>
          </a:p>
        </p:txBody>
      </p:sp>
      <p:sp>
        <p:nvSpPr>
          <p:cNvPr id="3" name="area-figuras">
            <a:extLst xmlns:a="http://schemas.openxmlformats.org/drawingml/2006/main">
              <a:ext uri="{FF2B5EF4-FFF2-40B4-BE49-F238E27FC236}">
                <a16:creationId xmlns:a16="http://schemas.microsoft.com/office/drawing/2014/main" id="{716396D3-3B8E-4F08-B59C-74FDA33356F6}"/>
              </a:ext>
            </a:extLst>
          </p:cNvPr>
          <p:cNvSpPr>
            <a:spLocks xmlns:a="http://schemas.openxmlformats.org/drawingml/2006/main" noGrp="1"/>
          </p:cNvSpPr>
          <p:nvPr/>
        </p:nvSpPr>
        <p:spPr>
          <a:xfrm xmlns:a="http://schemas.openxmlformats.org/drawingml/2006/main">
            <a:off x="609600" y="1257300"/>
            <a:ext cx="10972800" cy="44005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540774C5-52E3-4567-AE8B-DB7219883D77}"/>
              </a:ext>
            </a:extLst>
          </p:cNvPr>
          <p:cNvPicPr>
            <a:picLocks xmlns:a="http://schemas.openxmlformats.org/drawingml/2006/main" noChangeAspect="1"/>
          </p:cNvPicPr>
          <p:nvPr/>
        </p:nvPicPr>
        <p:blipFill>
          <a:blip xmlns:r="http://schemas.openxmlformats.org/officeDocument/2006/relationships" xmlns:a="http://schemas.openxmlformats.org/drawingml/2006/main" r:embed="R865a0630c93448d1"/>
          <a:stretch xmlns:a="http://schemas.openxmlformats.org/drawingml/2006/main"/>
        </p:blipFill>
        <p:spPr>
          <a:xfrm xmlns:a="http://schemas.openxmlformats.org/drawingml/2006/main">
            <a:off x="1913039" y="1323975"/>
            <a:ext cx="2860473" cy="415290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A00FBFFD-869A-4D79-A788-4EBF160B453C}"/>
              </a:ext>
            </a:extLst>
          </p:cNvPr>
          <p:cNvPicPr>
            <a:picLocks xmlns:a="http://schemas.openxmlformats.org/drawingml/2006/main" noChangeAspect="1"/>
          </p:cNvPicPr>
          <p:nvPr/>
        </p:nvPicPr>
        <p:blipFill>
          <a:blip xmlns:r="http://schemas.openxmlformats.org/officeDocument/2006/relationships" xmlns:a="http://schemas.openxmlformats.org/drawingml/2006/main" r:embed="Rb678b6c9ac554305"/>
          <a:stretch xmlns:a="http://schemas.openxmlformats.org/drawingml/2006/main"/>
        </p:blipFill>
        <p:spPr>
          <a:xfrm xmlns:a="http://schemas.openxmlformats.org/drawingml/2006/main">
            <a:off x="6191250" y="1797215"/>
            <a:ext cx="5276850" cy="3206419"/>
          </a:xfrm>
          <a:prstGeom xmlns:a="http://schemas.openxmlformats.org/drawingml/2006/main" prst="rect">
            <a:avLst/>
          </a:prstGeom>
        </p:spPr>
      </p:pic>
      <p:sp>
        <p:nvSpPr>
          <p:cNvPr id="6" name="relacion-0">
            <a:extLst xmlns:a="http://schemas.openxmlformats.org/drawingml/2006/main">
              <a:ext uri="{FF2B5EF4-FFF2-40B4-BE49-F238E27FC236}">
                <a16:creationId xmlns:a16="http://schemas.microsoft.com/office/drawing/2014/main" id="{FA0DB098-E757-44C8-A70C-CD4D0CDE949D}"/>
              </a:ext>
            </a:extLst>
          </p:cNvPr>
          <p:cNvSpPr>
            <a:spLocks xmlns:a="http://schemas.openxmlformats.org/drawingml/2006/main" noGrp="1"/>
          </p:cNvSpPr>
          <p:nvPr/>
        </p:nvSpPr>
        <p:spPr>
          <a:xfrm xmlns:a="http://schemas.openxmlformats.org/drawingml/2006/main">
            <a:off x="6096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Ilion</a:t>
            </a:r>
          </a:p>
        </p:txBody>
      </p:sp>
      <p:sp>
        <p:nvSpPr>
          <p:cNvPr id="7" name="relacion-1">
            <a:extLst xmlns:a="http://schemas.openxmlformats.org/drawingml/2006/main">
              <a:ext uri="{FF2B5EF4-FFF2-40B4-BE49-F238E27FC236}">
                <a16:creationId xmlns:a16="http://schemas.microsoft.com/office/drawing/2014/main" id="{92133322-2C38-4C24-8600-962E6ABEDC7F}"/>
              </a:ext>
            </a:extLst>
          </p:cNvPr>
          <p:cNvSpPr>
            <a:spLocks xmlns:a="http://schemas.openxmlformats.org/drawingml/2006/main" noGrp="1"/>
          </p:cNvSpPr>
          <p:nvPr/>
        </p:nvSpPr>
        <p:spPr>
          <a:xfrm xmlns:a="http://schemas.openxmlformats.org/drawingml/2006/main">
            <a:off x="42672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Isquion</a:t>
            </a:r>
          </a:p>
        </p:txBody>
      </p:sp>
      <p:sp>
        <p:nvSpPr>
          <p:cNvPr id="8" name="relacion-2">
            <a:extLst xmlns:a="http://schemas.openxmlformats.org/drawingml/2006/main">
              <a:ext uri="{FF2B5EF4-FFF2-40B4-BE49-F238E27FC236}">
                <a16:creationId xmlns:a16="http://schemas.microsoft.com/office/drawing/2014/main" id="{B2E68A38-A447-4FC7-ADC8-944C9BBA99C5}"/>
              </a:ext>
            </a:extLst>
          </p:cNvPr>
          <p:cNvSpPr>
            <a:spLocks xmlns:a="http://schemas.openxmlformats.org/drawingml/2006/main" noGrp="1"/>
          </p:cNvSpPr>
          <p:nvPr/>
        </p:nvSpPr>
        <p:spPr>
          <a:xfrm xmlns:a="http://schemas.openxmlformats.org/drawingml/2006/main">
            <a:off x="79248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Pubis</a:t>
            </a:r>
          </a:p>
        </p:txBody>
      </p:sp>
      <p:sp>
        <p:nvSpPr>
          <p:cNvPr id="9" name="idea-fondo">
            <a:extLst xmlns:a="http://schemas.openxmlformats.org/drawingml/2006/main">
              <a:ext uri="{FF2B5EF4-FFF2-40B4-BE49-F238E27FC236}">
                <a16:creationId xmlns:a16="http://schemas.microsoft.com/office/drawing/2014/main" id="{883E7EC1-F207-4C12-8049-7748E4AEB25A}"/>
              </a:ext>
            </a:extLst>
          </p:cNvPr>
          <p:cNvSpPr>
            <a:spLocks xmlns:a="http://schemas.openxmlformats.org/drawingml/2006/main" noGrp="1"/>
          </p:cNvSpPr>
          <p:nvPr/>
        </p:nvSpPr>
        <p:spPr>
          <a:xfrm xmlns:a="http://schemas.openxmlformats.org/drawingml/2006/main">
            <a:off x="609600" y="6410325"/>
            <a:ext cx="10477500" cy="381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0" name="idea">
            <a:extLst xmlns:a="http://schemas.openxmlformats.org/drawingml/2006/main">
              <a:ext uri="{FF2B5EF4-FFF2-40B4-BE49-F238E27FC236}">
                <a16:creationId xmlns:a16="http://schemas.microsoft.com/office/drawing/2014/main" id="{39BC5FBC-0C72-455B-924A-93EC5DCD0178}"/>
              </a:ext>
            </a:extLst>
          </p:cNvPr>
          <p:cNvSpPr>
            <a:spLocks xmlns:a="http://schemas.openxmlformats.org/drawingml/2006/main" noGrp="1"/>
          </p:cNvSpPr>
          <p:nvPr/>
        </p:nvSpPr>
        <p:spPr>
          <a:xfrm xmlns:a="http://schemas.openxmlformats.org/drawingml/2006/main">
            <a:off x="742950" y="6419850"/>
            <a:ext cx="1019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Las tres piezas contribuyen al acetábulo.</a:t>
            </a:r>
          </a:p>
        </p:txBody>
      </p:sp>
      <p:sp>
        <p:nvSpPr>
          <p:cNvPr id="11" name="numero">
            <a:extLst xmlns:a="http://schemas.openxmlformats.org/drawingml/2006/main">
              <a:ext uri="{FF2B5EF4-FFF2-40B4-BE49-F238E27FC236}">
                <a16:creationId xmlns:a16="http://schemas.microsoft.com/office/drawing/2014/main" id="{8A99BE98-BE75-4DA3-9C4F-BE2744A2C2F0}"/>
              </a:ext>
            </a:extLst>
          </p:cNvPr>
          <p:cNvSpPr>
            <a:spLocks xmlns:a="http://schemas.openxmlformats.org/drawingml/2006/main" noGrp="1"/>
          </p:cNvSpPr>
          <p:nvPr/>
        </p:nvSpPr>
        <p:spPr>
          <a:xfrm xmlns:a="http://schemas.openxmlformats.org/drawingml/2006/main">
            <a:off x="11287125" y="65341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33</a:t>
            </a:r>
          </a:p>
        </p:txBody>
      </p:sp>
    </p:spTree>
    <p:extLst>
      <p:ext uri="{BB962C8B-B14F-4D97-AF65-F5344CB8AC3E}">
        <p14:creationId xmlns:p14="http://schemas.microsoft.com/office/powerpoint/2010/main" val="1130611001"/>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D2198397-FDD2-4A08-922D-5EE43837732B}"/>
              </a:ext>
            </a:extLst>
          </p:cNvPr>
          <p:cNvPicPr>
            <a:picLocks xmlns:a="http://schemas.openxmlformats.org/drawingml/2006/main" noChangeAspect="1"/>
          </p:cNvPicPr>
          <p:nvPr/>
        </p:nvPicPr>
        <p:blipFill>
          <a:blip xmlns:r="http://schemas.openxmlformats.org/officeDocument/2006/relationships" xmlns:a="http://schemas.openxmlformats.org/drawingml/2006/main" r:embed="Rcc7b0717bbb6401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735B3DDE-28F3-46D4-AE63-9B65F5EB5D8B}"/>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225" b="1">
                <a:solidFill>
                  <a:srgbClr val="113C4C"/>
                </a:solidFill>
                <a:latin typeface="Calibri"/>
                <a:ea typeface="Calibri"/>
                <a:cs typeface="Calibri"/>
              </a:defRPr>
            </a:defPPr>
            <a:lvl1pPr algn="l">
              <a:defRPr sz="3225" b="1">
                <a:solidFill>
                  <a:srgbClr val="113C4C"/>
                </a:solidFill>
                <a:latin typeface="Calibri"/>
                <a:ea typeface="Calibri"/>
                <a:cs typeface="Calibri"/>
              </a:defRPr>
            </a:lvl1pPr>
            <a:lvl2pPr algn="l">
              <a:defRPr sz="3225" b="1">
                <a:solidFill>
                  <a:srgbClr val="113C4C"/>
                </a:solidFill>
                <a:latin typeface="Calibri"/>
                <a:ea typeface="Calibri"/>
                <a:cs typeface="Calibri"/>
              </a:defRPr>
            </a:lvl2pPr>
            <a:lvl3pPr algn="l">
              <a:defRPr sz="3225" b="1">
                <a:solidFill>
                  <a:srgbClr val="113C4C"/>
                </a:solidFill>
                <a:latin typeface="Calibri"/>
                <a:ea typeface="Calibri"/>
                <a:cs typeface="Calibri"/>
              </a:defRPr>
            </a:lvl3pPr>
            <a:lvl4pPr algn="l">
              <a:defRPr sz="3225" b="1">
                <a:solidFill>
                  <a:srgbClr val="113C4C"/>
                </a:solidFill>
                <a:latin typeface="Calibri"/>
                <a:ea typeface="Calibri"/>
                <a:cs typeface="Calibri"/>
              </a:defRPr>
            </a:lvl4pPr>
            <a:lvl5pPr algn="l">
              <a:defRPr sz="3225" b="1">
                <a:solidFill>
                  <a:srgbClr val="113C4C"/>
                </a:solidFill>
                <a:latin typeface="Calibri"/>
                <a:ea typeface="Calibri"/>
                <a:cs typeface="Calibri"/>
              </a:defRPr>
            </a:lvl5pPr>
            <a:lvl6pPr algn="l">
              <a:defRPr sz="3225" b="1">
                <a:solidFill>
                  <a:srgbClr val="113C4C"/>
                </a:solidFill>
                <a:latin typeface="Calibri"/>
                <a:ea typeface="Calibri"/>
                <a:cs typeface="Calibri"/>
              </a:defRPr>
            </a:lvl6pPr>
            <a:lvl7pPr algn="l">
              <a:defRPr sz="3225" b="1">
                <a:solidFill>
                  <a:srgbClr val="113C4C"/>
                </a:solidFill>
                <a:latin typeface="Calibri"/>
                <a:ea typeface="Calibri"/>
                <a:cs typeface="Calibri"/>
              </a:defRPr>
            </a:lvl7pPr>
            <a:lvl8pPr algn="l">
              <a:defRPr sz="3225" b="1">
                <a:solidFill>
                  <a:srgbClr val="113C4C"/>
                </a:solidFill>
                <a:latin typeface="Calibri"/>
                <a:ea typeface="Calibri"/>
                <a:cs typeface="Calibri"/>
              </a:defRPr>
            </a:lvl8pPr>
            <a:lvl9pPr algn="l">
              <a:defRPr sz="3225" b="1">
                <a:solidFill>
                  <a:srgbClr val="113C4C"/>
                </a:solidFill>
                <a:latin typeface="Calibri"/>
                <a:ea typeface="Calibri"/>
                <a:cs typeface="Calibri"/>
              </a:defRPr>
            </a:lvl9pPr>
          </a:lstStyle>
          <a:p xmlns:a="http://schemas.openxmlformats.org/drawingml/2006/main">
            <a:pPr algn="l">
              <a:defRPr sz="3225" b="1">
                <a:solidFill>
                  <a:srgbClr val="113C4C"/>
                </a:solidFill>
                <a:latin typeface="Calibri"/>
                <a:ea typeface="Calibri"/>
                <a:cs typeface="Calibri"/>
              </a:defRPr>
            </a:pPr>
            <a:r>
              <a:rPr sz="3225" b="1">
                <a:solidFill>
                  <a:srgbClr val="113C4C"/>
                </a:solidFill>
                <a:latin typeface="Calibri"/>
                <a:ea typeface="Calibri"/>
                <a:cs typeface="Calibri"/>
              </a:rPr>
              <a:t>Pelvis: entrada y salida</a:t>
            </a:r>
          </a:p>
        </p:txBody>
      </p:sp>
      <p:sp>
        <p:nvSpPr>
          <p:cNvPr id="3" name="area-figuras">
            <a:extLst xmlns:a="http://schemas.openxmlformats.org/drawingml/2006/main">
              <a:ext uri="{FF2B5EF4-FFF2-40B4-BE49-F238E27FC236}">
                <a16:creationId xmlns:a16="http://schemas.microsoft.com/office/drawing/2014/main" id="{8B13AF28-1F78-4CE2-BBDE-884FF5614DC2}"/>
              </a:ext>
            </a:extLst>
          </p:cNvPr>
          <p:cNvSpPr>
            <a:spLocks xmlns:a="http://schemas.openxmlformats.org/drawingml/2006/main" noGrp="1"/>
          </p:cNvSpPr>
          <p:nvPr/>
        </p:nvSpPr>
        <p:spPr>
          <a:xfrm xmlns:a="http://schemas.openxmlformats.org/drawingml/2006/main">
            <a:off x="609600" y="1257300"/>
            <a:ext cx="10972800" cy="44005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E54430B1-14D6-450D-8139-D3974EFBEFB9}"/>
              </a:ext>
            </a:extLst>
          </p:cNvPr>
          <p:cNvPicPr>
            <a:picLocks xmlns:a="http://schemas.openxmlformats.org/drawingml/2006/main" noChangeAspect="1"/>
          </p:cNvPicPr>
          <p:nvPr/>
        </p:nvPicPr>
        <p:blipFill>
          <a:blip xmlns:r="http://schemas.openxmlformats.org/officeDocument/2006/relationships" xmlns:a="http://schemas.openxmlformats.org/drawingml/2006/main" r:embed="Rbbffd35238e7421c"/>
          <a:stretch xmlns:a="http://schemas.openxmlformats.org/drawingml/2006/main"/>
        </p:blipFill>
        <p:spPr>
          <a:xfrm xmlns:a="http://schemas.openxmlformats.org/drawingml/2006/main">
            <a:off x="704850" y="2264922"/>
            <a:ext cx="5276850" cy="2271005"/>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D06C322A-C2F8-414C-BBF6-456F47A9E8B6}"/>
              </a:ext>
            </a:extLst>
          </p:cNvPr>
          <p:cNvPicPr>
            <a:picLocks xmlns:a="http://schemas.openxmlformats.org/drawingml/2006/main" noChangeAspect="1"/>
          </p:cNvPicPr>
          <p:nvPr/>
        </p:nvPicPr>
        <p:blipFill>
          <a:blip xmlns:r="http://schemas.openxmlformats.org/officeDocument/2006/relationships" xmlns:a="http://schemas.openxmlformats.org/drawingml/2006/main" r:embed="R06201e827c114099"/>
          <a:stretch xmlns:a="http://schemas.openxmlformats.org/drawingml/2006/main"/>
        </p:blipFill>
        <p:spPr>
          <a:xfrm xmlns:a="http://schemas.openxmlformats.org/drawingml/2006/main">
            <a:off x="6956717" y="1323975"/>
            <a:ext cx="3745916" cy="4152900"/>
          </a:xfrm>
          <a:prstGeom xmlns:a="http://schemas.openxmlformats.org/drawingml/2006/main" prst="rect">
            <a:avLst/>
          </a:prstGeom>
        </p:spPr>
      </p:pic>
      <p:sp>
        <p:nvSpPr>
          <p:cNvPr id="6" name="relacion-0">
            <a:extLst xmlns:a="http://schemas.openxmlformats.org/drawingml/2006/main">
              <a:ext uri="{FF2B5EF4-FFF2-40B4-BE49-F238E27FC236}">
                <a16:creationId xmlns:a16="http://schemas.microsoft.com/office/drawing/2014/main" id="{3449EC68-9984-4877-A66A-07B0CA68CEDC}"/>
              </a:ext>
            </a:extLst>
          </p:cNvPr>
          <p:cNvSpPr>
            <a:spLocks xmlns:a="http://schemas.openxmlformats.org/drawingml/2006/main" noGrp="1"/>
          </p:cNvSpPr>
          <p:nvPr/>
        </p:nvSpPr>
        <p:spPr>
          <a:xfrm xmlns:a="http://schemas.openxmlformats.org/drawingml/2006/main">
            <a:off x="6096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Pelvis mayor</a:t>
            </a:r>
          </a:p>
        </p:txBody>
      </p:sp>
      <p:sp>
        <p:nvSpPr>
          <p:cNvPr id="7" name="relacion-1">
            <a:extLst xmlns:a="http://schemas.openxmlformats.org/drawingml/2006/main">
              <a:ext uri="{FF2B5EF4-FFF2-40B4-BE49-F238E27FC236}">
                <a16:creationId xmlns:a16="http://schemas.microsoft.com/office/drawing/2014/main" id="{D5A12275-6B19-4CE1-9D75-5F31D5EFB069}"/>
              </a:ext>
            </a:extLst>
          </p:cNvPr>
          <p:cNvSpPr>
            <a:spLocks xmlns:a="http://schemas.openxmlformats.org/drawingml/2006/main" noGrp="1"/>
          </p:cNvSpPr>
          <p:nvPr/>
        </p:nvSpPr>
        <p:spPr>
          <a:xfrm xmlns:a="http://schemas.openxmlformats.org/drawingml/2006/main">
            <a:off x="42672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Pelvis menor</a:t>
            </a:r>
          </a:p>
        </p:txBody>
      </p:sp>
      <p:sp>
        <p:nvSpPr>
          <p:cNvPr id="8" name="relacion-2">
            <a:extLst xmlns:a="http://schemas.openxmlformats.org/drawingml/2006/main">
              <a:ext uri="{FF2B5EF4-FFF2-40B4-BE49-F238E27FC236}">
                <a16:creationId xmlns:a16="http://schemas.microsoft.com/office/drawing/2014/main" id="{0C0F4AED-D19D-4CBE-9922-B21A4264188B}"/>
              </a:ext>
            </a:extLst>
          </p:cNvPr>
          <p:cNvSpPr>
            <a:spLocks xmlns:a="http://schemas.openxmlformats.org/drawingml/2006/main" noGrp="1"/>
          </p:cNvSpPr>
          <p:nvPr/>
        </p:nvSpPr>
        <p:spPr>
          <a:xfrm xmlns:a="http://schemas.openxmlformats.org/drawingml/2006/main">
            <a:off x="79248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Entrada y salida</a:t>
            </a:r>
          </a:p>
        </p:txBody>
      </p:sp>
      <p:sp>
        <p:nvSpPr>
          <p:cNvPr id="9" name="idea-fondo">
            <a:extLst xmlns:a="http://schemas.openxmlformats.org/drawingml/2006/main">
              <a:ext uri="{FF2B5EF4-FFF2-40B4-BE49-F238E27FC236}">
                <a16:creationId xmlns:a16="http://schemas.microsoft.com/office/drawing/2014/main" id="{EB808C6C-D280-4777-9889-4B6C1F31441F}"/>
              </a:ext>
            </a:extLst>
          </p:cNvPr>
          <p:cNvSpPr>
            <a:spLocks xmlns:a="http://schemas.openxmlformats.org/drawingml/2006/main" noGrp="1"/>
          </p:cNvSpPr>
          <p:nvPr/>
        </p:nvSpPr>
        <p:spPr>
          <a:xfrm xmlns:a="http://schemas.openxmlformats.org/drawingml/2006/main">
            <a:off x="609600" y="6410325"/>
            <a:ext cx="10477500" cy="381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0" name="idea">
            <a:extLst xmlns:a="http://schemas.openxmlformats.org/drawingml/2006/main">
              <a:ext uri="{FF2B5EF4-FFF2-40B4-BE49-F238E27FC236}">
                <a16:creationId xmlns:a16="http://schemas.microsoft.com/office/drawing/2014/main" id="{5A404A31-B4CA-461A-A1C4-3DB378C4889E}"/>
              </a:ext>
            </a:extLst>
          </p:cNvPr>
          <p:cNvSpPr>
            <a:spLocks xmlns:a="http://schemas.openxmlformats.org/drawingml/2006/main" noGrp="1"/>
          </p:cNvSpPr>
          <p:nvPr/>
        </p:nvSpPr>
        <p:spPr>
          <a:xfrm xmlns:a="http://schemas.openxmlformats.org/drawingml/2006/main">
            <a:off x="742950" y="6419850"/>
            <a:ext cx="1019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La salida pélvica limita inferiormente la pelvis menor.</a:t>
            </a:r>
          </a:p>
        </p:txBody>
      </p:sp>
      <p:sp>
        <p:nvSpPr>
          <p:cNvPr id="11" name="numero">
            <a:extLst xmlns:a="http://schemas.openxmlformats.org/drawingml/2006/main">
              <a:ext uri="{FF2B5EF4-FFF2-40B4-BE49-F238E27FC236}">
                <a16:creationId xmlns:a16="http://schemas.microsoft.com/office/drawing/2014/main" id="{1AD08D0A-B228-445B-9F02-6E30361651DD}"/>
              </a:ext>
            </a:extLst>
          </p:cNvPr>
          <p:cNvSpPr>
            <a:spLocks xmlns:a="http://schemas.openxmlformats.org/drawingml/2006/main" noGrp="1"/>
          </p:cNvSpPr>
          <p:nvPr/>
        </p:nvSpPr>
        <p:spPr>
          <a:xfrm xmlns:a="http://schemas.openxmlformats.org/drawingml/2006/main">
            <a:off x="11287125" y="65341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34</a:t>
            </a:r>
          </a:p>
        </p:txBody>
      </p:sp>
    </p:spTree>
    <p:extLst>
      <p:ext uri="{BB962C8B-B14F-4D97-AF65-F5344CB8AC3E}">
        <p14:creationId xmlns:p14="http://schemas.microsoft.com/office/powerpoint/2010/main" val="1341612316"/>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9B0352A1-76B9-484B-B2B5-2C91A5E20745}"/>
              </a:ext>
            </a:extLst>
          </p:cNvPr>
          <p:cNvPicPr>
            <a:picLocks xmlns:a="http://schemas.openxmlformats.org/drawingml/2006/main" noChangeAspect="1"/>
          </p:cNvPicPr>
          <p:nvPr/>
        </p:nvPicPr>
        <p:blipFill>
          <a:blip xmlns:r="http://schemas.openxmlformats.org/officeDocument/2006/relationships" xmlns:a="http://schemas.openxmlformats.org/drawingml/2006/main" r:embed="Raf484cceb067432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8D2C9CDF-375E-434C-8C6B-37AE22339C9E}"/>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225" b="1">
                <a:solidFill>
                  <a:srgbClr val="113C4C"/>
                </a:solidFill>
                <a:latin typeface="Calibri"/>
                <a:ea typeface="Calibri"/>
                <a:cs typeface="Calibri"/>
              </a:defRPr>
            </a:defPPr>
            <a:lvl1pPr algn="l">
              <a:defRPr sz="3225" b="1">
                <a:solidFill>
                  <a:srgbClr val="113C4C"/>
                </a:solidFill>
                <a:latin typeface="Calibri"/>
                <a:ea typeface="Calibri"/>
                <a:cs typeface="Calibri"/>
              </a:defRPr>
            </a:lvl1pPr>
            <a:lvl2pPr algn="l">
              <a:defRPr sz="3225" b="1">
                <a:solidFill>
                  <a:srgbClr val="113C4C"/>
                </a:solidFill>
                <a:latin typeface="Calibri"/>
                <a:ea typeface="Calibri"/>
                <a:cs typeface="Calibri"/>
              </a:defRPr>
            </a:lvl2pPr>
            <a:lvl3pPr algn="l">
              <a:defRPr sz="3225" b="1">
                <a:solidFill>
                  <a:srgbClr val="113C4C"/>
                </a:solidFill>
                <a:latin typeface="Calibri"/>
                <a:ea typeface="Calibri"/>
                <a:cs typeface="Calibri"/>
              </a:defRPr>
            </a:lvl3pPr>
            <a:lvl4pPr algn="l">
              <a:defRPr sz="3225" b="1">
                <a:solidFill>
                  <a:srgbClr val="113C4C"/>
                </a:solidFill>
                <a:latin typeface="Calibri"/>
                <a:ea typeface="Calibri"/>
                <a:cs typeface="Calibri"/>
              </a:defRPr>
            </a:lvl4pPr>
            <a:lvl5pPr algn="l">
              <a:defRPr sz="3225" b="1">
                <a:solidFill>
                  <a:srgbClr val="113C4C"/>
                </a:solidFill>
                <a:latin typeface="Calibri"/>
                <a:ea typeface="Calibri"/>
                <a:cs typeface="Calibri"/>
              </a:defRPr>
            </a:lvl5pPr>
            <a:lvl6pPr algn="l">
              <a:defRPr sz="3225" b="1">
                <a:solidFill>
                  <a:srgbClr val="113C4C"/>
                </a:solidFill>
                <a:latin typeface="Calibri"/>
                <a:ea typeface="Calibri"/>
                <a:cs typeface="Calibri"/>
              </a:defRPr>
            </a:lvl6pPr>
            <a:lvl7pPr algn="l">
              <a:defRPr sz="3225" b="1">
                <a:solidFill>
                  <a:srgbClr val="113C4C"/>
                </a:solidFill>
                <a:latin typeface="Calibri"/>
                <a:ea typeface="Calibri"/>
                <a:cs typeface="Calibri"/>
              </a:defRPr>
            </a:lvl7pPr>
            <a:lvl8pPr algn="l">
              <a:defRPr sz="3225" b="1">
                <a:solidFill>
                  <a:srgbClr val="113C4C"/>
                </a:solidFill>
                <a:latin typeface="Calibri"/>
                <a:ea typeface="Calibri"/>
                <a:cs typeface="Calibri"/>
              </a:defRPr>
            </a:lvl8pPr>
            <a:lvl9pPr algn="l">
              <a:defRPr sz="3225" b="1">
                <a:solidFill>
                  <a:srgbClr val="113C4C"/>
                </a:solidFill>
                <a:latin typeface="Calibri"/>
                <a:ea typeface="Calibri"/>
                <a:cs typeface="Calibri"/>
              </a:defRPr>
            </a:lvl9pPr>
          </a:lstStyle>
          <a:p xmlns:a="http://schemas.openxmlformats.org/drawingml/2006/main">
            <a:pPr algn="l">
              <a:defRPr sz="3225" b="1">
                <a:solidFill>
                  <a:srgbClr val="113C4C"/>
                </a:solidFill>
                <a:latin typeface="Calibri"/>
                <a:ea typeface="Calibri"/>
                <a:cs typeface="Calibri"/>
              </a:defRPr>
            </a:pPr>
            <a:r>
              <a:rPr sz="3225" b="1">
                <a:solidFill>
                  <a:srgbClr val="113C4C"/>
                </a:solidFill>
                <a:latin typeface="Calibri"/>
                <a:ea typeface="Calibri"/>
                <a:cs typeface="Calibri"/>
              </a:rPr>
              <a:t>Pelvis: compara conjuntos de rasgos</a:t>
            </a:r>
          </a:p>
        </p:txBody>
      </p:sp>
      <p:sp>
        <p:nvSpPr>
          <p:cNvPr id="3" name="area-figuras">
            <a:extLst xmlns:a="http://schemas.openxmlformats.org/drawingml/2006/main">
              <a:ext uri="{FF2B5EF4-FFF2-40B4-BE49-F238E27FC236}">
                <a16:creationId xmlns:a16="http://schemas.microsoft.com/office/drawing/2014/main" id="{BB321E66-0339-4536-963F-55EC1CC221D9}"/>
              </a:ext>
            </a:extLst>
          </p:cNvPr>
          <p:cNvSpPr>
            <a:spLocks xmlns:a="http://schemas.openxmlformats.org/drawingml/2006/main" noGrp="1"/>
          </p:cNvSpPr>
          <p:nvPr/>
        </p:nvSpPr>
        <p:spPr>
          <a:xfrm xmlns:a="http://schemas.openxmlformats.org/drawingml/2006/main">
            <a:off x="609600" y="1257300"/>
            <a:ext cx="10972800" cy="44005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64D7FAA5-2B0D-45EE-ACFD-227468E5993F}"/>
              </a:ext>
            </a:extLst>
          </p:cNvPr>
          <p:cNvPicPr>
            <a:picLocks xmlns:a="http://schemas.openxmlformats.org/drawingml/2006/main" noChangeAspect="1"/>
          </p:cNvPicPr>
          <p:nvPr/>
        </p:nvPicPr>
        <p:blipFill>
          <a:blip xmlns:r="http://schemas.openxmlformats.org/officeDocument/2006/relationships" xmlns:a="http://schemas.openxmlformats.org/drawingml/2006/main" r:embed="R3e4be928d38748e4"/>
          <a:stretch xmlns:a="http://schemas.openxmlformats.org/drawingml/2006/main"/>
        </p:blipFill>
        <p:spPr>
          <a:xfrm xmlns:a="http://schemas.openxmlformats.org/drawingml/2006/main">
            <a:off x="704850" y="1697281"/>
            <a:ext cx="10763250" cy="3406289"/>
          </a:xfrm>
          <a:prstGeom xmlns:a="http://schemas.openxmlformats.org/drawingml/2006/main" prst="rect">
            <a:avLst/>
          </a:prstGeom>
        </p:spPr>
      </p:pic>
      <p:sp>
        <p:nvSpPr>
          <p:cNvPr id="5" name="relacion-0">
            <a:extLst xmlns:a="http://schemas.openxmlformats.org/drawingml/2006/main">
              <a:ext uri="{FF2B5EF4-FFF2-40B4-BE49-F238E27FC236}">
                <a16:creationId xmlns:a16="http://schemas.microsoft.com/office/drawing/2014/main" id="{601854F2-8018-488C-AC5C-E7353AD92BF7}"/>
              </a:ext>
            </a:extLst>
          </p:cNvPr>
          <p:cNvSpPr>
            <a:spLocks xmlns:a="http://schemas.openxmlformats.org/drawingml/2006/main" noGrp="1"/>
          </p:cNvSpPr>
          <p:nvPr/>
        </p:nvSpPr>
        <p:spPr>
          <a:xfrm xmlns:a="http://schemas.openxmlformats.org/drawingml/2006/main">
            <a:off x="6096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Entrada</a:t>
            </a:r>
          </a:p>
        </p:txBody>
      </p:sp>
      <p:sp>
        <p:nvSpPr>
          <p:cNvPr id="6" name="relacion-1">
            <a:extLst xmlns:a="http://schemas.openxmlformats.org/drawingml/2006/main">
              <a:ext uri="{FF2B5EF4-FFF2-40B4-BE49-F238E27FC236}">
                <a16:creationId xmlns:a16="http://schemas.microsoft.com/office/drawing/2014/main" id="{BE4A1F11-73D8-4E0F-AD30-55D33F76FE30}"/>
              </a:ext>
            </a:extLst>
          </p:cNvPr>
          <p:cNvSpPr>
            <a:spLocks xmlns:a="http://schemas.openxmlformats.org/drawingml/2006/main" noGrp="1"/>
          </p:cNvSpPr>
          <p:nvPr/>
        </p:nvSpPr>
        <p:spPr>
          <a:xfrm xmlns:a="http://schemas.openxmlformats.org/drawingml/2006/main">
            <a:off x="42672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Amplitud y profundidad</a:t>
            </a:r>
          </a:p>
        </p:txBody>
      </p:sp>
      <p:sp>
        <p:nvSpPr>
          <p:cNvPr id="7" name="relacion-2">
            <a:extLst xmlns:a="http://schemas.openxmlformats.org/drawingml/2006/main">
              <a:ext uri="{FF2B5EF4-FFF2-40B4-BE49-F238E27FC236}">
                <a16:creationId xmlns:a16="http://schemas.microsoft.com/office/drawing/2014/main" id="{B6C59EE2-3081-421C-98EB-2ED80182C614}"/>
              </a:ext>
            </a:extLst>
          </p:cNvPr>
          <p:cNvSpPr>
            <a:spLocks xmlns:a="http://schemas.openxmlformats.org/drawingml/2006/main" noGrp="1"/>
          </p:cNvSpPr>
          <p:nvPr/>
        </p:nvSpPr>
        <p:spPr>
          <a:xfrm xmlns:a="http://schemas.openxmlformats.org/drawingml/2006/main">
            <a:off x="79248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Ángulo subpúbico</a:t>
            </a:r>
          </a:p>
        </p:txBody>
      </p:sp>
      <p:sp>
        <p:nvSpPr>
          <p:cNvPr id="8" name="idea-fondo">
            <a:extLst xmlns:a="http://schemas.openxmlformats.org/drawingml/2006/main">
              <a:ext uri="{FF2B5EF4-FFF2-40B4-BE49-F238E27FC236}">
                <a16:creationId xmlns:a16="http://schemas.microsoft.com/office/drawing/2014/main" id="{DF43958A-BD69-44BF-986E-120EE5911E83}"/>
              </a:ext>
            </a:extLst>
          </p:cNvPr>
          <p:cNvSpPr>
            <a:spLocks xmlns:a="http://schemas.openxmlformats.org/drawingml/2006/main" noGrp="1"/>
          </p:cNvSpPr>
          <p:nvPr/>
        </p:nvSpPr>
        <p:spPr>
          <a:xfrm xmlns:a="http://schemas.openxmlformats.org/drawingml/2006/main">
            <a:off x="609600" y="6410325"/>
            <a:ext cx="10477500" cy="381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9" name="idea">
            <a:extLst xmlns:a="http://schemas.openxmlformats.org/drawingml/2006/main">
              <a:ext uri="{FF2B5EF4-FFF2-40B4-BE49-F238E27FC236}">
                <a16:creationId xmlns:a16="http://schemas.microsoft.com/office/drawing/2014/main" id="{29C106E7-954B-4978-8D6A-1E516FD7FAA7}"/>
              </a:ext>
            </a:extLst>
          </p:cNvPr>
          <p:cNvSpPr>
            <a:spLocks xmlns:a="http://schemas.openxmlformats.org/drawingml/2006/main" noGrp="1"/>
          </p:cNvSpPr>
          <p:nvPr/>
        </p:nvSpPr>
        <p:spPr>
          <a:xfrm xmlns:a="http://schemas.openxmlformats.org/drawingml/2006/main">
            <a:off x="742950" y="6419850"/>
            <a:ext cx="1019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Las diferencias descritas son tendencias anatómicas.</a:t>
            </a:r>
          </a:p>
        </p:txBody>
      </p:sp>
      <p:sp>
        <p:nvSpPr>
          <p:cNvPr id="10" name="numero">
            <a:extLst xmlns:a="http://schemas.openxmlformats.org/drawingml/2006/main">
              <a:ext uri="{FF2B5EF4-FFF2-40B4-BE49-F238E27FC236}">
                <a16:creationId xmlns:a16="http://schemas.microsoft.com/office/drawing/2014/main" id="{A42B01AF-98F3-4DB2-A30F-5623F7FC2C61}"/>
              </a:ext>
            </a:extLst>
          </p:cNvPr>
          <p:cNvSpPr>
            <a:spLocks xmlns:a="http://schemas.openxmlformats.org/drawingml/2006/main" noGrp="1"/>
          </p:cNvSpPr>
          <p:nvPr/>
        </p:nvSpPr>
        <p:spPr>
          <a:xfrm xmlns:a="http://schemas.openxmlformats.org/drawingml/2006/main">
            <a:off x="11287125" y="65341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35</a:t>
            </a:r>
          </a:p>
        </p:txBody>
      </p:sp>
    </p:spTree>
    <p:extLst>
      <p:ext uri="{BB962C8B-B14F-4D97-AF65-F5344CB8AC3E}">
        <p14:creationId xmlns:p14="http://schemas.microsoft.com/office/powerpoint/2010/main" val="354331442"/>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7024DD36-E6D4-4524-BCBF-6C35D0D0F6E7}"/>
              </a:ext>
            </a:extLst>
          </p:cNvPr>
          <p:cNvPicPr>
            <a:picLocks xmlns:a="http://schemas.openxmlformats.org/drawingml/2006/main" noChangeAspect="1"/>
          </p:cNvPicPr>
          <p:nvPr/>
        </p:nvPicPr>
        <p:blipFill>
          <a:blip xmlns:r="http://schemas.openxmlformats.org/officeDocument/2006/relationships" xmlns:a="http://schemas.openxmlformats.org/drawingml/2006/main" r:embed="R319292558e1744b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F473F902-5F5F-4F6D-8835-37E035680FFB}"/>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225" b="1">
                <a:solidFill>
                  <a:srgbClr val="113C4C"/>
                </a:solidFill>
                <a:latin typeface="Calibri"/>
                <a:ea typeface="Calibri"/>
                <a:cs typeface="Calibri"/>
              </a:defRPr>
            </a:defPPr>
            <a:lvl1pPr algn="l">
              <a:defRPr sz="3225" b="1">
                <a:solidFill>
                  <a:srgbClr val="113C4C"/>
                </a:solidFill>
                <a:latin typeface="Calibri"/>
                <a:ea typeface="Calibri"/>
                <a:cs typeface="Calibri"/>
              </a:defRPr>
            </a:lvl1pPr>
            <a:lvl2pPr algn="l">
              <a:defRPr sz="3225" b="1">
                <a:solidFill>
                  <a:srgbClr val="113C4C"/>
                </a:solidFill>
                <a:latin typeface="Calibri"/>
                <a:ea typeface="Calibri"/>
                <a:cs typeface="Calibri"/>
              </a:defRPr>
            </a:lvl2pPr>
            <a:lvl3pPr algn="l">
              <a:defRPr sz="3225" b="1">
                <a:solidFill>
                  <a:srgbClr val="113C4C"/>
                </a:solidFill>
                <a:latin typeface="Calibri"/>
                <a:ea typeface="Calibri"/>
                <a:cs typeface="Calibri"/>
              </a:defRPr>
            </a:lvl3pPr>
            <a:lvl4pPr algn="l">
              <a:defRPr sz="3225" b="1">
                <a:solidFill>
                  <a:srgbClr val="113C4C"/>
                </a:solidFill>
                <a:latin typeface="Calibri"/>
                <a:ea typeface="Calibri"/>
                <a:cs typeface="Calibri"/>
              </a:defRPr>
            </a:lvl4pPr>
            <a:lvl5pPr algn="l">
              <a:defRPr sz="3225" b="1">
                <a:solidFill>
                  <a:srgbClr val="113C4C"/>
                </a:solidFill>
                <a:latin typeface="Calibri"/>
                <a:ea typeface="Calibri"/>
                <a:cs typeface="Calibri"/>
              </a:defRPr>
            </a:lvl5pPr>
            <a:lvl6pPr algn="l">
              <a:defRPr sz="3225" b="1">
                <a:solidFill>
                  <a:srgbClr val="113C4C"/>
                </a:solidFill>
                <a:latin typeface="Calibri"/>
                <a:ea typeface="Calibri"/>
                <a:cs typeface="Calibri"/>
              </a:defRPr>
            </a:lvl6pPr>
            <a:lvl7pPr algn="l">
              <a:defRPr sz="3225" b="1">
                <a:solidFill>
                  <a:srgbClr val="113C4C"/>
                </a:solidFill>
                <a:latin typeface="Calibri"/>
                <a:ea typeface="Calibri"/>
                <a:cs typeface="Calibri"/>
              </a:defRPr>
            </a:lvl7pPr>
            <a:lvl8pPr algn="l">
              <a:defRPr sz="3225" b="1">
                <a:solidFill>
                  <a:srgbClr val="113C4C"/>
                </a:solidFill>
                <a:latin typeface="Calibri"/>
                <a:ea typeface="Calibri"/>
                <a:cs typeface="Calibri"/>
              </a:defRPr>
            </a:lvl8pPr>
            <a:lvl9pPr algn="l">
              <a:defRPr sz="3225" b="1">
                <a:solidFill>
                  <a:srgbClr val="113C4C"/>
                </a:solidFill>
                <a:latin typeface="Calibri"/>
                <a:ea typeface="Calibri"/>
                <a:cs typeface="Calibri"/>
              </a:defRPr>
            </a:lvl9pPr>
          </a:lstStyle>
          <a:p xmlns:a="http://schemas.openxmlformats.org/drawingml/2006/main">
            <a:pPr algn="l">
              <a:defRPr sz="3225" b="1">
                <a:solidFill>
                  <a:srgbClr val="113C4C"/>
                </a:solidFill>
                <a:latin typeface="Calibri"/>
                <a:ea typeface="Calibri"/>
                <a:cs typeface="Calibri"/>
              </a:defRPr>
            </a:pPr>
            <a:r>
              <a:rPr sz="3225" b="1">
                <a:solidFill>
                  <a:srgbClr val="113C4C"/>
                </a:solidFill>
                <a:latin typeface="Calibri"/>
                <a:ea typeface="Calibri"/>
                <a:cs typeface="Calibri"/>
              </a:rPr>
              <a:t>Fémur y patela</a:t>
            </a:r>
          </a:p>
        </p:txBody>
      </p:sp>
      <p:sp>
        <p:nvSpPr>
          <p:cNvPr id="3" name="area-figuras">
            <a:extLst xmlns:a="http://schemas.openxmlformats.org/drawingml/2006/main">
              <a:ext uri="{FF2B5EF4-FFF2-40B4-BE49-F238E27FC236}">
                <a16:creationId xmlns:a16="http://schemas.microsoft.com/office/drawing/2014/main" id="{E6D1AF8D-A7F8-49AE-AA9E-7588D69EBDCA}"/>
              </a:ext>
            </a:extLst>
          </p:cNvPr>
          <p:cNvSpPr>
            <a:spLocks xmlns:a="http://schemas.openxmlformats.org/drawingml/2006/main" noGrp="1"/>
          </p:cNvSpPr>
          <p:nvPr/>
        </p:nvSpPr>
        <p:spPr>
          <a:xfrm xmlns:a="http://schemas.openxmlformats.org/drawingml/2006/main">
            <a:off x="609600" y="1257300"/>
            <a:ext cx="10972800" cy="44005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B714A2AE-8347-40B6-81FD-28B1F11797C4}"/>
              </a:ext>
            </a:extLst>
          </p:cNvPr>
          <p:cNvPicPr>
            <a:picLocks xmlns:a="http://schemas.openxmlformats.org/drawingml/2006/main" noChangeAspect="1"/>
          </p:cNvPicPr>
          <p:nvPr/>
        </p:nvPicPr>
        <p:blipFill>
          <a:blip xmlns:r="http://schemas.openxmlformats.org/officeDocument/2006/relationships" xmlns:a="http://schemas.openxmlformats.org/drawingml/2006/main" r:embed="R7d7dee5ecd9447eb"/>
          <a:stretch xmlns:a="http://schemas.openxmlformats.org/drawingml/2006/main"/>
        </p:blipFill>
        <p:spPr>
          <a:xfrm xmlns:a="http://schemas.openxmlformats.org/drawingml/2006/main">
            <a:off x="1885891" y="1323975"/>
            <a:ext cx="2914768" cy="415290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77858C66-3E60-4E68-8373-DD03EB3CE486}"/>
              </a:ext>
            </a:extLst>
          </p:cNvPr>
          <p:cNvPicPr>
            <a:picLocks xmlns:a="http://schemas.openxmlformats.org/drawingml/2006/main" noChangeAspect="1"/>
          </p:cNvPicPr>
          <p:nvPr/>
        </p:nvPicPr>
        <p:blipFill>
          <a:blip xmlns:r="http://schemas.openxmlformats.org/officeDocument/2006/relationships" xmlns:a="http://schemas.openxmlformats.org/drawingml/2006/main" r:embed="R36895d53ca98486a"/>
          <a:stretch xmlns:a="http://schemas.openxmlformats.org/drawingml/2006/main"/>
        </p:blipFill>
        <p:spPr>
          <a:xfrm xmlns:a="http://schemas.openxmlformats.org/drawingml/2006/main">
            <a:off x="7219313" y="1323975"/>
            <a:ext cx="3220723" cy="4152900"/>
          </a:xfrm>
          <a:prstGeom xmlns:a="http://schemas.openxmlformats.org/drawingml/2006/main" prst="rect">
            <a:avLst/>
          </a:prstGeom>
        </p:spPr>
      </p:pic>
      <p:sp>
        <p:nvSpPr>
          <p:cNvPr id="6" name="relacion-0">
            <a:extLst xmlns:a="http://schemas.openxmlformats.org/drawingml/2006/main">
              <a:ext uri="{FF2B5EF4-FFF2-40B4-BE49-F238E27FC236}">
                <a16:creationId xmlns:a16="http://schemas.microsoft.com/office/drawing/2014/main" id="{375D261A-3061-4DE0-ADB0-30F924F8C30A}"/>
              </a:ext>
            </a:extLst>
          </p:cNvPr>
          <p:cNvSpPr>
            <a:spLocks xmlns:a="http://schemas.openxmlformats.org/drawingml/2006/main" noGrp="1"/>
          </p:cNvSpPr>
          <p:nvPr/>
        </p:nvSpPr>
        <p:spPr>
          <a:xfrm xmlns:a="http://schemas.openxmlformats.org/drawingml/2006/main">
            <a:off x="609600" y="5743575"/>
            <a:ext cx="5353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Cabeza → acetábulo</a:t>
            </a:r>
          </a:p>
        </p:txBody>
      </p:sp>
      <p:sp>
        <p:nvSpPr>
          <p:cNvPr id="7" name="relacion-1">
            <a:extLst xmlns:a="http://schemas.openxmlformats.org/drawingml/2006/main">
              <a:ext uri="{FF2B5EF4-FFF2-40B4-BE49-F238E27FC236}">
                <a16:creationId xmlns:a16="http://schemas.microsoft.com/office/drawing/2014/main" id="{AA96F8A1-BC3F-4DC3-9497-EB91BD0AB7F4}"/>
              </a:ext>
            </a:extLst>
          </p:cNvPr>
          <p:cNvSpPr>
            <a:spLocks xmlns:a="http://schemas.openxmlformats.org/drawingml/2006/main" noGrp="1"/>
          </p:cNvSpPr>
          <p:nvPr/>
        </p:nvSpPr>
        <p:spPr>
          <a:xfrm xmlns:a="http://schemas.openxmlformats.org/drawingml/2006/main">
            <a:off x="6096000" y="5743575"/>
            <a:ext cx="5353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Patela: sesamoideo</a:t>
            </a:r>
          </a:p>
        </p:txBody>
      </p:sp>
      <p:sp>
        <p:nvSpPr>
          <p:cNvPr id="8" name="idea-fondo">
            <a:extLst xmlns:a="http://schemas.openxmlformats.org/drawingml/2006/main">
              <a:ext uri="{FF2B5EF4-FFF2-40B4-BE49-F238E27FC236}">
                <a16:creationId xmlns:a16="http://schemas.microsoft.com/office/drawing/2014/main" id="{A81BA5CA-610C-476E-8F58-44097193B679}"/>
              </a:ext>
            </a:extLst>
          </p:cNvPr>
          <p:cNvSpPr>
            <a:spLocks xmlns:a="http://schemas.openxmlformats.org/drawingml/2006/main" noGrp="1"/>
          </p:cNvSpPr>
          <p:nvPr/>
        </p:nvSpPr>
        <p:spPr>
          <a:xfrm xmlns:a="http://schemas.openxmlformats.org/drawingml/2006/main">
            <a:off x="609600" y="6410325"/>
            <a:ext cx="10477500" cy="381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9" name="idea">
            <a:extLst xmlns:a="http://schemas.openxmlformats.org/drawingml/2006/main">
              <a:ext uri="{FF2B5EF4-FFF2-40B4-BE49-F238E27FC236}">
                <a16:creationId xmlns:a16="http://schemas.microsoft.com/office/drawing/2014/main" id="{EFBEB5FC-BBF0-47D6-9A6C-572410DB9169}"/>
              </a:ext>
            </a:extLst>
          </p:cNvPr>
          <p:cNvSpPr>
            <a:spLocks xmlns:a="http://schemas.openxmlformats.org/drawingml/2006/main" noGrp="1"/>
          </p:cNvSpPr>
          <p:nvPr/>
        </p:nvSpPr>
        <p:spPr>
          <a:xfrm xmlns:a="http://schemas.openxmlformats.org/drawingml/2006/main">
            <a:off x="742950" y="6419850"/>
            <a:ext cx="1019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La patela está en el tendón del cuádriceps.</a:t>
            </a:r>
          </a:p>
        </p:txBody>
      </p:sp>
      <p:sp>
        <p:nvSpPr>
          <p:cNvPr id="10" name="numero">
            <a:extLst xmlns:a="http://schemas.openxmlformats.org/drawingml/2006/main">
              <a:ext uri="{FF2B5EF4-FFF2-40B4-BE49-F238E27FC236}">
                <a16:creationId xmlns:a16="http://schemas.microsoft.com/office/drawing/2014/main" id="{76BCA924-E286-429A-97C5-DAD0558AEC40}"/>
              </a:ext>
            </a:extLst>
          </p:cNvPr>
          <p:cNvSpPr>
            <a:spLocks xmlns:a="http://schemas.openxmlformats.org/drawingml/2006/main" noGrp="1"/>
          </p:cNvSpPr>
          <p:nvPr/>
        </p:nvSpPr>
        <p:spPr>
          <a:xfrm xmlns:a="http://schemas.openxmlformats.org/drawingml/2006/main">
            <a:off x="11287125" y="65341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36</a:t>
            </a:r>
          </a:p>
        </p:txBody>
      </p:sp>
    </p:spTree>
    <p:extLst>
      <p:ext uri="{BB962C8B-B14F-4D97-AF65-F5344CB8AC3E}">
        <p14:creationId xmlns:p14="http://schemas.microsoft.com/office/powerpoint/2010/main" val="1849294184"/>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3D3F4214-6D7C-4380-85CF-058904F1D7A5}"/>
              </a:ext>
            </a:extLst>
          </p:cNvPr>
          <p:cNvPicPr>
            <a:picLocks xmlns:a="http://schemas.openxmlformats.org/drawingml/2006/main" noChangeAspect="1"/>
          </p:cNvPicPr>
          <p:nvPr/>
        </p:nvPicPr>
        <p:blipFill>
          <a:blip xmlns:r="http://schemas.openxmlformats.org/officeDocument/2006/relationships" xmlns:a="http://schemas.openxmlformats.org/drawingml/2006/main" r:embed="R28ef8120191e4b9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A1971A73-06C0-4E7A-B06F-90D986C277ED}"/>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225" b="1">
                <a:solidFill>
                  <a:srgbClr val="113C4C"/>
                </a:solidFill>
                <a:latin typeface="Calibri"/>
                <a:ea typeface="Calibri"/>
                <a:cs typeface="Calibri"/>
              </a:defRPr>
            </a:defPPr>
            <a:lvl1pPr algn="l">
              <a:defRPr sz="3225" b="1">
                <a:solidFill>
                  <a:srgbClr val="113C4C"/>
                </a:solidFill>
                <a:latin typeface="Calibri"/>
                <a:ea typeface="Calibri"/>
                <a:cs typeface="Calibri"/>
              </a:defRPr>
            </a:lvl1pPr>
            <a:lvl2pPr algn="l">
              <a:defRPr sz="3225" b="1">
                <a:solidFill>
                  <a:srgbClr val="113C4C"/>
                </a:solidFill>
                <a:latin typeface="Calibri"/>
                <a:ea typeface="Calibri"/>
                <a:cs typeface="Calibri"/>
              </a:defRPr>
            </a:lvl2pPr>
            <a:lvl3pPr algn="l">
              <a:defRPr sz="3225" b="1">
                <a:solidFill>
                  <a:srgbClr val="113C4C"/>
                </a:solidFill>
                <a:latin typeface="Calibri"/>
                <a:ea typeface="Calibri"/>
                <a:cs typeface="Calibri"/>
              </a:defRPr>
            </a:lvl3pPr>
            <a:lvl4pPr algn="l">
              <a:defRPr sz="3225" b="1">
                <a:solidFill>
                  <a:srgbClr val="113C4C"/>
                </a:solidFill>
                <a:latin typeface="Calibri"/>
                <a:ea typeface="Calibri"/>
                <a:cs typeface="Calibri"/>
              </a:defRPr>
            </a:lvl4pPr>
            <a:lvl5pPr algn="l">
              <a:defRPr sz="3225" b="1">
                <a:solidFill>
                  <a:srgbClr val="113C4C"/>
                </a:solidFill>
                <a:latin typeface="Calibri"/>
                <a:ea typeface="Calibri"/>
                <a:cs typeface="Calibri"/>
              </a:defRPr>
            </a:lvl5pPr>
            <a:lvl6pPr algn="l">
              <a:defRPr sz="3225" b="1">
                <a:solidFill>
                  <a:srgbClr val="113C4C"/>
                </a:solidFill>
                <a:latin typeface="Calibri"/>
                <a:ea typeface="Calibri"/>
                <a:cs typeface="Calibri"/>
              </a:defRPr>
            </a:lvl6pPr>
            <a:lvl7pPr algn="l">
              <a:defRPr sz="3225" b="1">
                <a:solidFill>
                  <a:srgbClr val="113C4C"/>
                </a:solidFill>
                <a:latin typeface="Calibri"/>
                <a:ea typeface="Calibri"/>
                <a:cs typeface="Calibri"/>
              </a:defRPr>
            </a:lvl7pPr>
            <a:lvl8pPr algn="l">
              <a:defRPr sz="3225" b="1">
                <a:solidFill>
                  <a:srgbClr val="113C4C"/>
                </a:solidFill>
                <a:latin typeface="Calibri"/>
                <a:ea typeface="Calibri"/>
                <a:cs typeface="Calibri"/>
              </a:defRPr>
            </a:lvl8pPr>
            <a:lvl9pPr algn="l">
              <a:defRPr sz="3225" b="1">
                <a:solidFill>
                  <a:srgbClr val="113C4C"/>
                </a:solidFill>
                <a:latin typeface="Calibri"/>
                <a:ea typeface="Calibri"/>
                <a:cs typeface="Calibri"/>
              </a:defRPr>
            </a:lvl9pPr>
          </a:lstStyle>
          <a:p xmlns:a="http://schemas.openxmlformats.org/drawingml/2006/main">
            <a:pPr algn="l">
              <a:defRPr sz="3225" b="1">
                <a:solidFill>
                  <a:srgbClr val="113C4C"/>
                </a:solidFill>
                <a:latin typeface="Calibri"/>
                <a:ea typeface="Calibri"/>
                <a:cs typeface="Calibri"/>
              </a:defRPr>
            </a:pPr>
            <a:r>
              <a:rPr sz="3225" b="1">
                <a:solidFill>
                  <a:srgbClr val="113C4C"/>
                </a:solidFill>
                <a:latin typeface="Calibri"/>
                <a:ea typeface="Calibri"/>
                <a:cs typeface="Calibri"/>
              </a:rPr>
              <a:t>Tibia y fíbula: soporte y estabilidad</a:t>
            </a:r>
          </a:p>
        </p:txBody>
      </p:sp>
      <p:sp>
        <p:nvSpPr>
          <p:cNvPr id="3" name="area-figuras">
            <a:extLst xmlns:a="http://schemas.openxmlformats.org/drawingml/2006/main">
              <a:ext uri="{FF2B5EF4-FFF2-40B4-BE49-F238E27FC236}">
                <a16:creationId xmlns:a16="http://schemas.microsoft.com/office/drawing/2014/main" id="{1EA0EC86-BDFA-4F24-A7F6-3CDEB26E4AFF}"/>
              </a:ext>
            </a:extLst>
          </p:cNvPr>
          <p:cNvSpPr>
            <a:spLocks xmlns:a="http://schemas.openxmlformats.org/drawingml/2006/main" noGrp="1"/>
          </p:cNvSpPr>
          <p:nvPr/>
        </p:nvSpPr>
        <p:spPr>
          <a:xfrm xmlns:a="http://schemas.openxmlformats.org/drawingml/2006/main">
            <a:off x="609600" y="1257300"/>
            <a:ext cx="10972800" cy="44005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2A63759E-8CED-4C9A-B8FF-A994AD62496C}"/>
              </a:ext>
            </a:extLst>
          </p:cNvPr>
          <p:cNvPicPr>
            <a:picLocks xmlns:a="http://schemas.openxmlformats.org/drawingml/2006/main" noChangeAspect="1"/>
          </p:cNvPicPr>
          <p:nvPr/>
        </p:nvPicPr>
        <p:blipFill>
          <a:blip xmlns:r="http://schemas.openxmlformats.org/officeDocument/2006/relationships" xmlns:a="http://schemas.openxmlformats.org/drawingml/2006/main" r:embed="Re1eed0daa3d7451e"/>
          <a:stretch xmlns:a="http://schemas.openxmlformats.org/drawingml/2006/main"/>
        </p:blipFill>
        <p:spPr>
          <a:xfrm xmlns:a="http://schemas.openxmlformats.org/drawingml/2006/main">
            <a:off x="704850" y="1431754"/>
            <a:ext cx="5276850" cy="3937342"/>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0FAEF32B-4BBC-480A-BE86-CB93E82C84A0}"/>
              </a:ext>
            </a:extLst>
          </p:cNvPr>
          <p:cNvPicPr>
            <a:picLocks xmlns:a="http://schemas.openxmlformats.org/drawingml/2006/main" noChangeAspect="1"/>
          </p:cNvPicPr>
          <p:nvPr/>
        </p:nvPicPr>
        <p:blipFill>
          <a:blip xmlns:r="http://schemas.openxmlformats.org/officeDocument/2006/relationships" xmlns:a="http://schemas.openxmlformats.org/drawingml/2006/main" r:embed="Ra0e72f11576641e2"/>
          <a:stretch xmlns:a="http://schemas.openxmlformats.org/drawingml/2006/main"/>
        </p:blipFill>
        <p:spPr>
          <a:xfrm xmlns:a="http://schemas.openxmlformats.org/drawingml/2006/main">
            <a:off x="6642123" y="1323975"/>
            <a:ext cx="4375103" cy="4152900"/>
          </a:xfrm>
          <a:prstGeom xmlns:a="http://schemas.openxmlformats.org/drawingml/2006/main" prst="rect">
            <a:avLst/>
          </a:prstGeom>
        </p:spPr>
      </p:pic>
      <p:sp>
        <p:nvSpPr>
          <p:cNvPr id="6" name="relacion-0">
            <a:extLst xmlns:a="http://schemas.openxmlformats.org/drawingml/2006/main">
              <a:ext uri="{FF2B5EF4-FFF2-40B4-BE49-F238E27FC236}">
                <a16:creationId xmlns:a16="http://schemas.microsoft.com/office/drawing/2014/main" id="{A9C3D516-ABFA-4389-9271-07282CFEB559}"/>
              </a:ext>
            </a:extLst>
          </p:cNvPr>
          <p:cNvSpPr>
            <a:spLocks xmlns:a="http://schemas.openxmlformats.org/drawingml/2006/main" noGrp="1"/>
          </p:cNvSpPr>
          <p:nvPr/>
        </p:nvSpPr>
        <p:spPr>
          <a:xfrm xmlns:a="http://schemas.openxmlformats.org/drawingml/2006/main">
            <a:off x="609600" y="5743575"/>
            <a:ext cx="5353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Tibia: medial y robusta</a:t>
            </a:r>
          </a:p>
        </p:txBody>
      </p:sp>
      <p:sp>
        <p:nvSpPr>
          <p:cNvPr id="7" name="relacion-1">
            <a:extLst xmlns:a="http://schemas.openxmlformats.org/drawingml/2006/main">
              <a:ext uri="{FF2B5EF4-FFF2-40B4-BE49-F238E27FC236}">
                <a16:creationId xmlns:a16="http://schemas.microsoft.com/office/drawing/2014/main" id="{AD060B33-E01A-47DB-907F-E6B4E5F6A50F}"/>
              </a:ext>
            </a:extLst>
          </p:cNvPr>
          <p:cNvSpPr>
            <a:spLocks xmlns:a="http://schemas.openxmlformats.org/drawingml/2006/main" noGrp="1"/>
          </p:cNvSpPr>
          <p:nvPr/>
        </p:nvSpPr>
        <p:spPr>
          <a:xfrm xmlns:a="http://schemas.openxmlformats.org/drawingml/2006/main">
            <a:off x="6096000" y="5743575"/>
            <a:ext cx="5353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Fíbula: lateral</a:t>
            </a:r>
          </a:p>
        </p:txBody>
      </p:sp>
      <p:sp>
        <p:nvSpPr>
          <p:cNvPr id="8" name="idea-fondo">
            <a:extLst xmlns:a="http://schemas.openxmlformats.org/drawingml/2006/main">
              <a:ext uri="{FF2B5EF4-FFF2-40B4-BE49-F238E27FC236}">
                <a16:creationId xmlns:a16="http://schemas.microsoft.com/office/drawing/2014/main" id="{DB7EEDCA-8AB8-4DBC-AF3C-E0ACFC1ECAEB}"/>
              </a:ext>
            </a:extLst>
          </p:cNvPr>
          <p:cNvSpPr>
            <a:spLocks xmlns:a="http://schemas.openxmlformats.org/drawingml/2006/main" noGrp="1"/>
          </p:cNvSpPr>
          <p:nvPr/>
        </p:nvSpPr>
        <p:spPr>
          <a:xfrm xmlns:a="http://schemas.openxmlformats.org/drawingml/2006/main">
            <a:off x="609600" y="6410325"/>
            <a:ext cx="10477500" cy="381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9" name="idea">
            <a:extLst xmlns:a="http://schemas.openxmlformats.org/drawingml/2006/main">
              <a:ext uri="{FF2B5EF4-FFF2-40B4-BE49-F238E27FC236}">
                <a16:creationId xmlns:a16="http://schemas.microsoft.com/office/drawing/2014/main" id="{D36D82BF-F87B-4B93-A243-8AE50DC3A128}"/>
              </a:ext>
            </a:extLst>
          </p:cNvPr>
          <p:cNvSpPr>
            <a:spLocks xmlns:a="http://schemas.openxmlformats.org/drawingml/2006/main" noGrp="1"/>
          </p:cNvSpPr>
          <p:nvPr/>
        </p:nvSpPr>
        <p:spPr>
          <a:xfrm xmlns:a="http://schemas.openxmlformats.org/drawingml/2006/main">
            <a:off x="742950" y="6419850"/>
            <a:ext cx="1019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La tibia recibe la carga principal de la pierna.</a:t>
            </a:r>
          </a:p>
        </p:txBody>
      </p:sp>
      <p:sp>
        <p:nvSpPr>
          <p:cNvPr id="10" name="numero">
            <a:extLst xmlns:a="http://schemas.openxmlformats.org/drawingml/2006/main">
              <a:ext uri="{FF2B5EF4-FFF2-40B4-BE49-F238E27FC236}">
                <a16:creationId xmlns:a16="http://schemas.microsoft.com/office/drawing/2014/main" id="{4897D9E9-8D46-4751-B611-DA84EBCE836E}"/>
              </a:ext>
            </a:extLst>
          </p:cNvPr>
          <p:cNvSpPr>
            <a:spLocks xmlns:a="http://schemas.openxmlformats.org/drawingml/2006/main" noGrp="1"/>
          </p:cNvSpPr>
          <p:nvPr/>
        </p:nvSpPr>
        <p:spPr>
          <a:xfrm xmlns:a="http://schemas.openxmlformats.org/drawingml/2006/main">
            <a:off x="11287125" y="65341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37</a:t>
            </a:r>
          </a:p>
        </p:txBody>
      </p:sp>
    </p:spTree>
    <p:extLst>
      <p:ext uri="{BB962C8B-B14F-4D97-AF65-F5344CB8AC3E}">
        <p14:creationId xmlns:p14="http://schemas.microsoft.com/office/powerpoint/2010/main" val="685750183"/>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8BE21712-D0EB-4665-9C0D-6C003107CD69}"/>
              </a:ext>
            </a:extLst>
          </p:cNvPr>
          <p:cNvPicPr>
            <a:picLocks xmlns:a="http://schemas.openxmlformats.org/drawingml/2006/main" noChangeAspect="1"/>
          </p:cNvPicPr>
          <p:nvPr/>
        </p:nvPicPr>
        <p:blipFill>
          <a:blip xmlns:r="http://schemas.openxmlformats.org/officeDocument/2006/relationships" xmlns:a="http://schemas.openxmlformats.org/drawingml/2006/main" r:embed="R7b27842285e142e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5A27161D-F635-44D8-B769-C02BB23216B0}"/>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225" b="1">
                <a:solidFill>
                  <a:srgbClr val="113C4C"/>
                </a:solidFill>
                <a:latin typeface="Calibri"/>
                <a:ea typeface="Calibri"/>
                <a:cs typeface="Calibri"/>
              </a:defRPr>
            </a:defPPr>
            <a:lvl1pPr algn="l">
              <a:defRPr sz="3225" b="1">
                <a:solidFill>
                  <a:srgbClr val="113C4C"/>
                </a:solidFill>
                <a:latin typeface="Calibri"/>
                <a:ea typeface="Calibri"/>
                <a:cs typeface="Calibri"/>
              </a:defRPr>
            </a:lvl1pPr>
            <a:lvl2pPr algn="l">
              <a:defRPr sz="3225" b="1">
                <a:solidFill>
                  <a:srgbClr val="113C4C"/>
                </a:solidFill>
                <a:latin typeface="Calibri"/>
                <a:ea typeface="Calibri"/>
                <a:cs typeface="Calibri"/>
              </a:defRPr>
            </a:lvl2pPr>
            <a:lvl3pPr algn="l">
              <a:defRPr sz="3225" b="1">
                <a:solidFill>
                  <a:srgbClr val="113C4C"/>
                </a:solidFill>
                <a:latin typeface="Calibri"/>
                <a:ea typeface="Calibri"/>
                <a:cs typeface="Calibri"/>
              </a:defRPr>
            </a:lvl3pPr>
            <a:lvl4pPr algn="l">
              <a:defRPr sz="3225" b="1">
                <a:solidFill>
                  <a:srgbClr val="113C4C"/>
                </a:solidFill>
                <a:latin typeface="Calibri"/>
                <a:ea typeface="Calibri"/>
                <a:cs typeface="Calibri"/>
              </a:defRPr>
            </a:lvl4pPr>
            <a:lvl5pPr algn="l">
              <a:defRPr sz="3225" b="1">
                <a:solidFill>
                  <a:srgbClr val="113C4C"/>
                </a:solidFill>
                <a:latin typeface="Calibri"/>
                <a:ea typeface="Calibri"/>
                <a:cs typeface="Calibri"/>
              </a:defRPr>
            </a:lvl5pPr>
            <a:lvl6pPr algn="l">
              <a:defRPr sz="3225" b="1">
                <a:solidFill>
                  <a:srgbClr val="113C4C"/>
                </a:solidFill>
                <a:latin typeface="Calibri"/>
                <a:ea typeface="Calibri"/>
                <a:cs typeface="Calibri"/>
              </a:defRPr>
            </a:lvl6pPr>
            <a:lvl7pPr algn="l">
              <a:defRPr sz="3225" b="1">
                <a:solidFill>
                  <a:srgbClr val="113C4C"/>
                </a:solidFill>
                <a:latin typeface="Calibri"/>
                <a:ea typeface="Calibri"/>
                <a:cs typeface="Calibri"/>
              </a:defRPr>
            </a:lvl7pPr>
            <a:lvl8pPr algn="l">
              <a:defRPr sz="3225" b="1">
                <a:solidFill>
                  <a:srgbClr val="113C4C"/>
                </a:solidFill>
                <a:latin typeface="Calibri"/>
                <a:ea typeface="Calibri"/>
                <a:cs typeface="Calibri"/>
              </a:defRPr>
            </a:lvl8pPr>
            <a:lvl9pPr algn="l">
              <a:defRPr sz="3225" b="1">
                <a:solidFill>
                  <a:srgbClr val="113C4C"/>
                </a:solidFill>
                <a:latin typeface="Calibri"/>
                <a:ea typeface="Calibri"/>
                <a:cs typeface="Calibri"/>
              </a:defRPr>
            </a:lvl9pPr>
          </a:lstStyle>
          <a:p xmlns:a="http://schemas.openxmlformats.org/drawingml/2006/main">
            <a:pPr algn="l">
              <a:defRPr sz="3225" b="1">
                <a:solidFill>
                  <a:srgbClr val="113C4C"/>
                </a:solidFill>
                <a:latin typeface="Calibri"/>
                <a:ea typeface="Calibri"/>
                <a:cs typeface="Calibri"/>
              </a:defRPr>
            </a:pPr>
            <a:r>
              <a:rPr sz="3225" b="1">
                <a:solidFill>
                  <a:srgbClr val="113C4C"/>
                </a:solidFill>
                <a:latin typeface="Calibri"/>
                <a:ea typeface="Calibri"/>
                <a:cs typeface="Calibri"/>
              </a:rPr>
              <a:t>Pie: 7 + 5 + 14</a:t>
            </a:r>
          </a:p>
        </p:txBody>
      </p:sp>
      <p:sp>
        <p:nvSpPr>
          <p:cNvPr id="3" name="area-figuras">
            <a:extLst xmlns:a="http://schemas.openxmlformats.org/drawingml/2006/main">
              <a:ext uri="{FF2B5EF4-FFF2-40B4-BE49-F238E27FC236}">
                <a16:creationId xmlns:a16="http://schemas.microsoft.com/office/drawing/2014/main" id="{4694E4A1-5A8F-4BD8-85E2-CCFC18ED32D8}"/>
              </a:ext>
            </a:extLst>
          </p:cNvPr>
          <p:cNvSpPr>
            <a:spLocks xmlns:a="http://schemas.openxmlformats.org/drawingml/2006/main" noGrp="1"/>
          </p:cNvSpPr>
          <p:nvPr/>
        </p:nvSpPr>
        <p:spPr>
          <a:xfrm xmlns:a="http://schemas.openxmlformats.org/drawingml/2006/main">
            <a:off x="609600" y="1257300"/>
            <a:ext cx="10972800" cy="44005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C3CCDC20-C3E4-44B1-BA5B-C3B5DB44A5E9}"/>
              </a:ext>
            </a:extLst>
          </p:cNvPr>
          <p:cNvPicPr>
            <a:picLocks xmlns:a="http://schemas.openxmlformats.org/drawingml/2006/main" noChangeAspect="1"/>
          </p:cNvPicPr>
          <p:nvPr/>
        </p:nvPicPr>
        <p:blipFill>
          <a:blip xmlns:r="http://schemas.openxmlformats.org/officeDocument/2006/relationships" xmlns:a="http://schemas.openxmlformats.org/drawingml/2006/main" r:embed="R571bc504a65b4391"/>
          <a:stretch xmlns:a="http://schemas.openxmlformats.org/drawingml/2006/main"/>
        </p:blipFill>
        <p:spPr>
          <a:xfrm xmlns:a="http://schemas.openxmlformats.org/drawingml/2006/main">
            <a:off x="704850" y="1797215"/>
            <a:ext cx="5276850" cy="3206419"/>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F70202FC-4FF7-4968-82CE-5E3E1C4FCC12}"/>
              </a:ext>
            </a:extLst>
          </p:cNvPr>
          <p:cNvPicPr>
            <a:picLocks xmlns:a="http://schemas.openxmlformats.org/drawingml/2006/main" noChangeAspect="1"/>
          </p:cNvPicPr>
          <p:nvPr/>
        </p:nvPicPr>
        <p:blipFill>
          <a:blip xmlns:r="http://schemas.openxmlformats.org/officeDocument/2006/relationships" xmlns:a="http://schemas.openxmlformats.org/drawingml/2006/main" r:embed="R7cc9a5f7e2fb47d4"/>
          <a:stretch xmlns:a="http://schemas.openxmlformats.org/drawingml/2006/main"/>
        </p:blipFill>
        <p:spPr>
          <a:xfrm xmlns:a="http://schemas.openxmlformats.org/drawingml/2006/main">
            <a:off x="6191250" y="1917965"/>
            <a:ext cx="5276850" cy="2964919"/>
          </a:xfrm>
          <a:prstGeom xmlns:a="http://schemas.openxmlformats.org/drawingml/2006/main" prst="rect">
            <a:avLst/>
          </a:prstGeom>
        </p:spPr>
      </p:pic>
      <p:sp>
        <p:nvSpPr>
          <p:cNvPr id="6" name="relacion-0">
            <a:extLst xmlns:a="http://schemas.openxmlformats.org/drawingml/2006/main">
              <a:ext uri="{FF2B5EF4-FFF2-40B4-BE49-F238E27FC236}">
                <a16:creationId xmlns:a16="http://schemas.microsoft.com/office/drawing/2014/main" id="{7DBACAA3-02F8-4940-9231-D411DE474C32}"/>
              </a:ext>
            </a:extLst>
          </p:cNvPr>
          <p:cNvSpPr>
            <a:spLocks xmlns:a="http://schemas.openxmlformats.org/drawingml/2006/main" noGrp="1"/>
          </p:cNvSpPr>
          <p:nvPr/>
        </p:nvSpPr>
        <p:spPr>
          <a:xfrm xmlns:a="http://schemas.openxmlformats.org/drawingml/2006/main">
            <a:off x="6096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7 tarsianos</a:t>
            </a:r>
          </a:p>
        </p:txBody>
      </p:sp>
      <p:sp>
        <p:nvSpPr>
          <p:cNvPr id="7" name="relacion-1">
            <a:extLst xmlns:a="http://schemas.openxmlformats.org/drawingml/2006/main">
              <a:ext uri="{FF2B5EF4-FFF2-40B4-BE49-F238E27FC236}">
                <a16:creationId xmlns:a16="http://schemas.microsoft.com/office/drawing/2014/main" id="{1F9EBCB2-B789-49AB-BA70-CB1372E850F2}"/>
              </a:ext>
            </a:extLst>
          </p:cNvPr>
          <p:cNvSpPr>
            <a:spLocks xmlns:a="http://schemas.openxmlformats.org/drawingml/2006/main" noGrp="1"/>
          </p:cNvSpPr>
          <p:nvPr/>
        </p:nvSpPr>
        <p:spPr>
          <a:xfrm xmlns:a="http://schemas.openxmlformats.org/drawingml/2006/main">
            <a:off x="42672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5 metatarsianos</a:t>
            </a:r>
          </a:p>
        </p:txBody>
      </p:sp>
      <p:sp>
        <p:nvSpPr>
          <p:cNvPr id="8" name="relacion-2">
            <a:extLst xmlns:a="http://schemas.openxmlformats.org/drawingml/2006/main">
              <a:ext uri="{FF2B5EF4-FFF2-40B4-BE49-F238E27FC236}">
                <a16:creationId xmlns:a16="http://schemas.microsoft.com/office/drawing/2014/main" id="{97F6A4D4-C03A-4661-9EDC-1598F3A58CCE}"/>
              </a:ext>
            </a:extLst>
          </p:cNvPr>
          <p:cNvSpPr>
            <a:spLocks xmlns:a="http://schemas.openxmlformats.org/drawingml/2006/main" noGrp="1"/>
          </p:cNvSpPr>
          <p:nvPr/>
        </p:nvSpPr>
        <p:spPr>
          <a:xfrm xmlns:a="http://schemas.openxmlformats.org/drawingml/2006/main">
            <a:off x="79248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14 falanges</a:t>
            </a:r>
          </a:p>
        </p:txBody>
      </p:sp>
      <p:sp>
        <p:nvSpPr>
          <p:cNvPr id="9" name="idea-fondo">
            <a:extLst xmlns:a="http://schemas.openxmlformats.org/drawingml/2006/main">
              <a:ext uri="{FF2B5EF4-FFF2-40B4-BE49-F238E27FC236}">
                <a16:creationId xmlns:a16="http://schemas.microsoft.com/office/drawing/2014/main" id="{621EA396-FA16-4296-815D-6AD4CFD5ACCB}"/>
              </a:ext>
            </a:extLst>
          </p:cNvPr>
          <p:cNvSpPr>
            <a:spLocks xmlns:a="http://schemas.openxmlformats.org/drawingml/2006/main" noGrp="1"/>
          </p:cNvSpPr>
          <p:nvPr/>
        </p:nvSpPr>
        <p:spPr>
          <a:xfrm xmlns:a="http://schemas.openxmlformats.org/drawingml/2006/main">
            <a:off x="609600" y="6410325"/>
            <a:ext cx="10477500" cy="381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0" name="idea">
            <a:extLst xmlns:a="http://schemas.openxmlformats.org/drawingml/2006/main">
              <a:ext uri="{FF2B5EF4-FFF2-40B4-BE49-F238E27FC236}">
                <a16:creationId xmlns:a16="http://schemas.microsoft.com/office/drawing/2014/main" id="{8B19E36E-4D05-48A5-9E2B-C991C5DD3BEB}"/>
              </a:ext>
            </a:extLst>
          </p:cNvPr>
          <p:cNvSpPr>
            <a:spLocks xmlns:a="http://schemas.openxmlformats.org/drawingml/2006/main" noGrp="1"/>
          </p:cNvSpPr>
          <p:nvPr/>
        </p:nvSpPr>
        <p:spPr>
          <a:xfrm xmlns:a="http://schemas.openxmlformats.org/drawingml/2006/main">
            <a:off x="742950" y="6419850"/>
            <a:ext cx="1019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El talus recibe la tibia; el calcáneo forma el talón.</a:t>
            </a:r>
          </a:p>
        </p:txBody>
      </p:sp>
      <p:sp>
        <p:nvSpPr>
          <p:cNvPr id="11" name="numero">
            <a:extLst xmlns:a="http://schemas.openxmlformats.org/drawingml/2006/main">
              <a:ext uri="{FF2B5EF4-FFF2-40B4-BE49-F238E27FC236}">
                <a16:creationId xmlns:a16="http://schemas.microsoft.com/office/drawing/2014/main" id="{9EFCAFA1-CAD4-47F8-9D05-8F289050405F}"/>
              </a:ext>
            </a:extLst>
          </p:cNvPr>
          <p:cNvSpPr>
            <a:spLocks xmlns:a="http://schemas.openxmlformats.org/drawingml/2006/main" noGrp="1"/>
          </p:cNvSpPr>
          <p:nvPr/>
        </p:nvSpPr>
        <p:spPr>
          <a:xfrm xmlns:a="http://schemas.openxmlformats.org/drawingml/2006/main">
            <a:off x="11287125" y="65341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38</a:t>
            </a:r>
          </a:p>
        </p:txBody>
      </p:sp>
    </p:spTree>
    <p:extLst>
      <p:ext uri="{BB962C8B-B14F-4D97-AF65-F5344CB8AC3E}">
        <p14:creationId xmlns:p14="http://schemas.microsoft.com/office/powerpoint/2010/main" val="748467412"/>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6368C5A2-7594-4896-976F-412E3DF31BB3}"/>
              </a:ext>
            </a:extLst>
          </p:cNvPr>
          <p:cNvPicPr>
            <a:picLocks xmlns:a="http://schemas.openxmlformats.org/drawingml/2006/main" noChangeAspect="1"/>
          </p:cNvPicPr>
          <p:nvPr/>
        </p:nvPicPr>
        <p:blipFill>
          <a:blip xmlns:r="http://schemas.openxmlformats.org/officeDocument/2006/relationships" xmlns:a="http://schemas.openxmlformats.org/drawingml/2006/main" r:embed="R57044d41efde4253"/>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9B486CE1-074B-4925-A516-160E7327AD1E}"/>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225" b="1">
                <a:solidFill>
                  <a:srgbClr val="113C4C"/>
                </a:solidFill>
                <a:latin typeface="Calibri"/>
                <a:ea typeface="Calibri"/>
                <a:cs typeface="Calibri"/>
              </a:defRPr>
            </a:defPPr>
            <a:lvl1pPr algn="l">
              <a:defRPr sz="3225" b="1">
                <a:solidFill>
                  <a:srgbClr val="113C4C"/>
                </a:solidFill>
                <a:latin typeface="Calibri"/>
                <a:ea typeface="Calibri"/>
                <a:cs typeface="Calibri"/>
              </a:defRPr>
            </a:lvl1pPr>
            <a:lvl2pPr algn="l">
              <a:defRPr sz="3225" b="1">
                <a:solidFill>
                  <a:srgbClr val="113C4C"/>
                </a:solidFill>
                <a:latin typeface="Calibri"/>
                <a:ea typeface="Calibri"/>
                <a:cs typeface="Calibri"/>
              </a:defRPr>
            </a:lvl2pPr>
            <a:lvl3pPr algn="l">
              <a:defRPr sz="3225" b="1">
                <a:solidFill>
                  <a:srgbClr val="113C4C"/>
                </a:solidFill>
                <a:latin typeface="Calibri"/>
                <a:ea typeface="Calibri"/>
                <a:cs typeface="Calibri"/>
              </a:defRPr>
            </a:lvl3pPr>
            <a:lvl4pPr algn="l">
              <a:defRPr sz="3225" b="1">
                <a:solidFill>
                  <a:srgbClr val="113C4C"/>
                </a:solidFill>
                <a:latin typeface="Calibri"/>
                <a:ea typeface="Calibri"/>
                <a:cs typeface="Calibri"/>
              </a:defRPr>
            </a:lvl4pPr>
            <a:lvl5pPr algn="l">
              <a:defRPr sz="3225" b="1">
                <a:solidFill>
                  <a:srgbClr val="113C4C"/>
                </a:solidFill>
                <a:latin typeface="Calibri"/>
                <a:ea typeface="Calibri"/>
                <a:cs typeface="Calibri"/>
              </a:defRPr>
            </a:lvl5pPr>
            <a:lvl6pPr algn="l">
              <a:defRPr sz="3225" b="1">
                <a:solidFill>
                  <a:srgbClr val="113C4C"/>
                </a:solidFill>
                <a:latin typeface="Calibri"/>
                <a:ea typeface="Calibri"/>
                <a:cs typeface="Calibri"/>
              </a:defRPr>
            </a:lvl6pPr>
            <a:lvl7pPr algn="l">
              <a:defRPr sz="3225" b="1">
                <a:solidFill>
                  <a:srgbClr val="113C4C"/>
                </a:solidFill>
                <a:latin typeface="Calibri"/>
                <a:ea typeface="Calibri"/>
                <a:cs typeface="Calibri"/>
              </a:defRPr>
            </a:lvl7pPr>
            <a:lvl8pPr algn="l">
              <a:defRPr sz="3225" b="1">
                <a:solidFill>
                  <a:srgbClr val="113C4C"/>
                </a:solidFill>
                <a:latin typeface="Calibri"/>
                <a:ea typeface="Calibri"/>
                <a:cs typeface="Calibri"/>
              </a:defRPr>
            </a:lvl8pPr>
            <a:lvl9pPr algn="l">
              <a:defRPr sz="3225" b="1">
                <a:solidFill>
                  <a:srgbClr val="113C4C"/>
                </a:solidFill>
                <a:latin typeface="Calibri"/>
                <a:ea typeface="Calibri"/>
                <a:cs typeface="Calibri"/>
              </a:defRPr>
            </a:lvl9pPr>
          </a:lstStyle>
          <a:p xmlns:a="http://schemas.openxmlformats.org/drawingml/2006/main">
            <a:pPr algn="l">
              <a:defRPr sz="3225" b="1">
                <a:solidFill>
                  <a:srgbClr val="113C4C"/>
                </a:solidFill>
                <a:latin typeface="Calibri"/>
                <a:ea typeface="Calibri"/>
                <a:cs typeface="Calibri"/>
              </a:defRPr>
            </a:pPr>
            <a:r>
              <a:rPr sz="3225" b="1">
                <a:solidFill>
                  <a:srgbClr val="113C4C"/>
                </a:solidFill>
                <a:latin typeface="Calibri"/>
                <a:ea typeface="Calibri"/>
                <a:cs typeface="Calibri"/>
              </a:rPr>
              <a:t>Arcos del pie: tres direcciones</a:t>
            </a:r>
          </a:p>
        </p:txBody>
      </p:sp>
      <p:sp>
        <p:nvSpPr>
          <p:cNvPr id="3" name="area-figuras">
            <a:extLst xmlns:a="http://schemas.openxmlformats.org/drawingml/2006/main">
              <a:ext uri="{FF2B5EF4-FFF2-40B4-BE49-F238E27FC236}">
                <a16:creationId xmlns:a16="http://schemas.microsoft.com/office/drawing/2014/main" id="{612B6EB6-2456-4CD7-9344-C00C5ED0BD6D}"/>
              </a:ext>
            </a:extLst>
          </p:cNvPr>
          <p:cNvSpPr>
            <a:spLocks xmlns:a="http://schemas.openxmlformats.org/drawingml/2006/main" noGrp="1"/>
          </p:cNvSpPr>
          <p:nvPr/>
        </p:nvSpPr>
        <p:spPr>
          <a:xfrm xmlns:a="http://schemas.openxmlformats.org/drawingml/2006/main">
            <a:off x="609600" y="1257300"/>
            <a:ext cx="10972800" cy="44005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D162C1D4-D0FA-43BE-9F35-22F54B3D16E9}"/>
              </a:ext>
            </a:extLst>
          </p:cNvPr>
          <p:cNvPicPr>
            <a:picLocks xmlns:a="http://schemas.openxmlformats.org/drawingml/2006/main" noChangeAspect="1"/>
          </p:cNvPicPr>
          <p:nvPr/>
        </p:nvPicPr>
        <p:blipFill>
          <a:blip xmlns:r="http://schemas.openxmlformats.org/officeDocument/2006/relationships" xmlns:a="http://schemas.openxmlformats.org/drawingml/2006/main" r:embed="R2b4ec3355f3f46b8"/>
          <a:stretch xmlns:a="http://schemas.openxmlformats.org/drawingml/2006/main"/>
        </p:blipFill>
        <p:spPr>
          <a:xfrm xmlns:a="http://schemas.openxmlformats.org/drawingml/2006/main">
            <a:off x="1229608" y="1323975"/>
            <a:ext cx="9713734" cy="4152900"/>
          </a:xfrm>
          <a:prstGeom xmlns:a="http://schemas.openxmlformats.org/drawingml/2006/main" prst="rect">
            <a:avLst/>
          </a:prstGeom>
        </p:spPr>
      </p:pic>
      <p:sp>
        <p:nvSpPr>
          <p:cNvPr id="5" name="relacion-0">
            <a:extLst xmlns:a="http://schemas.openxmlformats.org/drawingml/2006/main">
              <a:ext uri="{FF2B5EF4-FFF2-40B4-BE49-F238E27FC236}">
                <a16:creationId xmlns:a16="http://schemas.microsoft.com/office/drawing/2014/main" id="{1C9768F5-E512-4CC4-B694-3E22BB2B1B15}"/>
              </a:ext>
            </a:extLst>
          </p:cNvPr>
          <p:cNvSpPr>
            <a:spLocks xmlns:a="http://schemas.openxmlformats.org/drawingml/2006/main" noGrp="1"/>
          </p:cNvSpPr>
          <p:nvPr/>
        </p:nvSpPr>
        <p:spPr>
          <a:xfrm xmlns:a="http://schemas.openxmlformats.org/drawingml/2006/main">
            <a:off x="6096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Medial → dedo gordo</a:t>
            </a:r>
          </a:p>
        </p:txBody>
      </p:sp>
      <p:sp>
        <p:nvSpPr>
          <p:cNvPr id="6" name="relacion-1">
            <a:extLst xmlns:a="http://schemas.openxmlformats.org/drawingml/2006/main">
              <a:ext uri="{FF2B5EF4-FFF2-40B4-BE49-F238E27FC236}">
                <a16:creationId xmlns:a16="http://schemas.microsoft.com/office/drawing/2014/main" id="{2E55BDF1-0735-44CE-A2A0-8C85A22C2E2B}"/>
              </a:ext>
            </a:extLst>
          </p:cNvPr>
          <p:cNvSpPr>
            <a:spLocks xmlns:a="http://schemas.openxmlformats.org/drawingml/2006/main" noGrp="1"/>
          </p:cNvSpPr>
          <p:nvPr/>
        </p:nvSpPr>
        <p:spPr>
          <a:xfrm xmlns:a="http://schemas.openxmlformats.org/drawingml/2006/main">
            <a:off x="42672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Lateral → dedo pequeño</a:t>
            </a:r>
          </a:p>
        </p:txBody>
      </p:sp>
      <p:sp>
        <p:nvSpPr>
          <p:cNvPr id="7" name="relacion-2">
            <a:extLst xmlns:a="http://schemas.openxmlformats.org/drawingml/2006/main">
              <a:ext uri="{FF2B5EF4-FFF2-40B4-BE49-F238E27FC236}">
                <a16:creationId xmlns:a16="http://schemas.microsoft.com/office/drawing/2014/main" id="{7B1ACAFF-DB52-4009-B6F1-8BBFDD97D8A7}"/>
              </a:ext>
            </a:extLst>
          </p:cNvPr>
          <p:cNvSpPr>
            <a:spLocks xmlns:a="http://schemas.openxmlformats.org/drawingml/2006/main" noGrp="1"/>
          </p:cNvSpPr>
          <p:nvPr/>
        </p:nvSpPr>
        <p:spPr>
          <a:xfrm xmlns:a="http://schemas.openxmlformats.org/drawingml/2006/main">
            <a:off x="79248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Transverso → de lado a lado</a:t>
            </a:r>
          </a:p>
        </p:txBody>
      </p:sp>
      <p:sp>
        <p:nvSpPr>
          <p:cNvPr id="8" name="idea-fondo">
            <a:extLst xmlns:a="http://schemas.openxmlformats.org/drawingml/2006/main">
              <a:ext uri="{FF2B5EF4-FFF2-40B4-BE49-F238E27FC236}">
                <a16:creationId xmlns:a16="http://schemas.microsoft.com/office/drawing/2014/main" id="{E4A7E497-38DE-4092-81BD-EF5FBA4D29D7}"/>
              </a:ext>
            </a:extLst>
          </p:cNvPr>
          <p:cNvSpPr>
            <a:spLocks xmlns:a="http://schemas.openxmlformats.org/drawingml/2006/main" noGrp="1"/>
          </p:cNvSpPr>
          <p:nvPr/>
        </p:nvSpPr>
        <p:spPr>
          <a:xfrm xmlns:a="http://schemas.openxmlformats.org/drawingml/2006/main">
            <a:off x="609600" y="6410325"/>
            <a:ext cx="10477500" cy="381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9" name="idea">
            <a:extLst xmlns:a="http://schemas.openxmlformats.org/drawingml/2006/main">
              <a:ext uri="{FF2B5EF4-FFF2-40B4-BE49-F238E27FC236}">
                <a16:creationId xmlns:a16="http://schemas.microsoft.com/office/drawing/2014/main" id="{20DD4CAE-8497-4089-B420-72AF13BE8685}"/>
              </a:ext>
            </a:extLst>
          </p:cNvPr>
          <p:cNvSpPr>
            <a:spLocks xmlns:a="http://schemas.openxmlformats.org/drawingml/2006/main" noGrp="1"/>
          </p:cNvSpPr>
          <p:nvPr/>
        </p:nvSpPr>
        <p:spPr>
          <a:xfrm xmlns:a="http://schemas.openxmlformats.org/drawingml/2006/main">
            <a:off x="742950" y="6419850"/>
            <a:ext cx="1019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Relaciona cada arco con su recorrido, no solo con su nombre.</a:t>
            </a:r>
          </a:p>
        </p:txBody>
      </p:sp>
      <p:sp>
        <p:nvSpPr>
          <p:cNvPr id="10" name="numero">
            <a:extLst xmlns:a="http://schemas.openxmlformats.org/drawingml/2006/main">
              <a:ext uri="{FF2B5EF4-FFF2-40B4-BE49-F238E27FC236}">
                <a16:creationId xmlns:a16="http://schemas.microsoft.com/office/drawing/2014/main" id="{0A65F6B2-91B4-48E1-8220-9C237AA58A01}"/>
              </a:ext>
            </a:extLst>
          </p:cNvPr>
          <p:cNvSpPr>
            <a:spLocks xmlns:a="http://schemas.openxmlformats.org/drawingml/2006/main" noGrp="1"/>
          </p:cNvSpPr>
          <p:nvPr/>
        </p:nvSpPr>
        <p:spPr>
          <a:xfrm xmlns:a="http://schemas.openxmlformats.org/drawingml/2006/main">
            <a:off x="11287125" y="65341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39</a:t>
            </a:r>
          </a:p>
        </p:txBody>
      </p:sp>
    </p:spTree>
    <p:extLst>
      <p:ext uri="{BB962C8B-B14F-4D97-AF65-F5344CB8AC3E}">
        <p14:creationId xmlns:p14="http://schemas.microsoft.com/office/powerpoint/2010/main" val="1522622652"/>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84E2F1CE-7927-4569-AC44-6020ECF443A6}"/>
              </a:ext>
            </a:extLst>
          </p:cNvPr>
          <p:cNvPicPr>
            <a:picLocks xmlns:a="http://schemas.openxmlformats.org/drawingml/2006/main" noChangeAspect="1"/>
          </p:cNvPicPr>
          <p:nvPr/>
        </p:nvPicPr>
        <p:blipFill>
          <a:blip xmlns:r="http://schemas.openxmlformats.org/officeDocument/2006/relationships" xmlns:a="http://schemas.openxmlformats.org/drawingml/2006/main" r:embed="R3616815275a9454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3E827846-BE2E-470E-B3D6-547633A27A9B}"/>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225" b="1">
                <a:solidFill>
                  <a:srgbClr val="113C4C"/>
                </a:solidFill>
                <a:latin typeface="Calibri"/>
                <a:ea typeface="Calibri"/>
                <a:cs typeface="Calibri"/>
              </a:defRPr>
            </a:defPPr>
            <a:lvl1pPr algn="l">
              <a:defRPr sz="3225" b="1">
                <a:solidFill>
                  <a:srgbClr val="113C4C"/>
                </a:solidFill>
                <a:latin typeface="Calibri"/>
                <a:ea typeface="Calibri"/>
                <a:cs typeface="Calibri"/>
              </a:defRPr>
            </a:lvl1pPr>
            <a:lvl2pPr algn="l">
              <a:defRPr sz="3225" b="1">
                <a:solidFill>
                  <a:srgbClr val="113C4C"/>
                </a:solidFill>
                <a:latin typeface="Calibri"/>
                <a:ea typeface="Calibri"/>
                <a:cs typeface="Calibri"/>
              </a:defRPr>
            </a:lvl2pPr>
            <a:lvl3pPr algn="l">
              <a:defRPr sz="3225" b="1">
                <a:solidFill>
                  <a:srgbClr val="113C4C"/>
                </a:solidFill>
                <a:latin typeface="Calibri"/>
                <a:ea typeface="Calibri"/>
                <a:cs typeface="Calibri"/>
              </a:defRPr>
            </a:lvl3pPr>
            <a:lvl4pPr algn="l">
              <a:defRPr sz="3225" b="1">
                <a:solidFill>
                  <a:srgbClr val="113C4C"/>
                </a:solidFill>
                <a:latin typeface="Calibri"/>
                <a:ea typeface="Calibri"/>
                <a:cs typeface="Calibri"/>
              </a:defRPr>
            </a:lvl4pPr>
            <a:lvl5pPr algn="l">
              <a:defRPr sz="3225" b="1">
                <a:solidFill>
                  <a:srgbClr val="113C4C"/>
                </a:solidFill>
                <a:latin typeface="Calibri"/>
                <a:ea typeface="Calibri"/>
                <a:cs typeface="Calibri"/>
              </a:defRPr>
            </a:lvl5pPr>
            <a:lvl6pPr algn="l">
              <a:defRPr sz="3225" b="1">
                <a:solidFill>
                  <a:srgbClr val="113C4C"/>
                </a:solidFill>
                <a:latin typeface="Calibri"/>
                <a:ea typeface="Calibri"/>
                <a:cs typeface="Calibri"/>
              </a:defRPr>
            </a:lvl6pPr>
            <a:lvl7pPr algn="l">
              <a:defRPr sz="3225" b="1">
                <a:solidFill>
                  <a:srgbClr val="113C4C"/>
                </a:solidFill>
                <a:latin typeface="Calibri"/>
                <a:ea typeface="Calibri"/>
                <a:cs typeface="Calibri"/>
              </a:defRPr>
            </a:lvl7pPr>
            <a:lvl8pPr algn="l">
              <a:defRPr sz="3225" b="1">
                <a:solidFill>
                  <a:srgbClr val="113C4C"/>
                </a:solidFill>
                <a:latin typeface="Calibri"/>
                <a:ea typeface="Calibri"/>
                <a:cs typeface="Calibri"/>
              </a:defRPr>
            </a:lvl8pPr>
            <a:lvl9pPr algn="l">
              <a:defRPr sz="3225" b="1">
                <a:solidFill>
                  <a:srgbClr val="113C4C"/>
                </a:solidFill>
                <a:latin typeface="Calibri"/>
                <a:ea typeface="Calibri"/>
                <a:cs typeface="Calibri"/>
              </a:defRPr>
            </a:lvl9pPr>
          </a:lstStyle>
          <a:p xmlns:a="http://schemas.openxmlformats.org/drawingml/2006/main">
            <a:pPr algn="l">
              <a:defRPr sz="3225" b="1">
                <a:solidFill>
                  <a:srgbClr val="113C4C"/>
                </a:solidFill>
                <a:latin typeface="Calibri"/>
                <a:ea typeface="Calibri"/>
                <a:cs typeface="Calibri"/>
              </a:defRPr>
            </a:pPr>
            <a:r>
              <a:rPr sz="3225" b="1">
                <a:solidFill>
                  <a:srgbClr val="113C4C"/>
                </a:solidFill>
                <a:latin typeface="Calibri"/>
                <a:ea typeface="Calibri"/>
                <a:cs typeface="Calibri"/>
              </a:rPr>
              <a:t>Bipedestación: relaciona todo el trayecto</a:t>
            </a:r>
          </a:p>
        </p:txBody>
      </p:sp>
      <p:sp>
        <p:nvSpPr>
          <p:cNvPr id="3" name="area-figuras">
            <a:extLst xmlns:a="http://schemas.openxmlformats.org/drawingml/2006/main">
              <a:ext uri="{FF2B5EF4-FFF2-40B4-BE49-F238E27FC236}">
                <a16:creationId xmlns:a16="http://schemas.microsoft.com/office/drawing/2014/main" id="{3A79707C-B9F2-48EA-9F9A-BAC750B4B1AF}"/>
              </a:ext>
            </a:extLst>
          </p:cNvPr>
          <p:cNvSpPr>
            <a:spLocks xmlns:a="http://schemas.openxmlformats.org/drawingml/2006/main" noGrp="1"/>
          </p:cNvSpPr>
          <p:nvPr/>
        </p:nvSpPr>
        <p:spPr>
          <a:xfrm xmlns:a="http://schemas.openxmlformats.org/drawingml/2006/main">
            <a:off x="609600" y="1257300"/>
            <a:ext cx="10972800" cy="44005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92B7B9B9-E246-43E7-A378-28F3F5E0DABF}"/>
              </a:ext>
            </a:extLst>
          </p:cNvPr>
          <p:cNvPicPr>
            <a:picLocks xmlns:a="http://schemas.openxmlformats.org/drawingml/2006/main" noChangeAspect="1"/>
          </p:cNvPicPr>
          <p:nvPr/>
        </p:nvPicPr>
        <p:blipFill>
          <a:blip xmlns:r="http://schemas.openxmlformats.org/officeDocument/2006/relationships" xmlns:a="http://schemas.openxmlformats.org/drawingml/2006/main" r:embed="Re29c16c2ec274609"/>
          <a:stretch xmlns:a="http://schemas.openxmlformats.org/drawingml/2006/main"/>
        </p:blipFill>
        <p:spPr>
          <a:xfrm xmlns:a="http://schemas.openxmlformats.org/drawingml/2006/main">
            <a:off x="704850" y="2021205"/>
            <a:ext cx="3448050" cy="275844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8C5700A2-A165-4091-89B2-76A574165C7C}"/>
              </a:ext>
            </a:extLst>
          </p:cNvPr>
          <p:cNvPicPr>
            <a:picLocks xmlns:a="http://schemas.openxmlformats.org/drawingml/2006/main" noChangeAspect="1"/>
          </p:cNvPicPr>
          <p:nvPr/>
        </p:nvPicPr>
        <p:blipFill>
          <a:blip xmlns:r="http://schemas.openxmlformats.org/officeDocument/2006/relationships" xmlns:a="http://schemas.openxmlformats.org/drawingml/2006/main" r:embed="Raec8941e32be475e"/>
          <a:stretch xmlns:a="http://schemas.openxmlformats.org/drawingml/2006/main"/>
        </p:blipFill>
        <p:spPr>
          <a:xfrm xmlns:a="http://schemas.openxmlformats.org/drawingml/2006/main">
            <a:off x="4362450" y="1777189"/>
            <a:ext cx="3448050" cy="3246472"/>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8997AA96-7795-4A0D-BF95-14EE349B0DCE}"/>
              </a:ext>
            </a:extLst>
          </p:cNvPr>
          <p:cNvPicPr>
            <a:picLocks xmlns:a="http://schemas.openxmlformats.org/drawingml/2006/main" noChangeAspect="1"/>
          </p:cNvPicPr>
          <p:nvPr/>
        </p:nvPicPr>
        <p:blipFill>
          <a:blip xmlns:r="http://schemas.openxmlformats.org/officeDocument/2006/relationships" xmlns:a="http://schemas.openxmlformats.org/drawingml/2006/main" r:embed="Rc17629ab457442d1"/>
          <a:stretch xmlns:a="http://schemas.openxmlformats.org/drawingml/2006/main"/>
        </p:blipFill>
        <p:spPr>
          <a:xfrm xmlns:a="http://schemas.openxmlformats.org/drawingml/2006/main">
            <a:off x="8020050" y="1681762"/>
            <a:ext cx="3448050" cy="3437325"/>
          </a:xfrm>
          <a:prstGeom xmlns:a="http://schemas.openxmlformats.org/drawingml/2006/main" prst="rect">
            <a:avLst/>
          </a:prstGeom>
        </p:spPr>
      </p:pic>
      <p:sp>
        <p:nvSpPr>
          <p:cNvPr id="7" name="relacion-0">
            <a:extLst xmlns:a="http://schemas.openxmlformats.org/drawingml/2006/main">
              <a:ext uri="{FF2B5EF4-FFF2-40B4-BE49-F238E27FC236}">
                <a16:creationId xmlns:a16="http://schemas.microsoft.com/office/drawing/2014/main" id="{87D5EF04-B2CD-4345-A5A4-D93D71E81A9C}"/>
              </a:ext>
            </a:extLst>
          </p:cNvPr>
          <p:cNvSpPr>
            <a:spLocks xmlns:a="http://schemas.openxmlformats.org/drawingml/2006/main" noGrp="1"/>
          </p:cNvSpPr>
          <p:nvPr/>
        </p:nvSpPr>
        <p:spPr>
          <a:xfrm xmlns:a="http://schemas.openxmlformats.org/drawingml/2006/main">
            <a:off x="6096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Columna</a:t>
            </a:r>
          </a:p>
        </p:txBody>
      </p:sp>
      <p:sp>
        <p:nvSpPr>
          <p:cNvPr id="8" name="relacion-1">
            <a:extLst xmlns:a="http://schemas.openxmlformats.org/drawingml/2006/main">
              <a:ext uri="{FF2B5EF4-FFF2-40B4-BE49-F238E27FC236}">
                <a16:creationId xmlns:a16="http://schemas.microsoft.com/office/drawing/2014/main" id="{4178C3A4-12BC-4DEB-9D83-F83E2B4D89FD}"/>
              </a:ext>
            </a:extLst>
          </p:cNvPr>
          <p:cNvSpPr>
            <a:spLocks xmlns:a="http://schemas.openxmlformats.org/drawingml/2006/main" noGrp="1"/>
          </p:cNvSpPr>
          <p:nvPr/>
        </p:nvSpPr>
        <p:spPr>
          <a:xfrm xmlns:a="http://schemas.openxmlformats.org/drawingml/2006/main">
            <a:off x="42672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Pelvis y fémur</a:t>
            </a:r>
          </a:p>
        </p:txBody>
      </p:sp>
      <p:sp>
        <p:nvSpPr>
          <p:cNvPr id="9" name="relacion-2">
            <a:extLst xmlns:a="http://schemas.openxmlformats.org/drawingml/2006/main">
              <a:ext uri="{FF2B5EF4-FFF2-40B4-BE49-F238E27FC236}">
                <a16:creationId xmlns:a16="http://schemas.microsoft.com/office/drawing/2014/main" id="{51C17820-3F22-4CBE-A9E2-31898BDE9C1E}"/>
              </a:ext>
            </a:extLst>
          </p:cNvPr>
          <p:cNvSpPr>
            <a:spLocks xmlns:a="http://schemas.openxmlformats.org/drawingml/2006/main" noGrp="1"/>
          </p:cNvSpPr>
          <p:nvPr/>
        </p:nvSpPr>
        <p:spPr>
          <a:xfrm xmlns:a="http://schemas.openxmlformats.org/drawingml/2006/main">
            <a:off x="79248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Pie</a:t>
            </a:r>
          </a:p>
        </p:txBody>
      </p:sp>
      <p:sp>
        <p:nvSpPr>
          <p:cNvPr id="10" name="idea-fondo">
            <a:extLst xmlns:a="http://schemas.openxmlformats.org/drawingml/2006/main">
              <a:ext uri="{FF2B5EF4-FFF2-40B4-BE49-F238E27FC236}">
                <a16:creationId xmlns:a16="http://schemas.microsoft.com/office/drawing/2014/main" id="{65F0BCA0-3806-45F3-8C96-E96EC65D53D5}"/>
              </a:ext>
            </a:extLst>
          </p:cNvPr>
          <p:cNvSpPr>
            <a:spLocks xmlns:a="http://schemas.openxmlformats.org/drawingml/2006/main" noGrp="1"/>
          </p:cNvSpPr>
          <p:nvPr/>
        </p:nvSpPr>
        <p:spPr>
          <a:xfrm xmlns:a="http://schemas.openxmlformats.org/drawingml/2006/main">
            <a:off x="609600" y="6410325"/>
            <a:ext cx="10477500" cy="381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1" name="idea">
            <a:extLst xmlns:a="http://schemas.openxmlformats.org/drawingml/2006/main">
              <a:ext uri="{FF2B5EF4-FFF2-40B4-BE49-F238E27FC236}">
                <a16:creationId xmlns:a16="http://schemas.microsoft.com/office/drawing/2014/main" id="{B38EB1C6-2CCB-425E-9DFD-967B1298F33A}"/>
              </a:ext>
            </a:extLst>
          </p:cNvPr>
          <p:cNvSpPr>
            <a:spLocks xmlns:a="http://schemas.openxmlformats.org/drawingml/2006/main" noGrp="1"/>
          </p:cNvSpPr>
          <p:nvPr/>
        </p:nvSpPr>
        <p:spPr>
          <a:xfrm xmlns:a="http://schemas.openxmlformats.org/drawingml/2006/main">
            <a:off x="742950" y="6419850"/>
            <a:ext cx="1019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La postura erguida reúne varias adaptaciones, no un solo hueso.</a:t>
            </a:r>
          </a:p>
        </p:txBody>
      </p:sp>
      <p:sp>
        <p:nvSpPr>
          <p:cNvPr id="12" name="numero">
            <a:extLst xmlns:a="http://schemas.openxmlformats.org/drawingml/2006/main">
              <a:ext uri="{FF2B5EF4-FFF2-40B4-BE49-F238E27FC236}">
                <a16:creationId xmlns:a16="http://schemas.microsoft.com/office/drawing/2014/main" id="{BC314131-E73D-45D2-9C01-D1214F411D1F}"/>
              </a:ext>
            </a:extLst>
          </p:cNvPr>
          <p:cNvSpPr>
            <a:spLocks xmlns:a="http://schemas.openxmlformats.org/drawingml/2006/main" noGrp="1"/>
          </p:cNvSpPr>
          <p:nvPr/>
        </p:nvSpPr>
        <p:spPr>
          <a:xfrm xmlns:a="http://schemas.openxmlformats.org/drawingml/2006/main">
            <a:off x="11287125" y="65341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40</a:t>
            </a:r>
          </a:p>
        </p:txBody>
      </p:sp>
    </p:spTree>
    <p:extLst>
      <p:ext uri="{BB962C8B-B14F-4D97-AF65-F5344CB8AC3E}">
        <p14:creationId xmlns:p14="http://schemas.microsoft.com/office/powerpoint/2010/main" val="537389996"/>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E1FD045D-4413-407F-872A-78F3A6FF3EE7}"/>
              </a:ext>
            </a:extLst>
          </p:cNvPr>
          <p:cNvPicPr>
            <a:picLocks xmlns:a="http://schemas.openxmlformats.org/drawingml/2006/main" noChangeAspect="1"/>
          </p:cNvPicPr>
          <p:nvPr/>
        </p:nvPicPr>
        <p:blipFill>
          <a:blip xmlns:r="http://schemas.openxmlformats.org/officeDocument/2006/relationships" xmlns:a="http://schemas.openxmlformats.org/drawingml/2006/main" r:embed="Rfeac1444914741d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ECDE902A-5197-475E-995A-100DDE9CB8FD}"/>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225" b="1">
                <a:solidFill>
                  <a:srgbClr val="113C4C"/>
                </a:solidFill>
                <a:latin typeface="Calibri"/>
                <a:ea typeface="Calibri"/>
                <a:cs typeface="Calibri"/>
              </a:defRPr>
            </a:defPPr>
            <a:lvl1pPr algn="l">
              <a:defRPr sz="3225" b="1">
                <a:solidFill>
                  <a:srgbClr val="113C4C"/>
                </a:solidFill>
                <a:latin typeface="Calibri"/>
                <a:ea typeface="Calibri"/>
                <a:cs typeface="Calibri"/>
              </a:defRPr>
            </a:lvl1pPr>
            <a:lvl2pPr algn="l">
              <a:defRPr sz="3225" b="1">
                <a:solidFill>
                  <a:srgbClr val="113C4C"/>
                </a:solidFill>
                <a:latin typeface="Calibri"/>
                <a:ea typeface="Calibri"/>
                <a:cs typeface="Calibri"/>
              </a:defRPr>
            </a:lvl2pPr>
            <a:lvl3pPr algn="l">
              <a:defRPr sz="3225" b="1">
                <a:solidFill>
                  <a:srgbClr val="113C4C"/>
                </a:solidFill>
                <a:latin typeface="Calibri"/>
                <a:ea typeface="Calibri"/>
                <a:cs typeface="Calibri"/>
              </a:defRPr>
            </a:lvl3pPr>
            <a:lvl4pPr algn="l">
              <a:defRPr sz="3225" b="1">
                <a:solidFill>
                  <a:srgbClr val="113C4C"/>
                </a:solidFill>
                <a:latin typeface="Calibri"/>
                <a:ea typeface="Calibri"/>
                <a:cs typeface="Calibri"/>
              </a:defRPr>
            </a:lvl4pPr>
            <a:lvl5pPr algn="l">
              <a:defRPr sz="3225" b="1">
                <a:solidFill>
                  <a:srgbClr val="113C4C"/>
                </a:solidFill>
                <a:latin typeface="Calibri"/>
                <a:ea typeface="Calibri"/>
                <a:cs typeface="Calibri"/>
              </a:defRPr>
            </a:lvl5pPr>
            <a:lvl6pPr algn="l">
              <a:defRPr sz="3225" b="1">
                <a:solidFill>
                  <a:srgbClr val="113C4C"/>
                </a:solidFill>
                <a:latin typeface="Calibri"/>
                <a:ea typeface="Calibri"/>
                <a:cs typeface="Calibri"/>
              </a:defRPr>
            </a:lvl6pPr>
            <a:lvl7pPr algn="l">
              <a:defRPr sz="3225" b="1">
                <a:solidFill>
                  <a:srgbClr val="113C4C"/>
                </a:solidFill>
                <a:latin typeface="Calibri"/>
                <a:ea typeface="Calibri"/>
                <a:cs typeface="Calibri"/>
              </a:defRPr>
            </a:lvl7pPr>
            <a:lvl8pPr algn="l">
              <a:defRPr sz="3225" b="1">
                <a:solidFill>
                  <a:srgbClr val="113C4C"/>
                </a:solidFill>
                <a:latin typeface="Calibri"/>
                <a:ea typeface="Calibri"/>
                <a:cs typeface="Calibri"/>
              </a:defRPr>
            </a:lvl8pPr>
            <a:lvl9pPr algn="l">
              <a:defRPr sz="3225" b="1">
                <a:solidFill>
                  <a:srgbClr val="113C4C"/>
                </a:solidFill>
                <a:latin typeface="Calibri"/>
                <a:ea typeface="Calibri"/>
                <a:cs typeface="Calibri"/>
              </a:defRPr>
            </a:lvl9pPr>
          </a:lstStyle>
          <a:p xmlns:a="http://schemas.openxmlformats.org/drawingml/2006/main">
            <a:pPr algn="l">
              <a:defRPr sz="3225" b="1">
                <a:solidFill>
                  <a:srgbClr val="113C4C"/>
                </a:solidFill>
                <a:latin typeface="Calibri"/>
                <a:ea typeface="Calibri"/>
                <a:cs typeface="Calibri"/>
              </a:defRPr>
            </a:pPr>
            <a:r>
              <a:rPr sz="3225" b="1">
                <a:solidFill>
                  <a:srgbClr val="113C4C"/>
                </a:solidFill>
                <a:latin typeface="Calibri"/>
                <a:ea typeface="Calibri"/>
                <a:cs typeface="Calibri"/>
              </a:rPr>
              <a:t>Reconocer antes de memorizar</a:t>
            </a:r>
          </a:p>
        </p:txBody>
      </p:sp>
      <p:sp>
        <p:nvSpPr>
          <p:cNvPr id="3" name="area-figuras">
            <a:extLst xmlns:a="http://schemas.openxmlformats.org/drawingml/2006/main">
              <a:ext uri="{FF2B5EF4-FFF2-40B4-BE49-F238E27FC236}">
                <a16:creationId xmlns:a16="http://schemas.microsoft.com/office/drawing/2014/main" id="{57766AFF-6B0E-4AB3-A9ED-0441190DCF61}"/>
              </a:ext>
            </a:extLst>
          </p:cNvPr>
          <p:cNvSpPr>
            <a:spLocks xmlns:a="http://schemas.openxmlformats.org/drawingml/2006/main" noGrp="1"/>
          </p:cNvSpPr>
          <p:nvPr/>
        </p:nvSpPr>
        <p:spPr>
          <a:xfrm xmlns:a="http://schemas.openxmlformats.org/drawingml/2006/main">
            <a:off x="609600" y="1257300"/>
            <a:ext cx="10972800" cy="44005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2A57B48D-A6A3-4DAD-8525-40E5A5426896}"/>
              </a:ext>
            </a:extLst>
          </p:cNvPr>
          <p:cNvPicPr>
            <a:picLocks xmlns:a="http://schemas.openxmlformats.org/drawingml/2006/main" noChangeAspect="1"/>
          </p:cNvPicPr>
          <p:nvPr/>
        </p:nvPicPr>
        <p:blipFill>
          <a:blip xmlns:r="http://schemas.openxmlformats.org/officeDocument/2006/relationships" xmlns:a="http://schemas.openxmlformats.org/drawingml/2006/main" r:embed="R6cc6c3d04960454a"/>
          <a:stretch xmlns:a="http://schemas.openxmlformats.org/drawingml/2006/main"/>
        </p:blipFill>
        <p:spPr>
          <a:xfrm xmlns:a="http://schemas.openxmlformats.org/drawingml/2006/main">
            <a:off x="704850" y="2372471"/>
            <a:ext cx="3448050" cy="2055907"/>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01F954B0-087B-4C5C-A641-3EEFFB6E53D1}"/>
              </a:ext>
            </a:extLst>
          </p:cNvPr>
          <p:cNvPicPr>
            <a:picLocks xmlns:a="http://schemas.openxmlformats.org/drawingml/2006/main" noChangeAspect="1"/>
          </p:cNvPicPr>
          <p:nvPr/>
        </p:nvPicPr>
        <p:blipFill>
          <a:blip xmlns:r="http://schemas.openxmlformats.org/officeDocument/2006/relationships" xmlns:a="http://schemas.openxmlformats.org/drawingml/2006/main" r:embed="Raea26ddd10064786"/>
          <a:stretch xmlns:a="http://schemas.openxmlformats.org/drawingml/2006/main"/>
        </p:blipFill>
        <p:spPr>
          <a:xfrm xmlns:a="http://schemas.openxmlformats.org/drawingml/2006/main">
            <a:off x="4362450" y="1978549"/>
            <a:ext cx="3448050" cy="2843753"/>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67B2D17D-2573-4757-8959-BFDB03AF30D3}"/>
              </a:ext>
            </a:extLst>
          </p:cNvPr>
          <p:cNvPicPr>
            <a:picLocks xmlns:a="http://schemas.openxmlformats.org/drawingml/2006/main" noChangeAspect="1"/>
          </p:cNvPicPr>
          <p:nvPr/>
        </p:nvPicPr>
        <p:blipFill>
          <a:blip xmlns:r="http://schemas.openxmlformats.org/officeDocument/2006/relationships" xmlns:a="http://schemas.openxmlformats.org/drawingml/2006/main" r:embed="Ra70c132daf264bce"/>
          <a:stretch xmlns:a="http://schemas.openxmlformats.org/drawingml/2006/main"/>
        </p:blipFill>
        <p:spPr>
          <a:xfrm xmlns:a="http://schemas.openxmlformats.org/drawingml/2006/main">
            <a:off x="8020050" y="2352840"/>
            <a:ext cx="3448050" cy="2095169"/>
          </a:xfrm>
          <a:prstGeom xmlns:a="http://schemas.openxmlformats.org/drawingml/2006/main" prst="rect">
            <a:avLst/>
          </a:prstGeom>
        </p:spPr>
      </p:pic>
      <p:sp>
        <p:nvSpPr>
          <p:cNvPr id="7" name="relacion-0">
            <a:extLst xmlns:a="http://schemas.openxmlformats.org/drawingml/2006/main">
              <a:ext uri="{FF2B5EF4-FFF2-40B4-BE49-F238E27FC236}">
                <a16:creationId xmlns:a16="http://schemas.microsoft.com/office/drawing/2014/main" id="{658A46DF-711B-47E0-8F63-0289E71772A0}"/>
              </a:ext>
            </a:extLst>
          </p:cNvPr>
          <p:cNvSpPr>
            <a:spLocks xmlns:a="http://schemas.openxmlformats.org/drawingml/2006/main" noGrp="1"/>
          </p:cNvSpPr>
          <p:nvPr/>
        </p:nvSpPr>
        <p:spPr>
          <a:xfrm xmlns:a="http://schemas.openxmlformats.org/drawingml/2006/main">
            <a:off x="6096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1. Orienta</a:t>
            </a:r>
          </a:p>
        </p:txBody>
      </p:sp>
      <p:sp>
        <p:nvSpPr>
          <p:cNvPr id="8" name="relacion-1">
            <a:extLst xmlns:a="http://schemas.openxmlformats.org/drawingml/2006/main">
              <a:ext uri="{FF2B5EF4-FFF2-40B4-BE49-F238E27FC236}">
                <a16:creationId xmlns:a16="http://schemas.microsoft.com/office/drawing/2014/main" id="{91A76B4A-CD8A-4DEA-AFA4-3A13BDD853A8}"/>
              </a:ext>
            </a:extLst>
          </p:cNvPr>
          <p:cNvSpPr>
            <a:spLocks xmlns:a="http://schemas.openxmlformats.org/drawingml/2006/main" noGrp="1"/>
          </p:cNvSpPr>
          <p:nvPr/>
        </p:nvSpPr>
        <p:spPr>
          <a:xfrm xmlns:a="http://schemas.openxmlformats.org/drawingml/2006/main">
            <a:off x="42672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2. Localiza</a:t>
            </a:r>
          </a:p>
        </p:txBody>
      </p:sp>
      <p:sp>
        <p:nvSpPr>
          <p:cNvPr id="9" name="relacion-2">
            <a:extLst xmlns:a="http://schemas.openxmlformats.org/drawingml/2006/main">
              <a:ext uri="{FF2B5EF4-FFF2-40B4-BE49-F238E27FC236}">
                <a16:creationId xmlns:a16="http://schemas.microsoft.com/office/drawing/2014/main" id="{73ACE7C4-766E-4A68-B748-6027E2B98BA1}"/>
              </a:ext>
            </a:extLst>
          </p:cNvPr>
          <p:cNvSpPr>
            <a:spLocks xmlns:a="http://schemas.openxmlformats.org/drawingml/2006/main" noGrp="1"/>
          </p:cNvSpPr>
          <p:nvPr/>
        </p:nvSpPr>
        <p:spPr>
          <a:xfrm xmlns:a="http://schemas.openxmlformats.org/drawingml/2006/main">
            <a:off x="79248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3. Relaciona</a:t>
            </a:r>
          </a:p>
        </p:txBody>
      </p:sp>
      <p:sp>
        <p:nvSpPr>
          <p:cNvPr id="10" name="idea-fondo">
            <a:extLst xmlns:a="http://schemas.openxmlformats.org/drawingml/2006/main">
              <a:ext uri="{FF2B5EF4-FFF2-40B4-BE49-F238E27FC236}">
                <a16:creationId xmlns:a16="http://schemas.microsoft.com/office/drawing/2014/main" id="{BB9981E1-2FBB-4BE6-930E-CB682341CEC4}"/>
              </a:ext>
            </a:extLst>
          </p:cNvPr>
          <p:cNvSpPr>
            <a:spLocks xmlns:a="http://schemas.openxmlformats.org/drawingml/2006/main" noGrp="1"/>
          </p:cNvSpPr>
          <p:nvPr/>
        </p:nvSpPr>
        <p:spPr>
          <a:xfrm xmlns:a="http://schemas.openxmlformats.org/drawingml/2006/main">
            <a:off x="609600" y="6410325"/>
            <a:ext cx="10477500" cy="381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1" name="idea">
            <a:extLst xmlns:a="http://schemas.openxmlformats.org/drawingml/2006/main">
              <a:ext uri="{FF2B5EF4-FFF2-40B4-BE49-F238E27FC236}">
                <a16:creationId xmlns:a16="http://schemas.microsoft.com/office/drawing/2014/main" id="{460DD8C9-DA11-4D65-8F11-142579AEE140}"/>
              </a:ext>
            </a:extLst>
          </p:cNvPr>
          <p:cNvSpPr>
            <a:spLocks xmlns:a="http://schemas.openxmlformats.org/drawingml/2006/main" noGrp="1"/>
          </p:cNvSpPr>
          <p:nvPr/>
        </p:nvSpPr>
        <p:spPr>
          <a:xfrm xmlns:a="http://schemas.openxmlformats.org/drawingml/2006/main">
            <a:off x="742950" y="6419850"/>
            <a:ext cx="1019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Explica qué ves y qué estructura se conecta con ello.</a:t>
            </a:r>
          </a:p>
        </p:txBody>
      </p:sp>
      <p:sp>
        <p:nvSpPr>
          <p:cNvPr id="12" name="numero">
            <a:extLst xmlns:a="http://schemas.openxmlformats.org/drawingml/2006/main">
              <a:ext uri="{FF2B5EF4-FFF2-40B4-BE49-F238E27FC236}">
                <a16:creationId xmlns:a16="http://schemas.microsoft.com/office/drawing/2014/main" id="{E7A5E23D-AF44-4EAE-B8AF-AC31F0428A4C}"/>
              </a:ext>
            </a:extLst>
          </p:cNvPr>
          <p:cNvSpPr>
            <a:spLocks xmlns:a="http://schemas.openxmlformats.org/drawingml/2006/main" noGrp="1"/>
          </p:cNvSpPr>
          <p:nvPr/>
        </p:nvSpPr>
        <p:spPr>
          <a:xfrm xmlns:a="http://schemas.openxmlformats.org/drawingml/2006/main">
            <a:off x="11287125" y="65341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41</a:t>
            </a:r>
          </a:p>
        </p:txBody>
      </p:sp>
    </p:spTree>
    <p:extLst>
      <p:ext uri="{BB962C8B-B14F-4D97-AF65-F5344CB8AC3E}">
        <p14:creationId xmlns:p14="http://schemas.microsoft.com/office/powerpoint/2010/main" val="753643692"/>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DAB6A16B-AEB2-4A9E-9197-25A4D8BCB0A5}"/>
              </a:ext>
            </a:extLst>
          </p:cNvPr>
          <p:cNvPicPr>
            <a:picLocks xmlns:a="http://schemas.openxmlformats.org/drawingml/2006/main" noChangeAspect="1"/>
          </p:cNvPicPr>
          <p:nvPr/>
        </p:nvPicPr>
        <p:blipFill>
          <a:blip xmlns:r="http://schemas.openxmlformats.org/officeDocument/2006/relationships" xmlns:a="http://schemas.openxmlformats.org/drawingml/2006/main" r:embed="R6d0eb6142fe94ff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454E48E5-18BE-4425-BFB2-180941FD772D}"/>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225" b="1">
                <a:solidFill>
                  <a:srgbClr val="113C4C"/>
                </a:solidFill>
                <a:latin typeface="Calibri"/>
                <a:ea typeface="Calibri"/>
                <a:cs typeface="Calibri"/>
              </a:defRPr>
            </a:defPPr>
            <a:lvl1pPr algn="l">
              <a:defRPr sz="3225" b="1">
                <a:solidFill>
                  <a:srgbClr val="113C4C"/>
                </a:solidFill>
                <a:latin typeface="Calibri"/>
                <a:ea typeface="Calibri"/>
                <a:cs typeface="Calibri"/>
              </a:defRPr>
            </a:lvl1pPr>
            <a:lvl2pPr algn="l">
              <a:defRPr sz="3225" b="1">
                <a:solidFill>
                  <a:srgbClr val="113C4C"/>
                </a:solidFill>
                <a:latin typeface="Calibri"/>
                <a:ea typeface="Calibri"/>
                <a:cs typeface="Calibri"/>
              </a:defRPr>
            </a:lvl2pPr>
            <a:lvl3pPr algn="l">
              <a:defRPr sz="3225" b="1">
                <a:solidFill>
                  <a:srgbClr val="113C4C"/>
                </a:solidFill>
                <a:latin typeface="Calibri"/>
                <a:ea typeface="Calibri"/>
                <a:cs typeface="Calibri"/>
              </a:defRPr>
            </a:lvl3pPr>
            <a:lvl4pPr algn="l">
              <a:defRPr sz="3225" b="1">
                <a:solidFill>
                  <a:srgbClr val="113C4C"/>
                </a:solidFill>
                <a:latin typeface="Calibri"/>
                <a:ea typeface="Calibri"/>
                <a:cs typeface="Calibri"/>
              </a:defRPr>
            </a:lvl4pPr>
            <a:lvl5pPr algn="l">
              <a:defRPr sz="3225" b="1">
                <a:solidFill>
                  <a:srgbClr val="113C4C"/>
                </a:solidFill>
                <a:latin typeface="Calibri"/>
                <a:ea typeface="Calibri"/>
                <a:cs typeface="Calibri"/>
              </a:defRPr>
            </a:lvl5pPr>
            <a:lvl6pPr algn="l">
              <a:defRPr sz="3225" b="1">
                <a:solidFill>
                  <a:srgbClr val="113C4C"/>
                </a:solidFill>
                <a:latin typeface="Calibri"/>
                <a:ea typeface="Calibri"/>
                <a:cs typeface="Calibri"/>
              </a:defRPr>
            </a:lvl6pPr>
            <a:lvl7pPr algn="l">
              <a:defRPr sz="3225" b="1">
                <a:solidFill>
                  <a:srgbClr val="113C4C"/>
                </a:solidFill>
                <a:latin typeface="Calibri"/>
                <a:ea typeface="Calibri"/>
                <a:cs typeface="Calibri"/>
              </a:defRPr>
            </a:lvl7pPr>
            <a:lvl8pPr algn="l">
              <a:defRPr sz="3225" b="1">
                <a:solidFill>
                  <a:srgbClr val="113C4C"/>
                </a:solidFill>
                <a:latin typeface="Calibri"/>
                <a:ea typeface="Calibri"/>
                <a:cs typeface="Calibri"/>
              </a:defRPr>
            </a:lvl8pPr>
            <a:lvl9pPr algn="l">
              <a:defRPr sz="3225" b="1">
                <a:solidFill>
                  <a:srgbClr val="113C4C"/>
                </a:solidFill>
                <a:latin typeface="Calibri"/>
                <a:ea typeface="Calibri"/>
                <a:cs typeface="Calibri"/>
              </a:defRPr>
            </a:lvl9pPr>
          </a:lstStyle>
          <a:p xmlns:a="http://schemas.openxmlformats.org/drawingml/2006/main">
            <a:pPr algn="l">
              <a:defRPr sz="3225" b="1">
                <a:solidFill>
                  <a:srgbClr val="113C4C"/>
                </a:solidFill>
                <a:latin typeface="Calibri"/>
                <a:ea typeface="Calibri"/>
                <a:cs typeface="Calibri"/>
              </a:defRPr>
            </a:pPr>
            <a:r>
              <a:rPr sz="3225" b="1">
                <a:solidFill>
                  <a:srgbClr val="113C4C"/>
                </a:solidFill>
                <a:latin typeface="Calibri"/>
                <a:ea typeface="Calibri"/>
                <a:cs typeface="Calibri"/>
              </a:rPr>
              <a:t>Practicar para fijar las relaciones</a:t>
            </a:r>
          </a:p>
        </p:txBody>
      </p:sp>
      <p:sp>
        <p:nvSpPr>
          <p:cNvPr id="3" name="area-figuras">
            <a:extLst xmlns:a="http://schemas.openxmlformats.org/drawingml/2006/main">
              <a:ext uri="{FF2B5EF4-FFF2-40B4-BE49-F238E27FC236}">
                <a16:creationId xmlns:a16="http://schemas.microsoft.com/office/drawing/2014/main" id="{350D849B-8221-4887-89AE-7224716D1E9C}"/>
              </a:ext>
            </a:extLst>
          </p:cNvPr>
          <p:cNvSpPr>
            <a:spLocks xmlns:a="http://schemas.openxmlformats.org/drawingml/2006/main" noGrp="1"/>
          </p:cNvSpPr>
          <p:nvPr/>
        </p:nvSpPr>
        <p:spPr>
          <a:xfrm xmlns:a="http://schemas.openxmlformats.org/drawingml/2006/main">
            <a:off x="609600" y="1257300"/>
            <a:ext cx="10972800" cy="44005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42C3ED3F-F03A-4C7F-BFB7-1CB09F56591D}"/>
              </a:ext>
            </a:extLst>
          </p:cNvPr>
          <p:cNvPicPr>
            <a:picLocks xmlns:a="http://schemas.openxmlformats.org/drawingml/2006/main" noChangeAspect="1"/>
          </p:cNvPicPr>
          <p:nvPr/>
        </p:nvPicPr>
        <p:blipFill>
          <a:blip xmlns:r="http://schemas.openxmlformats.org/officeDocument/2006/relationships" xmlns:a="http://schemas.openxmlformats.org/drawingml/2006/main" r:embed="R98d5093628204b76"/>
          <a:stretch xmlns:a="http://schemas.openxmlformats.org/drawingml/2006/main"/>
        </p:blipFill>
        <p:spPr>
          <a:xfrm xmlns:a="http://schemas.openxmlformats.org/drawingml/2006/main">
            <a:off x="2971800" y="1323975"/>
            <a:ext cx="6229350" cy="4152900"/>
          </a:xfrm>
          <a:prstGeom xmlns:a="http://schemas.openxmlformats.org/drawingml/2006/main" prst="rect">
            <a:avLst/>
          </a:prstGeom>
        </p:spPr>
      </p:pic>
      <p:sp>
        <p:nvSpPr>
          <p:cNvPr id="5" name="relacion-0">
            <a:extLst xmlns:a="http://schemas.openxmlformats.org/drawingml/2006/main">
              <a:ext uri="{FF2B5EF4-FFF2-40B4-BE49-F238E27FC236}">
                <a16:creationId xmlns:a16="http://schemas.microsoft.com/office/drawing/2014/main" id="{D437AB7B-0E8F-452C-9EC1-577EF0686F08}"/>
              </a:ext>
            </a:extLst>
          </p:cNvPr>
          <p:cNvSpPr>
            <a:spLocks xmlns:a="http://schemas.openxmlformats.org/drawingml/2006/main" noGrp="1"/>
          </p:cNvSpPr>
          <p:nvPr/>
        </p:nvSpPr>
        <p:spPr>
          <a:xfrm xmlns:a="http://schemas.openxmlformats.org/drawingml/2006/main">
            <a:off x="6096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20 flashcards</a:t>
            </a:r>
          </a:p>
        </p:txBody>
      </p:sp>
      <p:sp>
        <p:nvSpPr>
          <p:cNvPr id="6" name="relacion-1">
            <a:extLst xmlns:a="http://schemas.openxmlformats.org/drawingml/2006/main">
              <a:ext uri="{FF2B5EF4-FFF2-40B4-BE49-F238E27FC236}">
                <a16:creationId xmlns:a16="http://schemas.microsoft.com/office/drawing/2014/main" id="{813FD009-9573-457E-803F-3A172E2CEB79}"/>
              </a:ext>
            </a:extLst>
          </p:cNvPr>
          <p:cNvSpPr>
            <a:spLocks xmlns:a="http://schemas.openxmlformats.org/drawingml/2006/main" noGrp="1"/>
          </p:cNvSpPr>
          <p:nvPr/>
        </p:nvSpPr>
        <p:spPr>
          <a:xfrm xmlns:a="http://schemas.openxmlformats.org/drawingml/2006/main">
            <a:off x="42672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2 rondas × 10</a:t>
            </a:r>
          </a:p>
        </p:txBody>
      </p:sp>
      <p:sp>
        <p:nvSpPr>
          <p:cNvPr id="7" name="relacion-2">
            <a:extLst xmlns:a="http://schemas.openxmlformats.org/drawingml/2006/main">
              <a:ext uri="{FF2B5EF4-FFF2-40B4-BE49-F238E27FC236}">
                <a16:creationId xmlns:a16="http://schemas.microsoft.com/office/drawing/2014/main" id="{EDEDE30F-43B9-49C3-9CAD-404588FB3B45}"/>
              </a:ext>
            </a:extLst>
          </p:cNvPr>
          <p:cNvSpPr>
            <a:spLocks xmlns:a="http://schemas.openxmlformats.org/drawingml/2006/main" noGrp="1"/>
          </p:cNvSpPr>
          <p:nvPr/>
        </p:nvSpPr>
        <p:spPr>
          <a:xfrm xmlns:a="http://schemas.openxmlformats.org/drawingml/2006/main">
            <a:off x="7924800" y="57435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Evaluación: 20</a:t>
            </a:r>
          </a:p>
        </p:txBody>
      </p:sp>
      <p:sp>
        <p:nvSpPr>
          <p:cNvPr id="8" name="idea-fondo">
            <a:extLst xmlns:a="http://schemas.openxmlformats.org/drawingml/2006/main">
              <a:ext uri="{FF2B5EF4-FFF2-40B4-BE49-F238E27FC236}">
                <a16:creationId xmlns:a16="http://schemas.microsoft.com/office/drawing/2014/main" id="{2044A510-FD90-4847-B2C4-6F9C0F806BE9}"/>
              </a:ext>
            </a:extLst>
          </p:cNvPr>
          <p:cNvSpPr>
            <a:spLocks xmlns:a="http://schemas.openxmlformats.org/drawingml/2006/main" noGrp="1"/>
          </p:cNvSpPr>
          <p:nvPr/>
        </p:nvSpPr>
        <p:spPr>
          <a:xfrm xmlns:a="http://schemas.openxmlformats.org/drawingml/2006/main">
            <a:off x="609600" y="6410325"/>
            <a:ext cx="10477500" cy="381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9" name="idea">
            <a:extLst xmlns:a="http://schemas.openxmlformats.org/drawingml/2006/main">
              <a:ext uri="{FF2B5EF4-FFF2-40B4-BE49-F238E27FC236}">
                <a16:creationId xmlns:a16="http://schemas.microsoft.com/office/drawing/2014/main" id="{8CFE1D43-073E-40FB-A756-B07F8520E4DC}"/>
              </a:ext>
            </a:extLst>
          </p:cNvPr>
          <p:cNvSpPr>
            <a:spLocks xmlns:a="http://schemas.openxmlformats.org/drawingml/2006/main" noGrp="1"/>
          </p:cNvSpPr>
          <p:nvPr/>
        </p:nvSpPr>
        <p:spPr>
          <a:xfrm xmlns:a="http://schemas.openxmlformats.org/drawingml/2006/main">
            <a:off x="742950" y="6419850"/>
            <a:ext cx="1019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Toda la práctica corresponde al contenido de esta presentación.</a:t>
            </a:r>
          </a:p>
        </p:txBody>
      </p:sp>
      <p:sp>
        <p:nvSpPr>
          <p:cNvPr id="10" name="numero">
            <a:extLst xmlns:a="http://schemas.openxmlformats.org/drawingml/2006/main">
              <a:ext uri="{FF2B5EF4-FFF2-40B4-BE49-F238E27FC236}">
                <a16:creationId xmlns:a16="http://schemas.microsoft.com/office/drawing/2014/main" id="{AA315973-C62B-403F-9067-6D1B1F1B03FF}"/>
              </a:ext>
            </a:extLst>
          </p:cNvPr>
          <p:cNvSpPr>
            <a:spLocks xmlns:a="http://schemas.openxmlformats.org/drawingml/2006/main" noGrp="1"/>
          </p:cNvSpPr>
          <p:nvPr/>
        </p:nvSpPr>
        <p:spPr>
          <a:xfrm xmlns:a="http://schemas.openxmlformats.org/drawingml/2006/main">
            <a:off x="11287125" y="65341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42</a:t>
            </a:r>
          </a:p>
        </p:txBody>
      </p:sp>
    </p:spTree>
    <p:extLst>
      <p:ext uri="{BB962C8B-B14F-4D97-AF65-F5344CB8AC3E}">
        <p14:creationId xmlns:p14="http://schemas.microsoft.com/office/powerpoint/2010/main" val="3066650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2026-10-21T19:08:03.4420000Z</dcterms:created>
  <dcterms:modified xsi:type="dcterms:W3CDTF">2026-10-21T19:08:03.4420000Z</dcterms:modified>
</coreProperties>
</file>