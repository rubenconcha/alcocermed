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21b2b0f5fa4d91" /><Relationship Type="http://schemas.openxmlformats.org/officeDocument/2006/relationships/extended-properties" Target="/docProps/app.xml" Id="Rbc006f0cd28e4d34" /><Relationship Type="http://schemas.openxmlformats.org/officeDocument/2006/relationships/officeDocument" Target="/ppt/presentation.xml" Id="R63fb1c16c6574796" /></Relationships>
</file>

<file path=ppt/presentation.xml><?xml version="1.0" encoding="utf-8"?>
<p:presentation xmlns:p="http://schemas.openxmlformats.org/presentationml/2006/main">
  <p:sldMasterIdLst>
    <p:sldMasterId xmlns:r="http://schemas.openxmlformats.org/officeDocument/2006/relationships" id="2147483648" r:id="R8660953cbf0241f1"/>
  </p:sldMasterIdLst>
  <p:notesMasterIdLst>
    <p:notesMasterId xmlns:r="http://schemas.openxmlformats.org/officeDocument/2006/relationships" r:id="R7f9acf37d17349ae"/>
  </p:notesMasterIdLst>
  <p:sldIdLst>
    <p:sldId xmlns:r="http://schemas.openxmlformats.org/officeDocument/2006/relationships" id="256" r:id="R57b3f8d42fc44d56"/>
    <p:sldId xmlns:r="http://schemas.openxmlformats.org/officeDocument/2006/relationships" id="257" r:id="R31f3ece932434ea3"/>
    <p:sldId xmlns:r="http://schemas.openxmlformats.org/officeDocument/2006/relationships" id="258" r:id="R4449c33a54fc497a"/>
    <p:sldId xmlns:r="http://schemas.openxmlformats.org/officeDocument/2006/relationships" id="259" r:id="R9cfe5b5028ca4c54"/>
    <p:sldId xmlns:r="http://schemas.openxmlformats.org/officeDocument/2006/relationships" id="260" r:id="Rdd21e225e7b54196"/>
    <p:sldId xmlns:r="http://schemas.openxmlformats.org/officeDocument/2006/relationships" id="261" r:id="R510bac89fed140dd"/>
    <p:sldId xmlns:r="http://schemas.openxmlformats.org/officeDocument/2006/relationships" id="262" r:id="Rec04cdb151094684"/>
    <p:sldId xmlns:r="http://schemas.openxmlformats.org/officeDocument/2006/relationships" id="263" r:id="R03b95fad41ef48e3"/>
    <p:sldId xmlns:r="http://schemas.openxmlformats.org/officeDocument/2006/relationships" id="264" r:id="Rbbc7f32dfc8d43a1"/>
    <p:sldId xmlns:r="http://schemas.openxmlformats.org/officeDocument/2006/relationships" id="265" r:id="Rc1052c7e5c614a82"/>
    <p:sldId xmlns:r="http://schemas.openxmlformats.org/officeDocument/2006/relationships" id="266" r:id="Ra4bb5df98b81485f"/>
    <p:sldId xmlns:r="http://schemas.openxmlformats.org/officeDocument/2006/relationships" id="267" r:id="R244754fec29a434d"/>
    <p:sldId xmlns:r="http://schemas.openxmlformats.org/officeDocument/2006/relationships" id="268" r:id="R4ab911cffaa54daf"/>
    <p:sldId xmlns:r="http://schemas.openxmlformats.org/officeDocument/2006/relationships" id="269" r:id="Rff5287a91e694ffb"/>
    <p:sldId xmlns:r="http://schemas.openxmlformats.org/officeDocument/2006/relationships" id="270" r:id="R30f603252dc94be2"/>
    <p:sldId xmlns:r="http://schemas.openxmlformats.org/officeDocument/2006/relationships" id="271" r:id="R7c0d665ed3ad49eb"/>
    <p:sldId xmlns:r="http://schemas.openxmlformats.org/officeDocument/2006/relationships" id="272" r:id="Rb468f29fa4454f44"/>
    <p:sldId xmlns:r="http://schemas.openxmlformats.org/officeDocument/2006/relationships" id="273" r:id="R7c8d2289b0c54a49"/>
    <p:sldId xmlns:r="http://schemas.openxmlformats.org/officeDocument/2006/relationships" id="274" r:id="R3366a856cabf4a17"/>
    <p:sldId xmlns:r="http://schemas.openxmlformats.org/officeDocument/2006/relationships" id="275" r:id="R8f529580253d4f20"/>
    <p:sldId xmlns:r="http://schemas.openxmlformats.org/officeDocument/2006/relationships" id="276" r:id="R3cc358fdf6c84cea"/>
    <p:sldId xmlns:r="http://schemas.openxmlformats.org/officeDocument/2006/relationships" id="277" r:id="R47552ad1232d4e46"/>
    <p:sldId xmlns:r="http://schemas.openxmlformats.org/officeDocument/2006/relationships" id="278" r:id="Re84cbe6b8c834900"/>
    <p:sldId xmlns:r="http://schemas.openxmlformats.org/officeDocument/2006/relationships" id="279" r:id="R7b76e72320074068"/>
    <p:sldId xmlns:r="http://schemas.openxmlformats.org/officeDocument/2006/relationships" id="280" r:id="Rddf5956c1c4f47ef"/>
    <p:sldId xmlns:r="http://schemas.openxmlformats.org/officeDocument/2006/relationships" id="281" r:id="R68dbc05aef354d84"/>
    <p:sldId xmlns:r="http://schemas.openxmlformats.org/officeDocument/2006/relationships" id="282" r:id="Rb020c00041be41e0"/>
    <p:sldId xmlns:r="http://schemas.openxmlformats.org/officeDocument/2006/relationships" id="283" r:id="R37ff4b08c24e4e4b"/>
    <p:sldId xmlns:r="http://schemas.openxmlformats.org/officeDocument/2006/relationships" id="284" r:id="R379d8fc93eee46bf"/>
    <p:sldId xmlns:r="http://schemas.openxmlformats.org/officeDocument/2006/relationships" id="285" r:id="Ree330e58e1be4fb9"/>
    <p:sldId xmlns:r="http://schemas.openxmlformats.org/officeDocument/2006/relationships" id="286" r:id="R44d37c3833154f07"/>
    <p:sldId xmlns:r="http://schemas.openxmlformats.org/officeDocument/2006/relationships" id="287" r:id="R8e13bdc385bf4344"/>
    <p:sldId xmlns:r="http://schemas.openxmlformats.org/officeDocument/2006/relationships" id="288" r:id="R05f8a4a8b2714a17"/>
    <p:sldId xmlns:r="http://schemas.openxmlformats.org/officeDocument/2006/relationships" id="289" r:id="Re638565f08b5466d"/>
    <p:sldId xmlns:r="http://schemas.openxmlformats.org/officeDocument/2006/relationships" id="290" r:id="R1e7682ed2540416d"/>
    <p:sldId xmlns:r="http://schemas.openxmlformats.org/officeDocument/2006/relationships" id="291" r:id="R898660777bcf4e2e"/>
    <p:sldId xmlns:r="http://schemas.openxmlformats.org/officeDocument/2006/relationships" id="292" r:id="R5cf5c8d3f35e4dd7"/>
    <p:sldId xmlns:r="http://schemas.openxmlformats.org/officeDocument/2006/relationships" id="293" r:id="Rb082d436bd6a4c47"/>
    <p:sldId xmlns:r="http://schemas.openxmlformats.org/officeDocument/2006/relationships" id="294" r:id="R593b03053bed41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e472d869dd4eff" /><Relationship Type="http://schemas.openxmlformats.org/officeDocument/2006/relationships/slideMaster" Target="/ppt/slideMasters/slideMaster1.xml" Id="R8660953cbf0241f1" /><Relationship Type="http://schemas.openxmlformats.org/officeDocument/2006/relationships/notesMaster" Target="/ppt/notesMasters/notesMaster1.xml" Id="R7f9acf37d17349ae" /><Relationship Type="http://schemas.openxmlformats.org/officeDocument/2006/relationships/presProps" Target="/ppt/presProps.xml" Id="Rd8044e27366e4845" /><Relationship Type="http://schemas.openxmlformats.org/officeDocument/2006/relationships/tableStyles" Target="/ppt/tableStyles.xml" Id="R9533c6df0a4b4e9b" /><Relationship Type="http://schemas.openxmlformats.org/officeDocument/2006/relationships/slide" Target="/ppt/slides/slide1.xml" Id="R57b3f8d42fc44d56" /><Relationship Type="http://schemas.openxmlformats.org/officeDocument/2006/relationships/slide" Target="/ppt/slides/slide2.xml" Id="R31f3ece932434ea3" /><Relationship Type="http://schemas.openxmlformats.org/officeDocument/2006/relationships/slide" Target="/ppt/slides/slide3.xml" Id="R4449c33a54fc497a" /><Relationship Type="http://schemas.openxmlformats.org/officeDocument/2006/relationships/slide" Target="/ppt/slides/slide4.xml" Id="R9cfe5b5028ca4c54" /><Relationship Type="http://schemas.openxmlformats.org/officeDocument/2006/relationships/slide" Target="/ppt/slides/slide5.xml" Id="Rdd21e225e7b54196" /><Relationship Type="http://schemas.openxmlformats.org/officeDocument/2006/relationships/slide" Target="/ppt/slides/slide6.xml" Id="R510bac89fed140dd" /><Relationship Type="http://schemas.openxmlformats.org/officeDocument/2006/relationships/slide" Target="/ppt/slides/slide7.xml" Id="Rec04cdb151094684" /><Relationship Type="http://schemas.openxmlformats.org/officeDocument/2006/relationships/slide" Target="/ppt/slides/slide8.xml" Id="R03b95fad41ef48e3" /><Relationship Type="http://schemas.openxmlformats.org/officeDocument/2006/relationships/slide" Target="/ppt/slides/slide9.xml" Id="Rbbc7f32dfc8d43a1" /><Relationship Type="http://schemas.openxmlformats.org/officeDocument/2006/relationships/slide" Target="/ppt/slides/slide10.xml" Id="Rc1052c7e5c614a82" /><Relationship Type="http://schemas.openxmlformats.org/officeDocument/2006/relationships/slide" Target="/ppt/slides/slide11.xml" Id="Ra4bb5df98b81485f" /><Relationship Type="http://schemas.openxmlformats.org/officeDocument/2006/relationships/slide" Target="/ppt/slides/slide12.xml" Id="R244754fec29a434d" /><Relationship Type="http://schemas.openxmlformats.org/officeDocument/2006/relationships/slide" Target="/ppt/slides/slide13.xml" Id="R4ab911cffaa54daf" /><Relationship Type="http://schemas.openxmlformats.org/officeDocument/2006/relationships/slide" Target="/ppt/slides/slide14.xml" Id="Rff5287a91e694ffb" /><Relationship Type="http://schemas.openxmlformats.org/officeDocument/2006/relationships/slide" Target="/ppt/slides/slide15.xml" Id="R30f603252dc94be2" /><Relationship Type="http://schemas.openxmlformats.org/officeDocument/2006/relationships/slide" Target="/ppt/slides/slide16.xml" Id="R7c0d665ed3ad49eb" /><Relationship Type="http://schemas.openxmlformats.org/officeDocument/2006/relationships/slide" Target="/ppt/slides/slide17.xml" Id="Rb468f29fa4454f44" /><Relationship Type="http://schemas.openxmlformats.org/officeDocument/2006/relationships/slide" Target="/ppt/slides/slide18.xml" Id="R7c8d2289b0c54a49" /><Relationship Type="http://schemas.openxmlformats.org/officeDocument/2006/relationships/slide" Target="/ppt/slides/slide19.xml" Id="R3366a856cabf4a17" /><Relationship Type="http://schemas.openxmlformats.org/officeDocument/2006/relationships/slide" Target="/ppt/slides/slide20.xml" Id="R8f529580253d4f20" /><Relationship Type="http://schemas.openxmlformats.org/officeDocument/2006/relationships/slide" Target="/ppt/slides/slide21.xml" Id="R3cc358fdf6c84cea" /><Relationship Type="http://schemas.openxmlformats.org/officeDocument/2006/relationships/slide" Target="/ppt/slides/slide22.xml" Id="R47552ad1232d4e46" /><Relationship Type="http://schemas.openxmlformats.org/officeDocument/2006/relationships/slide" Target="/ppt/slides/slide23.xml" Id="Re84cbe6b8c834900" /><Relationship Type="http://schemas.openxmlformats.org/officeDocument/2006/relationships/slide" Target="/ppt/slides/slide24.xml" Id="R7b76e72320074068" /><Relationship Type="http://schemas.openxmlformats.org/officeDocument/2006/relationships/slide" Target="/ppt/slides/slide25.xml" Id="Rddf5956c1c4f47ef" /><Relationship Type="http://schemas.openxmlformats.org/officeDocument/2006/relationships/slide" Target="/ppt/slides/slide26.xml" Id="R68dbc05aef354d84" /><Relationship Type="http://schemas.openxmlformats.org/officeDocument/2006/relationships/slide" Target="/ppt/slides/slide27.xml" Id="Rb020c00041be41e0" /><Relationship Type="http://schemas.openxmlformats.org/officeDocument/2006/relationships/slide" Target="/ppt/slides/slide28.xml" Id="R37ff4b08c24e4e4b" /><Relationship Type="http://schemas.openxmlformats.org/officeDocument/2006/relationships/slide" Target="/ppt/slides/slide29.xml" Id="R379d8fc93eee46bf" /><Relationship Type="http://schemas.openxmlformats.org/officeDocument/2006/relationships/slide" Target="/ppt/slides/slide30.xml" Id="Ree330e58e1be4fb9" /><Relationship Type="http://schemas.openxmlformats.org/officeDocument/2006/relationships/slide" Target="/ppt/slides/slide31.xml" Id="R44d37c3833154f07" /><Relationship Type="http://schemas.openxmlformats.org/officeDocument/2006/relationships/slide" Target="/ppt/slides/slide32.xml" Id="R8e13bdc385bf4344" /><Relationship Type="http://schemas.openxmlformats.org/officeDocument/2006/relationships/slide" Target="/ppt/slides/slide33.xml" Id="R05f8a4a8b2714a17" /><Relationship Type="http://schemas.openxmlformats.org/officeDocument/2006/relationships/slide" Target="/ppt/slides/slide34.xml" Id="Re638565f08b5466d" /><Relationship Type="http://schemas.openxmlformats.org/officeDocument/2006/relationships/slide" Target="/ppt/slides/slide35.xml" Id="R1e7682ed2540416d" /><Relationship Type="http://schemas.openxmlformats.org/officeDocument/2006/relationships/slide" Target="/ppt/slides/slide36.xml" Id="R898660777bcf4e2e" /><Relationship Type="http://schemas.openxmlformats.org/officeDocument/2006/relationships/slide" Target="/ppt/slides/slide37.xml" Id="R5cf5c8d3f35e4dd7" /><Relationship Type="http://schemas.openxmlformats.org/officeDocument/2006/relationships/slide" Target="/ppt/slides/slide38.xml" Id="Rb082d436bd6a4c47" /><Relationship Type="http://schemas.openxmlformats.org/officeDocument/2006/relationships/slide" Target="/ppt/slides/slide39.xml" Id="R593b03053bed41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cfb0d9171045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cb675b07404024" /><Relationship Type="http://schemas.openxmlformats.org/officeDocument/2006/relationships/notesMaster" Target="/ppt/notesMasters/notesMaster1.xml" Id="Rbbe025454d9f47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8aa4583de94529" /><Relationship Type="http://schemas.openxmlformats.org/officeDocument/2006/relationships/notesMaster" Target="/ppt/notesMasters/notesMaster1.xml" Id="Ra03a09328d5e42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cb682fd15740f3" /><Relationship Type="http://schemas.openxmlformats.org/officeDocument/2006/relationships/notesMaster" Target="/ppt/notesMasters/notesMaster1.xml" Id="R537234c0dc9643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3841db53db4bf4" /><Relationship Type="http://schemas.openxmlformats.org/officeDocument/2006/relationships/notesMaster" Target="/ppt/notesMasters/notesMaster1.xml" Id="Rbddcc8b1be044f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d8621c8950448e" /><Relationship Type="http://schemas.openxmlformats.org/officeDocument/2006/relationships/notesMaster" Target="/ppt/notesMasters/notesMaster1.xml" Id="Rce26bea9a4c444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ebd99cde394060" /><Relationship Type="http://schemas.openxmlformats.org/officeDocument/2006/relationships/notesMaster" Target="/ppt/notesMasters/notesMaster1.xml" Id="R47dbe3a1825f4e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60f24515ad4eb4" /><Relationship Type="http://schemas.openxmlformats.org/officeDocument/2006/relationships/notesMaster" Target="/ppt/notesMasters/notesMaster1.xml" Id="R394a2d4df4004b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48deafc618425f" /><Relationship Type="http://schemas.openxmlformats.org/officeDocument/2006/relationships/notesMaster" Target="/ppt/notesMasters/notesMaster1.xml" Id="R73c071ad571842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d1dbdda76943f8" /><Relationship Type="http://schemas.openxmlformats.org/officeDocument/2006/relationships/notesMaster" Target="/ppt/notesMasters/notesMaster1.xml" Id="R6f9d58d16a5d48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0867e9852f437d" /><Relationship Type="http://schemas.openxmlformats.org/officeDocument/2006/relationships/notesMaster" Target="/ppt/notesMasters/notesMaster1.xml" Id="R9727eca99db641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5c94be0b6b492e" /><Relationship Type="http://schemas.openxmlformats.org/officeDocument/2006/relationships/notesMaster" Target="/ppt/notesMasters/notesMaster1.xml" Id="R6945c8179e204d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edf2bbdf0e4c5a" /><Relationship Type="http://schemas.openxmlformats.org/officeDocument/2006/relationships/notesMaster" Target="/ppt/notesMasters/notesMaster1.xml" Id="R77577cacca1746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3c3d2f95f8491e" /><Relationship Type="http://schemas.openxmlformats.org/officeDocument/2006/relationships/notesMaster" Target="/ppt/notesMasters/notesMaster1.xml" Id="Rf93e31de7b5a46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ffd6896fc264d0c" /><Relationship Type="http://schemas.openxmlformats.org/officeDocument/2006/relationships/notesMaster" Target="/ppt/notesMasters/notesMaster1.xml" Id="R131145be1d2c42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66b99310cb4010" /><Relationship Type="http://schemas.openxmlformats.org/officeDocument/2006/relationships/notesMaster" Target="/ppt/notesMasters/notesMaster1.xml" Id="R1336bc2e20e743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52021315a04e1d" /><Relationship Type="http://schemas.openxmlformats.org/officeDocument/2006/relationships/notesMaster" Target="/ppt/notesMasters/notesMaster1.xml" Id="R93ddd2aca09241b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e424fd63564f19" /><Relationship Type="http://schemas.openxmlformats.org/officeDocument/2006/relationships/notesMaster" Target="/ppt/notesMasters/notesMaster1.xml" Id="R1b6988ff887847c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36a2c065f04ab6" /><Relationship Type="http://schemas.openxmlformats.org/officeDocument/2006/relationships/notesMaster" Target="/ppt/notesMasters/notesMaster1.xml" Id="R5528453d75bd439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714e56294d54d4d" /><Relationship Type="http://schemas.openxmlformats.org/officeDocument/2006/relationships/notesMaster" Target="/ppt/notesMasters/notesMaster1.xml" Id="R8e55803243b1401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12fdacb379f4453" /><Relationship Type="http://schemas.openxmlformats.org/officeDocument/2006/relationships/notesMaster" Target="/ppt/notesMasters/notesMaster1.xml" Id="Rc49d985a26514c9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480281827e94f64" /><Relationship Type="http://schemas.openxmlformats.org/officeDocument/2006/relationships/notesMaster" Target="/ppt/notesMasters/notesMaster1.xml" Id="R8258475b9d7d417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c13340eb7c14ab1" /><Relationship Type="http://schemas.openxmlformats.org/officeDocument/2006/relationships/notesMaster" Target="/ppt/notesMasters/notesMaster1.xml" Id="R4c8da099d0d44ce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2565249aaeb4ea6" /><Relationship Type="http://schemas.openxmlformats.org/officeDocument/2006/relationships/notesMaster" Target="/ppt/notesMasters/notesMaster1.xml" Id="Rf7f0e98d0f87466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653f29ddca04d35" /><Relationship Type="http://schemas.openxmlformats.org/officeDocument/2006/relationships/notesMaster" Target="/ppt/notesMasters/notesMaster1.xml" Id="Rcefa6c296d7f4a6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0d504e1708a42b1" /><Relationship Type="http://schemas.openxmlformats.org/officeDocument/2006/relationships/notesMaster" Target="/ppt/notesMasters/notesMaster1.xml" Id="R3139767b35aa496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748062922b34ff4" /><Relationship Type="http://schemas.openxmlformats.org/officeDocument/2006/relationships/notesMaster" Target="/ppt/notesMasters/notesMaster1.xml" Id="R52418882fc3b431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c456144bbfe47f3" /><Relationship Type="http://schemas.openxmlformats.org/officeDocument/2006/relationships/notesMaster" Target="/ppt/notesMasters/notesMaster1.xml" Id="Rdb7d4e49c9ed44e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801b208fddf4ff0" /><Relationship Type="http://schemas.openxmlformats.org/officeDocument/2006/relationships/notesMaster" Target="/ppt/notesMasters/notesMaster1.xml" Id="Rdc553ecf5b5b477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fd62d08f1634865" /><Relationship Type="http://schemas.openxmlformats.org/officeDocument/2006/relationships/notesMaster" Target="/ppt/notesMasters/notesMaster1.xml" Id="Rbc373ef185f844a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23f4e9a7492446d" /><Relationship Type="http://schemas.openxmlformats.org/officeDocument/2006/relationships/notesMaster" Target="/ppt/notesMasters/notesMaster1.xml" Id="Rdc942e8c93dd421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b5dce2d1b29446d" /><Relationship Type="http://schemas.openxmlformats.org/officeDocument/2006/relationships/notesMaster" Target="/ppt/notesMasters/notesMaster1.xml" Id="R82b6d25479574f1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92aebc0ff2843c0" /><Relationship Type="http://schemas.openxmlformats.org/officeDocument/2006/relationships/notesMaster" Target="/ppt/notesMasters/notesMaster1.xml" Id="Ra78ed93fbccc47b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17d823ef6534645" /><Relationship Type="http://schemas.openxmlformats.org/officeDocument/2006/relationships/notesMaster" Target="/ppt/notesMasters/notesMaster1.xml" Id="Rbe7730a131184c2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f1a56f4bc3e4242" /><Relationship Type="http://schemas.openxmlformats.org/officeDocument/2006/relationships/notesMaster" Target="/ppt/notesMasters/notesMaster1.xml" Id="Rbb892ecfcf0a43a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9ef062a07a248ec" /><Relationship Type="http://schemas.openxmlformats.org/officeDocument/2006/relationships/notesMaster" Target="/ppt/notesMasters/notesMaster1.xml" Id="R7db4aef69d3a4c2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08f9319a05d43eb" /><Relationship Type="http://schemas.openxmlformats.org/officeDocument/2006/relationships/notesMaster" Target="/ppt/notesMasters/notesMaster1.xml" Id="Ra76b835af2f043d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bcbc1d9120f4c76" /><Relationship Type="http://schemas.openxmlformats.org/officeDocument/2006/relationships/notesMaster" Target="/ppt/notesMasters/notesMaster1.xml" Id="Ra1994a11dcf44f1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8c570ccd40a4d31" /><Relationship Type="http://schemas.openxmlformats.org/officeDocument/2006/relationships/notesMaster" Target="/ppt/notesMasters/notesMaster1.xml" Id="Rbbc6a00dc4254a1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6d11170806e47b5" /><Relationship Type="http://schemas.openxmlformats.org/officeDocument/2006/relationships/notesMaster" Target="/ppt/notesMasters/notesMaster1.xml" Id="R18336a2c67a547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00–05 MIN.</a:t>
            </a:r>
          </a:p>
          <a:p xmlns:a="http://schemas.openxmlformats.org/drawingml/2006/main">
            <a:r>
              <a:t>IMPRESCINDIBLE PARA EXPLICAR: Forma, función y ubicación se estudian juntas.</a:t>
            </a:r>
          </a:p>
          <a:p xmlns:a="http://schemas.openxmlformats.org/drawingml/2006/main">
            <a:r>
              <a:t>RELACIÓN CON LAS IMÁGENES Y DESARROLLO ORAL: Apertura: relacionar forma y función. </a:t>
            </a:r>
          </a:p>
          <a:p xmlns:a="http://schemas.openxmlformats.org/drawingml/2006/main">
            <a:r>
              <a:t/>
            </a:r>
          </a:p>
          <a:p xmlns:a="http://schemas.openxmlformats.org/drawingml/2006/main">
            <a:r>
              <a:t>FUENTE: Kenneth S. Saladin, Anatomía y fisiología. La unidad entre forma y función, 6.ª edición, capítulo 1 y Atlas A. Páginas PDF 30. Páginas impresas 2.</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00–05 MIN.</a:t>
            </a:r>
          </a:p>
          <a:p xmlns:a="http://schemas.openxmlformats.org/drawingml/2006/main">
            <a:r>
              <a:t>IMPRESCINDIBLE PARA EXPLICAR: La anatomía explica la estructura; la fisiología, lo que hace.</a:t>
            </a:r>
          </a:p>
          <a:p xmlns:a="http://schemas.openxmlformats.org/drawingml/2006/main">
            <a:r>
              <a:t>RELACIÓN CON LAS IMÁGENES Y DESARROLLO ORAL: Mostrar una estructura y describir qué permite hacer. Anatomía estudia estructura y fisiología función. Neurofisiología: función nerviosa.</a:t>
            </a:r>
          </a:p>
          <a:p xmlns:a="http://schemas.openxmlformats.org/drawingml/2006/main">
            <a:r>
              <a:t/>
            </a:r>
          </a:p>
          <a:p xmlns:a="http://schemas.openxmlformats.org/drawingml/2006/main">
            <a:r>
              <a:t>FUENTE: Kenneth S. Saladin, Anatomía y fisiología. La unidad entre forma y función, 6.ª edición, capítulo 1 y Atlas A. Páginas PDF 30, 31. Páginas impresas 2, 3.</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00–05 MIN.</a:t>
            </a:r>
          </a:p>
          <a:p xmlns:a="http://schemas.openxmlformats.org/drawingml/2006/main">
            <a:r>
              <a:t>IMPRESCINDIBLE PARA EXPLICAR: Inspección: mirar · Palpación: tocar · Auscultación: oír · Percusión: valorar sonidos.</a:t>
            </a:r>
          </a:p>
          <a:p xmlns:a="http://schemas.openxmlformats.org/drawingml/2006/main">
            <a:r>
              <a:t>RELACIÓN CON LAS IMÁGENES Y DESARROLLO ORAL: La lámina distingue inspección, palpación, auscultación y percusión. La disección revela relaciones entre estructuras.</a:t>
            </a:r>
          </a:p>
          <a:p xmlns:a="http://schemas.openxmlformats.org/drawingml/2006/main">
            <a:r>
              <a:t/>
            </a:r>
          </a:p>
          <a:p xmlns:a="http://schemas.openxmlformats.org/drawingml/2006/main">
            <a:r>
              <a:t>FUENTE: Kenneth S. Saladin, Anatomía y fisiología. La unidad entre forma y función, 6.ª edición, capítulo 1 y Atlas A. Páginas PDF 30, 31. Páginas impresas 2, 3.</a:t>
            </a:r>
          </a:p>
          <a:p xmlns:a="http://schemas.openxmlformats.org/drawingml/2006/main">
            <a:r>
              <a:t>Archivo oficial: morfofisiliologia-saladin-anatomia-y-fisiologia (1) (3).pdf.</a:t>
            </a:r>
          </a:p>
          <a:p xmlns:a="http://schemas.openxmlformats.org/drawingml/2006/main">
            <a:r>
              <a:t>Las figuras originales provienen de capitulo 1 saladin.pptx. Esta lámina incluye un esquema generado con IA, revisado frente al texto oficial; no es una imagen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00–05 MIN.</a:t>
            </a:r>
          </a:p>
          <a:p xmlns:a="http://schemas.openxmlformats.org/drawingml/2006/main">
            <a:r>
              <a:t>IMPRESCINDIBLE PARA EXPLICAR: Tejido → histología · Célula → citología · Detalle fino → ultraestructura.</a:t>
            </a:r>
          </a:p>
          <a:p xmlns:a="http://schemas.openxmlformats.org/drawingml/2006/main">
            <a:r>
              <a:t>RELACIÓN CON LAS IMÁGENES Y DESARROLLO ORAL: Histología: tejidos. Histopatología: alteraciones de enfermedad en tejidos. Citología: células. Ultraestructura: microscopía electrónica. Las fotos originales ilustran escalas diferentes.</a:t>
            </a:r>
          </a:p>
          <a:p xmlns:a="http://schemas.openxmlformats.org/drawingml/2006/main">
            <a:r>
              <a:t/>
            </a:r>
          </a:p>
          <a:p xmlns:a="http://schemas.openxmlformats.org/drawingml/2006/main">
            <a:r>
              <a:t>FUENTE: Kenneth S. Saladin, Anatomía y fisiología. La unidad entre forma y función, 6.ª edición, capítulo 1 y Atlas A. Páginas PDF 31. Páginas impresas 3.</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00–05 MIN.</a:t>
            </a:r>
          </a:p>
          <a:p xmlns:a="http://schemas.openxmlformats.org/drawingml/2006/main">
            <a:r>
              <a:t>IMPRESCINDIBLE PARA EXPLICAR: Neurofisiología: nervios · Endocrinología: hormonas · Fisiopatología: enfermedad.</a:t>
            </a:r>
          </a:p>
          <a:p xmlns:a="http://schemas.openxmlformats.org/drawingml/2006/main">
            <a:r>
              <a:t>RELACIÓN CON LAS IMÁGENES Y DESARROLLO ORAL: Distinguir función nerviosa, función hormonal y mecanismos de enfermedad. Las imágenes médicas permiten observar estructuras internas de personas vivas. La caricatura original es un recurso didáctico.</a:t>
            </a:r>
          </a:p>
          <a:p xmlns:a="http://schemas.openxmlformats.org/drawingml/2006/main">
            <a:r>
              <a:t/>
            </a:r>
          </a:p>
          <a:p xmlns:a="http://schemas.openxmlformats.org/drawingml/2006/main">
            <a:r>
              <a:t>FUENTE: Kenneth S. Saladin, Anatomía y fisiología. La unidad entre forma y función, 6.ª edición, capítulo 1 y Atlas A. Páginas PDF 31. Páginas impresas 3.</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00–05 MIN.</a:t>
            </a:r>
          </a:p>
          <a:p xmlns:a="http://schemas.openxmlformats.org/drawingml/2006/main">
            <a:r>
              <a:t>IMPRESCINDIBLE PARA EXPLICAR: Hipócrates: causas naturales · Aristóteles: estructura y función · Galeno: disección animal.</a:t>
            </a:r>
          </a:p>
          <a:p xmlns:a="http://schemas.openxmlformats.org/drawingml/2006/main">
            <a:r>
              <a:t>RELACIÓN CON LAS IMÁGENES Y DESARROLLO ORAL: Hipócrates buscó causas naturales. Aristóteles escribió sobre anatomía y fisiología y sobre partes que integran estructuras complejas. Galeno fue médico de gladiadores y trabajó con animales. Evitar atribuir a Aristóteles una postura exclusivamente naturalista: el texto también menciona causas sobrenaturales.</a:t>
            </a:r>
          </a:p>
          <a:p xmlns:a="http://schemas.openxmlformats.org/drawingml/2006/main">
            <a:r>
              <a:t/>
            </a:r>
          </a:p>
          <a:p xmlns:a="http://schemas.openxmlformats.org/drawingml/2006/main">
            <a:r>
              <a:t>FUENTE: Kenneth S. Saladin, Anatomía y fisiología. La unidad entre forma y función, 6.ª edición, capítulo 1 y Atlas A. Páginas PDF 31, 32. Páginas impresas 3, 4.</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00–05 MIN.</a:t>
            </a:r>
          </a:p>
          <a:p xmlns:a="http://schemas.openxmlformats.org/drawingml/2006/main">
            <a:r>
              <a:t>IMPRESCINDIBLE PARA EXPLICAR: Vesalio: disección humana · Harvey: circulación · Hooke: células en corcho.</a:t>
            </a:r>
          </a:p>
          <a:p xmlns:a="http://schemas.openxmlformats.org/drawingml/2006/main">
            <a:r>
              <a:t>RELACIÓN CON LAS IMÁGENES Y DESARROLLO ORAL: Vesalio hizo disecciones y publicó De humani corporis fabrica en 1543. Harvey estudió la circulación. Servet fue uno de los primeros científicos occidentales en reconocer su continuidad. Hooke mejoró el microscopio compuesto y describió células en corcho. Retratos de la lámina generada son interpretaciones.</a:t>
            </a:r>
          </a:p>
          <a:p xmlns:a="http://schemas.openxmlformats.org/drawingml/2006/main">
            <a:r>
              <a:t/>
            </a:r>
          </a:p>
          <a:p xmlns:a="http://schemas.openxmlformats.org/drawingml/2006/main">
            <a:r>
              <a:t>FUENTE: Kenneth S. Saladin, Anatomía y fisiología. La unidad entre forma y función, 6.ª edición, capítulo 1 y Atlas A. Páginas PDF 32, 33, 34. Páginas impresas 4, 5, 6.</a:t>
            </a:r>
          </a:p>
          <a:p xmlns:a="http://schemas.openxmlformats.org/drawingml/2006/main">
            <a:r>
              <a:t>Archivo oficial: morfofisiliologia-saladin-anatomia-y-fisiologia (1) (3).pdf.</a:t>
            </a:r>
          </a:p>
          <a:p xmlns:a="http://schemas.openxmlformats.org/drawingml/2006/main">
            <a:r>
              <a:t>Las figuras originales provienen de capitulo 1 saladin.pptx. Esta lámina incluye un esquema generado con IA, revisado frente al texto oficial; no es una imagen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05–13 MIN.</a:t>
            </a:r>
          </a:p>
          <a:p xmlns:a="http://schemas.openxmlformats.org/drawingml/2006/main">
            <a:r>
              <a:t>IMPRESCINDIBLE PARA EXPLICAR: Una hipótesis propone una explicación; una predicción indica qué esperar al probarla.</a:t>
            </a:r>
          </a:p>
          <a:p xmlns:a="http://schemas.openxmlformats.org/drawingml/2006/main">
            <a:r>
              <a:t>RELACIÓN CON LAS IMÁGENES Y DESARROLLO ORAL: Inducción: múltiples observaciones para generalizar. Hipotético-deductivo: pregunta, hipótesis y predicción comprobable. Una hipótesis debe ser compatible con lo conocido y susceptible de refutación. Las plantas son una analogía didáctica, no un experimento tomado del libro.</a:t>
            </a:r>
          </a:p>
          <a:p xmlns:a="http://schemas.openxmlformats.org/drawingml/2006/main">
            <a:r>
              <a:t/>
            </a:r>
          </a:p>
          <a:p xmlns:a="http://schemas.openxmlformats.org/drawingml/2006/main">
            <a:r>
              <a:t>FUENTE: Kenneth S. Saladin, Anatomía y fisiología. La unidad entre forma y función, 6.ª edición, capítulo 1 y Atlas A. Páginas PDF 35, 36, 37. Páginas impresas 7, 8, 9.</a:t>
            </a:r>
          </a:p>
          <a:p xmlns:a="http://schemas.openxmlformats.org/drawingml/2006/main">
            <a:r>
              <a:t>Archivo oficial: morfofisiliologia-saladin-anatomia-y-fisiologia (1) (3).pdf.</a:t>
            </a:r>
          </a:p>
          <a:p xmlns:a="http://schemas.openxmlformats.org/drawingml/2006/main">
            <a:r>
              <a:t>Las figuras originales provienen de capitulo 1 saladin.pptx. Esta lámina incluye un esquema generado con IA, revisado frente al texto oficial; no es una imagen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05–13 MIN.</a:t>
            </a:r>
          </a:p>
          <a:p xmlns:a="http://schemas.openxmlformats.org/drawingml/2006/main">
            <a:r>
              <a:t>IMPRESCINDIBLE PARA EXPLICAR: Reduccionismo: partes · Holismo: propiedades que surgen al relacionarlas.</a:t>
            </a:r>
          </a:p>
          <a:p xmlns:a="http://schemas.openxmlformats.org/drawingml/2006/main">
            <a:r>
              <a:t>RELACIÓN CON LAS IMÁGENES Y DESARROLLO ORAL: El reduccionismo estudia componentes más simples. El holismo considera propiedades del conjunto que no se predicen solo desde partes aisladas. Son enfoques complementarios.</a:t>
            </a:r>
          </a:p>
          <a:p xmlns:a="http://schemas.openxmlformats.org/drawingml/2006/main">
            <a:r>
              <a:t/>
            </a:r>
          </a:p>
          <a:p xmlns:a="http://schemas.openxmlformats.org/drawingml/2006/main">
            <a:r>
              <a:t>FUENTE: Kenneth S. Saladin, Anatomía y fisiología. La unidad entre forma y función, 6.ª edición, capítulo 1 y Atlas A. Páginas PDF 41, 42. Páginas impresas 13, 14.</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05–13 MIN.</a:t>
            </a:r>
          </a:p>
          <a:p xmlns:a="http://schemas.openxmlformats.org/drawingml/2006/main">
            <a:r>
              <a:t>IMPRESCINDIBLE PARA EXPLICAR: Órgano: dos o más tipos de tejidos · Sistema: órganos que cooperan.</a:t>
            </a:r>
          </a:p>
          <a:p xmlns:a="http://schemas.openxmlformats.org/drawingml/2006/main">
            <a:r>
              <a:t>RELACIÓN CON LAS IMÁGENES Y DESARROLLO ORAL: Leer la ilustración de derecha a izquierda para ir de átomo a organismo. Entre moléculas y organelos existen macromoléculas. Un órgano integra dos o más tipos de tejidos, un sistema reúne órganos y la célula es la unidad viva más simple.</a:t>
            </a:r>
          </a:p>
          <a:p xmlns:a="http://schemas.openxmlformats.org/drawingml/2006/main">
            <a:r>
              <a:t/>
            </a:r>
          </a:p>
          <a:p xmlns:a="http://schemas.openxmlformats.org/drawingml/2006/main">
            <a:r>
              <a:t>FUENTE: Kenneth S. Saladin, Anatomía y fisiología. La unidad entre forma y función, 6.ª edición, capítulo 1 y Atlas A. Páginas PDF 40, 41, 42. Páginas impresas 12, 13, 14.</a:t>
            </a:r>
          </a:p>
          <a:p xmlns:a="http://schemas.openxmlformats.org/drawingml/2006/main">
            <a:r>
              <a:t>Archivo oficial: morfofisiliologia-saladin-anatomia-y-fisiologia (1) (3).pdf.</a:t>
            </a:r>
          </a:p>
          <a:p xmlns:a="http://schemas.openxmlformats.org/drawingml/2006/main">
            <a:r>
              <a:t>Las figuras originales provienen de capitulo 1 saladin.pptx. Esta lámina incluye un esquema generado con IA, revisado frente al texto oficial; no es una imagen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05–13 MIN.</a:t>
            </a:r>
          </a:p>
          <a:p xmlns:a="http://schemas.openxmlformats.org/drawingml/2006/main">
            <a:r>
              <a:t>IMPRESCINDIBLE PARA EXPLICAR: Piel: protección · Huesos: soporte · Músculos: movimiento.</a:t>
            </a:r>
          </a:p>
          <a:p xmlns:a="http://schemas.openxmlformats.org/drawingml/2006/main">
            <a:r>
              <a:t>RELACIÓN CON LAS IMÁGENES Y DESARROLLO ORAL: Relacionar piel con protección, esqueleto con soporte y músculo con movimiento. Detalles completos en la figura A.11 del libro.</a:t>
            </a:r>
          </a:p>
          <a:p xmlns:a="http://schemas.openxmlformats.org/drawingml/2006/main">
            <a:r>
              <a:t/>
            </a:r>
          </a:p>
          <a:p xmlns:a="http://schemas.openxmlformats.org/drawingml/2006/main">
            <a:r>
              <a:t>FUENTE: Kenneth S. Saladin, Anatomía y fisiología. La unidad entre forma y función, 6.ª edición, capítulo 1 y Atlas A. Páginas PDF 65, 66. Páginas impresas 37, 38.</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05–13 MIN.</a:t>
            </a:r>
          </a:p>
          <a:p xmlns:a="http://schemas.openxmlformats.org/drawingml/2006/main">
            <a:r>
              <a:t>IMPRESCINDIBLE PARA EXPLICAR: Nervios y hormonas coordinan; la sangre transporta.</a:t>
            </a:r>
          </a:p>
          <a:p xmlns:a="http://schemas.openxmlformats.org/drawingml/2006/main">
            <a:r>
              <a:t>RELACIÓN CON LAS IMÁGENES Y DESARROLLO ORAL: Comparar comunicación nerviosa y hormonal. El circulatorio distribuye sustancias. El páncreas participa tanto en el sistema endocrino como en el digestivo.</a:t>
            </a:r>
          </a:p>
          <a:p xmlns:a="http://schemas.openxmlformats.org/drawingml/2006/main">
            <a:r>
              <a:t/>
            </a:r>
          </a:p>
          <a:p xmlns:a="http://schemas.openxmlformats.org/drawingml/2006/main">
            <a:r>
              <a:t>FUENTE: Kenneth S. Saladin, Anatomía y fisiología. La unidad entre forma y función, 6.ª edición, capítulo 1 y Atlas A. Páginas PDF 65, 66, 67. Páginas impresas 37, 38, 39.</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05–13 MIN.</a:t>
            </a:r>
          </a:p>
          <a:p xmlns:a="http://schemas.openxmlformats.org/drawingml/2006/main">
            <a:r>
              <a:t>IMPRESCINDIBLE PARA EXPLICAR: Linfático: defensa · Respiratorio: intercambio · Urinario: eliminación y regulación.</a:t>
            </a:r>
          </a:p>
          <a:p xmlns:a="http://schemas.openxmlformats.org/drawingml/2006/main">
            <a:r>
              <a:t>RELACIÓN CON LAS IMÁGENES Y DESARROLLO ORAL: Linfático: recuperación de líquido tisular y defensa. Respiratorio: intercambio gaseoso. Urinario: eliminación de desechos y regulación. </a:t>
            </a:r>
          </a:p>
          <a:p xmlns:a="http://schemas.openxmlformats.org/drawingml/2006/main">
            <a:r>
              <a:t/>
            </a:r>
          </a:p>
          <a:p xmlns:a="http://schemas.openxmlformats.org/drawingml/2006/main">
            <a:r>
              <a:t>FUENTE: Kenneth S. Saladin, Anatomía y fisiología. La unidad entre forma y función, 6.ª edición, capítulo 1 y Atlas A. Páginas PDF 65, 67. Páginas impresas 37, 39.</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05–13 MIN.</a:t>
            </a:r>
          </a:p>
          <a:p xmlns:a="http://schemas.openxmlformats.org/drawingml/2006/main">
            <a:r>
              <a:t>IMPRESCINDIBLE PARA EXPLICAR: Hay once sistemas: masculino y femenino corresponden al sistema reproductor.</a:t>
            </a:r>
          </a:p>
          <a:p xmlns:a="http://schemas.openxmlformats.org/drawingml/2006/main">
            <a:r>
              <a:t>RELACIÓN CON LAS IMÁGENES Y DESARROLLO ORAL: El recuento convencional es de once sistemas; masculino y femenino son variantes del reproductor en ese total. La imagen muestra ambos. Las funciones completas están en el Atlas A.</a:t>
            </a:r>
          </a:p>
          <a:p xmlns:a="http://schemas.openxmlformats.org/drawingml/2006/main">
            <a:r>
              <a:t/>
            </a:r>
          </a:p>
          <a:p xmlns:a="http://schemas.openxmlformats.org/drawingml/2006/main">
            <a:r>
              <a:t>FUENTE: Kenneth S. Saladin, Anatomía y fisiología. La unidad entre forma y función, 6.ª edición, capítulo 1 y Atlas A. Páginas PDF 65, 68. Páginas impresas 37, 40.</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05–13 MIN.</a:t>
            </a:r>
          </a:p>
          <a:p xmlns:a="http://schemas.openxmlformats.org/drawingml/2006/main">
            <a:r>
              <a:t>IMPRESCINDIBLE PARA EXPLICAR: Variación anatómica significa diferencia de estructura; no demuestra enfermedad por sí sola.</a:t>
            </a:r>
          </a:p>
          <a:p xmlns:a="http://schemas.openxmlformats.org/drawingml/2006/main">
            <a:r>
              <a:t>RELACIÓN CON LAS IMÁGENES Y DESARROLLO ORAL: El patrón de un atlas no corresponde de manera idéntica a todas las personas. Mostrar variantes renales y musculares. No deducir enfermedad solo por una diferencia estructural.</a:t>
            </a:r>
          </a:p>
          <a:p xmlns:a="http://schemas.openxmlformats.org/drawingml/2006/main">
            <a:r>
              <a:t/>
            </a:r>
          </a:p>
          <a:p xmlns:a="http://schemas.openxmlformats.org/drawingml/2006/main">
            <a:r>
              <a:t>FUENTE: Kenneth S. Saladin, Anatomía y fisiología. La unidad entre forma y función, 6.ª edición, capítulo 1 y Atlas A. Páginas PDF 42, 43. Páginas impresas 14, 15.</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05–13 MIN.</a:t>
            </a:r>
          </a:p>
          <a:p xmlns:a="http://schemas.openxmlformats.org/drawingml/2006/main">
            <a:r>
              <a:t>IMPRESCINDIBLE PARA EXPLICAR: Invertir órganos, orientar el corazón y desplazar un riñón son situaciones distintas.</a:t>
            </a:r>
          </a:p>
          <a:p xmlns:a="http://schemas.openxmlformats.org/drawingml/2006/main">
            <a:r>
              <a:t>RELACIÓN CON LAS IMÁGENES Y DESARROLLO ORAL: Comparar las cuatro situaciones. Derecha e izquierda pertenecen al paciente. La fuente usa situs solitus, situs inversus y el término situs perversus para posición atípica de un órgano; en la explicación visual se muestra el ejemplo de riñón pélvico. Dextrocardia no implica por sí sola inversión de todos los órganos. No enseñar una cifra de prevalencia como objetivo memorístico.</a:t>
            </a:r>
          </a:p>
          <a:p xmlns:a="http://schemas.openxmlformats.org/drawingml/2006/main">
            <a:r>
              <a:t/>
            </a:r>
          </a:p>
          <a:p xmlns:a="http://schemas.openxmlformats.org/drawingml/2006/main">
            <a:r>
              <a:t>FUENTE: Kenneth S. Saladin, Anatomía y fisiología. La unidad entre forma y función, 6.ª edición, capítulo 1 y Atlas A. Páginas PDF 42, 43. Páginas impresas 14, 15.</a:t>
            </a:r>
          </a:p>
          <a:p xmlns:a="http://schemas.openxmlformats.org/drawingml/2006/main">
            <a:r>
              <a:t>Archivo oficial: morfofisiliologia-saladin-anatomia-y-fisiologia (1) (3).pdf.</a:t>
            </a:r>
          </a:p>
          <a:p xmlns:a="http://schemas.openxmlformats.org/drawingml/2006/main">
            <a:r>
              <a:t>Las figuras originales provienen de capitulo 1 saladin.pptx. Esta lámina incluye un esquema generado con IA, revisado frente al texto oficial; no es una imagen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13–21 MIN.</a:t>
            </a:r>
          </a:p>
          <a:p xmlns:a="http://schemas.openxmlformats.org/drawingml/2006/main">
            <a:r>
              <a:t>IMPRESCINDIBLE PARA EXPLICAR: La evolución corresponde a poblaciones a través de generaciones.</a:t>
            </a:r>
          </a:p>
          <a:p xmlns:a="http://schemas.openxmlformats.org/drawingml/2006/main">
            <a:r>
              <a:t>RELACIÓN CON LAS IMÁGENES Y DESARROLLO ORAL: Completar oralmente con composición celular y homeostasis. La figura agrupa características con propósito didáctico. Evolución se refiere a poblaciones y generaciones. Organización y composición celular ya se explicaron en el bloque anterior.</a:t>
            </a:r>
          </a:p>
          <a:p xmlns:a="http://schemas.openxmlformats.org/drawingml/2006/main">
            <a:r>
              <a:t/>
            </a:r>
          </a:p>
          <a:p xmlns:a="http://schemas.openxmlformats.org/drawingml/2006/main">
            <a:r>
              <a:t>FUENTE: Kenneth S. Saladin, Anatomía y fisiología. La unidad entre forma y función, 6.ª edición, capítulo 1 y Atlas A. Páginas PDF 43, 44. Páginas impresas 15, 16.</a:t>
            </a:r>
          </a:p>
          <a:p xmlns:a="http://schemas.openxmlformats.org/drawingml/2006/main">
            <a:r>
              <a:t>Archivo oficial: morfofisiliologia-saladin-anatomia-y-fisiologia (1) (3).pdf.</a:t>
            </a:r>
          </a:p>
          <a:p xmlns:a="http://schemas.openxmlformats.org/drawingml/2006/main">
            <a:r>
              <a:t>Las figuras originales provienen de capitulo 1 saladin.pptx. Esta lámina incluye un esquema generado con IA, revisado frente al texto oficial; no es una imagen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13–21 MIN.</a:t>
            </a:r>
          </a:p>
          <a:p xmlns:a="http://schemas.openxmlformats.org/drawingml/2006/main">
            <a:r>
              <a:t>IMPRESCINDIBLE PARA EXPLICAR: Catabolismo: descomponer · Anabolismo: sintetizar.</a:t>
            </a:r>
          </a:p>
          <a:p xmlns:a="http://schemas.openxmlformats.org/drawingml/2006/main">
            <a:r>
              <a:t>RELACIÓN CON LAS IMÁGENES Y DESARROLLO ORAL: Catalina y Anabel son mnemotecnias de los nombres, no representan estados metabólicos. El esquema original muestra descomposición y síntesis. Evitar atribuir a una persona real un estado metabólico por una fotografía.</a:t>
            </a:r>
          </a:p>
          <a:p xmlns:a="http://schemas.openxmlformats.org/drawingml/2006/main">
            <a:r>
              <a:t/>
            </a:r>
          </a:p>
          <a:p xmlns:a="http://schemas.openxmlformats.org/drawingml/2006/main">
            <a:r>
              <a:t>FUENTE: Kenneth S. Saladin, Anatomía y fisiología. La unidad entre forma y función, 6.ª edición, capítulo 1 y Atlas A. Páginas PDF 43, 44. Páginas impresas 15, 16.</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13–21 MIN.</a:t>
            </a:r>
          </a:p>
          <a:p xmlns:a="http://schemas.openxmlformats.org/drawingml/2006/main">
            <a:r>
              <a:t>IMPRESCINDIBLE PARA EXPLICAR: Respuesta: reaccionar al estímulo · Desarrollo: crecer y diferenciarse.</a:t>
            </a:r>
          </a:p>
          <a:p xmlns:a="http://schemas.openxmlformats.org/drawingml/2006/main">
            <a:r>
              <a:t>RELACIÓN CON LAS IMÁGENES Y DESARROLLO ORAL: El movimiento y la respuesta ocurren en varios niveles. El desarrollo incluye crecimiento y diferenciación. La evolución se observa entre generaciones de poblaciones. Las caricaturas originales son mnemotecnias. El esquema hematopoyético solo ilustra diferenciación, sin exigir su nomenclatura.</a:t>
            </a:r>
          </a:p>
          <a:p xmlns:a="http://schemas.openxmlformats.org/drawingml/2006/main">
            <a:r>
              <a:t/>
            </a:r>
          </a:p>
          <a:p xmlns:a="http://schemas.openxmlformats.org/drawingml/2006/main">
            <a:r>
              <a:t>FUENTE: Kenneth S. Saladin, Anatomía y fisiología. La unidad entre forma y función, 6.ª edición, capítulo 1 y Atlas A. Páginas PDF 43, 44. Páginas impresas 15, 16.</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13–21 MIN.</a:t>
            </a:r>
          </a:p>
          <a:p xmlns:a="http://schemas.openxmlformats.org/drawingml/2006/main">
            <a:r>
              <a:t>IMPRESCINDIBLE PARA EXPLICAR: Un valor fisiológico se interpreta según la edad, la actividad y el entorno.</a:t>
            </a:r>
          </a:p>
          <a:p xmlns:a="http://schemas.openxmlformats.org/drawingml/2006/main">
            <a:r>
              <a:t>RELACIÓN CON LAS IMÁGENES Y DESARROLLO ORAL: Los valores fisiológicos se interpretan en contexto: sexo, edad, peso, dieta, actividad y entorno. No comparar mediciones en condiciones distintas como si fueran equivalentes.</a:t>
            </a:r>
          </a:p>
          <a:p xmlns:a="http://schemas.openxmlformats.org/drawingml/2006/main">
            <a:r>
              <a:t/>
            </a:r>
          </a:p>
          <a:p xmlns:a="http://schemas.openxmlformats.org/drawingml/2006/main">
            <a:r>
              <a:t>FUENTE: Kenneth S. Saladin, Anatomía y fisiología. La unidad entre forma y función, 6.ª edición, capítulo 1 y Atlas A. Páginas PDF 44. Páginas impresas 16.</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13–21 MIN.</a:t>
            </a:r>
          </a:p>
          <a:p xmlns:a="http://schemas.openxmlformats.org/drawingml/2006/main">
            <a:r>
              <a:t>IMPRESCINDIBLE PARA EXPLICAR: Receptor detecta → integrador procesa → efector responde.</a:t>
            </a:r>
          </a:p>
          <a:p xmlns:a="http://schemas.openxmlformats.org/drawingml/2006/main">
            <a:r>
              <a:t>RELACIÓN CON LAS IMÁGENES Y DESARROLLO ORAL: Bernard: medio interno. Cannon: término homeostasis. Las variables fluctúan dentro de límites; equilibrio dinámico. El receptor detecta, el centro integrador procesa y el efector responde. La figura original del termostato es una analogía de control.</a:t>
            </a:r>
          </a:p>
          <a:p xmlns:a="http://schemas.openxmlformats.org/drawingml/2006/main">
            <a:r>
              <a:t/>
            </a:r>
          </a:p>
          <a:p xmlns:a="http://schemas.openxmlformats.org/drawingml/2006/main">
            <a:r>
              <a:t>FUENTE: Kenneth S. Saladin, Anatomía y fisiología. La unidad entre forma y función, 6.ª edición, capítulo 1 y Atlas A. Páginas PDF 44, 45, 46. Páginas impresas 16, 17, 18.</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13–21 MIN.</a:t>
            </a:r>
          </a:p>
          <a:p xmlns:a="http://schemas.openxmlformats.org/drawingml/2006/main">
            <a:r>
              <a:t>IMPRESCINDIBLE PARA EXPLICAR: Negativa: contrarresta el cambio · Positiva: lo amplifica mientras persiste el estímulo.</a:t>
            </a:r>
          </a:p>
          <a:p xmlns:a="http://schemas.openxmlformats.org/drawingml/2006/main">
            <a:r>
              <a:t>RELACIÓN CON LAS IMÁGENES Y DESARROLLO ORAL: Relacionar temperatura y sudoración con corrección. El parto amplifica la respuesta mientras persiste el estímulo y el nacimiento lo interrumpe. Negativo y positivo no significan malo y bueno. La curva original conserva el ejemplo de regulación térmica.</a:t>
            </a:r>
          </a:p>
          <a:p xmlns:a="http://schemas.openxmlformats.org/drawingml/2006/main">
            <a:r>
              <a:t/>
            </a:r>
          </a:p>
          <a:p xmlns:a="http://schemas.openxmlformats.org/drawingml/2006/main">
            <a:r>
              <a:t>FUENTE: Kenneth S. Saladin, Anatomía y fisiología. La unidad entre forma y función, 6.ª edición, capítulo 1 y Atlas A. Páginas PDF 45, 46, 47. Páginas impresas 17, 18, 19.</a:t>
            </a:r>
          </a:p>
          <a:p xmlns:a="http://schemas.openxmlformats.org/drawingml/2006/main">
            <a:r>
              <a:t>Archivo oficial: morfofisiliologia-saladin-anatomia-y-fisiologia (1) (3).pdf.</a:t>
            </a:r>
          </a:p>
          <a:p xmlns:a="http://schemas.openxmlformats.org/drawingml/2006/main">
            <a:r>
              <a:t>Las figuras originales provienen de capitulo 1 saladin.pptx. Esta lámina incluye un esquema generado con IA, revisado frente al texto oficial; no es una imagen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13–21 MIN.</a:t>
            </a:r>
          </a:p>
          <a:p xmlns:a="http://schemas.openxmlformats.org/drawingml/2006/main">
            <a:r>
              <a:t>IMPRESCINDIBLE PARA EXPLICAR: En el parto, el nacimiento interrumpe el estímulo que mantiene el ciclo.</a:t>
            </a:r>
          </a:p>
          <a:p xmlns:a="http://schemas.openxmlformats.org/drawingml/2006/main">
            <a:r>
              <a:t>RELACIÓN CON LAS IMÁGENES Y DESARROLLO ORAL: Comparar el circuito barorreceptor original con el circuito del parto. Identificar el estímulo, la detección, la integración y el efector en el ejemplo de presión. El objetivo es reconocer dirección del cambio, sin añadir manejo clínico.</a:t>
            </a:r>
          </a:p>
          <a:p xmlns:a="http://schemas.openxmlformats.org/drawingml/2006/main">
            <a:r>
              <a:t/>
            </a:r>
          </a:p>
          <a:p xmlns:a="http://schemas.openxmlformats.org/drawingml/2006/main">
            <a:r>
              <a:t>FUENTE: Kenneth S. Saladin, Anatomía y fisiología. La unidad entre forma y función, 6.ª edición, capítulo 1 y Atlas A. Páginas PDF 46, 47. Páginas impresas 18, 19.</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21–30 MIN.</a:t>
            </a:r>
          </a:p>
          <a:p xmlns:a="http://schemas.openxmlformats.org/drawingml/2006/main">
            <a:r>
              <a:t>IMPRESCINDIBLE PARA EXPLICAR: La técnica de imagen determina qué estructura o actividad podemos observar.</a:t>
            </a:r>
          </a:p>
          <a:p xmlns:a="http://schemas.openxmlformats.org/drawingml/2006/main">
            <a:r>
              <a:t>RELACIÓN CON LAS IMÁGENES Y DESARROLLO ORAL: La lámina resume las cinco técnicas descritas en Conocimiento más a fondo 1.5. TC: rayos X y reconstrucción. RM: campo magnético y radiofrecuencia. Ecografía: sonido. PET: radiotrazador e información metabólica. Referencia: Saladin pp. 23–24, PDF 51–52.</a:t>
            </a:r>
          </a:p>
          <a:p xmlns:a="http://schemas.openxmlformats.org/drawingml/2006/main">
            <a:r>
              <a:t/>
            </a:r>
          </a:p>
          <a:p xmlns:a="http://schemas.openxmlformats.org/drawingml/2006/main">
            <a:r>
              <a:t>FUENTE: Kenneth S. Saladin, Anatomía y fisiología. La unidad entre forma y función, 6.ª edición, capítulo 1 y Atlas A. Páginas PDF 51. Páginas impresas 23.</a:t>
            </a:r>
          </a:p>
          <a:p xmlns:a="http://schemas.openxmlformats.org/drawingml/2006/main">
            <a:r>
              <a:t>Archivo oficial: morfofisiliologia-saladin-anatomia-y-fisiologia (1) (3).pdf.</a:t>
            </a:r>
          </a:p>
          <a:p xmlns:a="http://schemas.openxmlformats.org/drawingml/2006/main">
            <a:r>
              <a:t>Las figuras originales provienen de capitulo 1 saladin.pptx. Esta lámina incluye un esquema generado con IA, revisado frente al texto oficial; no es una imagen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21–30 MIN.</a:t>
            </a:r>
          </a:p>
          <a:p xmlns:a="http://schemas.openxmlformats.org/drawingml/2006/main">
            <a:r>
              <a:t>IMPRESCINDIBLE PARA EXPLICAR: Radiografía: proyección · TC: cortes reconstruidos con rayos X.</a:t>
            </a:r>
          </a:p>
          <a:p xmlns:a="http://schemas.openxmlformats.org/drawingml/2006/main">
            <a:r>
              <a:t>RELACIÓN CON LAS IMÁGENES Y DESARROLLO ORAL: Las imágenes originales muestran distintos usos de rayos X y un equipo de TC. No diagnosticar a partir de estas ilustraciones. Usar la comparación para distinguir proyección y cortes reconstruidos.</a:t>
            </a:r>
          </a:p>
          <a:p xmlns:a="http://schemas.openxmlformats.org/drawingml/2006/main">
            <a:r>
              <a:t/>
            </a:r>
          </a:p>
          <a:p xmlns:a="http://schemas.openxmlformats.org/drawingml/2006/main">
            <a:r>
              <a:t>FUENTE: Kenneth S. Saladin, Anatomía y fisiología. La unidad entre forma y función, 6.ª edición, capítulo 1 y Atlas A. Páginas PDF 51, 52. Páginas impresas 23, 24.</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21–30 MIN.</a:t>
            </a:r>
          </a:p>
          <a:p xmlns:a="http://schemas.openxmlformats.org/drawingml/2006/main">
            <a:r>
              <a:t>IMPRESCINDIBLE PARA EXPLICAR: PET: información metabólica · RM: imagen mediante campo magnético y radiofrecuencia.</a:t>
            </a:r>
          </a:p>
          <a:p xmlns:a="http://schemas.openxmlformats.org/drawingml/2006/main">
            <a:r>
              <a:t>RELACIÓN CON LAS IMÁGENES Y DESARROLLO ORAL: Comparar PET, combinación de imágenes y resonancia. La RM funcional representa cambios asociados a actividad. El color por sí solo no equivale a diagnóstico.</a:t>
            </a:r>
          </a:p>
          <a:p xmlns:a="http://schemas.openxmlformats.org/drawingml/2006/main">
            <a:r>
              <a:t/>
            </a:r>
          </a:p>
          <a:p xmlns:a="http://schemas.openxmlformats.org/drawingml/2006/main">
            <a:r>
              <a:t>FUENTE: Kenneth S. Saladin, Anatomía y fisiología. La unidad entre forma y función, 6.ª edición, capítulo 1 y Atlas A. Páginas PDF 51, 52. Páginas impresas 23, 24.</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21–30 MIN.</a:t>
            </a:r>
          </a:p>
          <a:p xmlns:a="http://schemas.openxmlformats.org/drawingml/2006/main">
            <a:r>
              <a:t>IMPRESCINDIBLE PARA EXPLICAR: La ecografía forma imágenes con los ecos del sonido.</a:t>
            </a:r>
          </a:p>
          <a:p xmlns:a="http://schemas.openxmlformats.org/drawingml/2006/main">
            <a:r>
              <a:t>RELACIÓN CON LAS IMÁGENES Y DESARROLLO ORAL: La ecografía usa ondas de sonido de alta frecuencia y los ecos para formar imágenes. No requiere rayos X.</a:t>
            </a:r>
          </a:p>
          <a:p xmlns:a="http://schemas.openxmlformats.org/drawingml/2006/main">
            <a:r>
              <a:t/>
            </a:r>
          </a:p>
          <a:p xmlns:a="http://schemas.openxmlformats.org/drawingml/2006/main">
            <a:r>
              <a:t>FUENTE: Kenneth S. Saladin, Anatomía y fisiología. La unidad entre forma y función, 6.ª edición, capítulo 1 y Atlas A. Páginas PDF 52. Páginas impresas 24.</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21–30 MIN.</a:t>
            </a:r>
          </a:p>
          <a:p xmlns:a="http://schemas.openxmlformats.org/drawingml/2006/main">
            <a:r>
              <a:t>IMPRESCINDIBLE PARA EXPLICAR: Derecha e izquierda siempre pertenecen al paciente.</a:t>
            </a:r>
          </a:p>
          <a:p xmlns:a="http://schemas.openxmlformats.org/drawingml/2006/main">
            <a:r>
              <a:t>RELACIÓN CON LAS IMÁGENES Y DESARROLLO ORAL: La posición anatómica orienta todas las descripciones, incluso si el paciente está acostado. Distinguir supinación del antebrazo de decúbito supino.</a:t>
            </a:r>
          </a:p>
          <a:p xmlns:a="http://schemas.openxmlformats.org/drawingml/2006/main">
            <a:r>
              <a:t/>
            </a:r>
          </a:p>
          <a:p xmlns:a="http://schemas.openxmlformats.org/drawingml/2006/main">
            <a:r>
              <a:t>FUENTE: Kenneth S. Saladin, Anatomía y fisiología. La unidad entre forma y función, 6.ª edición, capítulo 1 y Atlas A. Páginas PDF 57, 58. Páginas impresas 29, 30.</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21–30 MIN.</a:t>
            </a:r>
          </a:p>
          <a:p xmlns:a="http://schemas.openxmlformats.org/drawingml/2006/main">
            <a:r>
              <a:t>IMPRESCINDIBLE PARA EXPLICAR: Supino: boca arriba · Prono: boca abajo; no confundir con el giro del antebrazo.</a:t>
            </a:r>
          </a:p>
          <a:p xmlns:a="http://schemas.openxmlformats.org/drawingml/2006/main">
            <a:r>
              <a:t>RELACIÓN CON LAS IMÁGENES Y DESARROLLO ORAL: Las mnemotecnias refuerzan la posición de referencia.</a:t>
            </a:r>
          </a:p>
          <a:p xmlns:a="http://schemas.openxmlformats.org/drawingml/2006/main">
            <a:r>
              <a:t/>
            </a:r>
          </a:p>
          <a:p xmlns:a="http://schemas.openxmlformats.org/drawingml/2006/main">
            <a:r>
              <a:t>FUENTE: Kenneth S. Saladin, Anatomía y fisiología. La unidad entre forma y función, 6.ª edición, capítulo 1 y Atlas A. Páginas PDF 58. Páginas impresas 30.</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21–30 MIN.</a:t>
            </a:r>
          </a:p>
          <a:p xmlns:a="http://schemas.openxmlformats.org/drawingml/2006/main">
            <a:r>
              <a:t>IMPRESCINDIBLE PARA EXPLICAR: Plano: superficie imaginaria · Corte o sección: división real de una estructura.</a:t>
            </a:r>
          </a:p>
          <a:p xmlns:a="http://schemas.openxmlformats.org/drawingml/2006/main">
            <a:r>
              <a:t>RELACIÓN CON LAS IMÁGENES Y DESARROLLO ORAL: Sagital: derecha e izquierda. Mediano: por la línea media. Frontal: anterior y posterior. Transversal: superior e inferior. Las escenas de ficción originales son analogías de cortes, no imágenes anatómicas reales.</a:t>
            </a:r>
          </a:p>
          <a:p xmlns:a="http://schemas.openxmlformats.org/drawingml/2006/main">
            <a:r>
              <a:t/>
            </a:r>
          </a:p>
          <a:p xmlns:a="http://schemas.openxmlformats.org/drawingml/2006/main">
            <a:r>
              <a:t>FUENTE: Kenneth S. Saladin, Anatomía y fisiología. La unidad entre forma y función, 6.ª edición, capítulo 1 y Atlas A. Páginas PDF 58. Páginas impresas 30.</a:t>
            </a:r>
          </a:p>
          <a:p xmlns:a="http://schemas.openxmlformats.org/drawingml/2006/main">
            <a:r>
              <a:t>Glosario: plano frontal y plano coronal. Página impresa G-15; página PDF 1193.</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21–30 MIN.</a:t>
            </a:r>
          </a:p>
          <a:p xmlns:a="http://schemas.openxmlformats.org/drawingml/2006/main">
            <a:r>
              <a:t>IMPRESCINDIBLE PARA EXPLICAR: Todo término de ubicación compara una estructura con otra.</a:t>
            </a:r>
          </a:p>
          <a:p xmlns:a="http://schemas.openxmlformats.org/drawingml/2006/main">
            <a:r>
              <a:t>RELACIÓN CON LAS IMÁGENES Y DESARROLLO ORAL: Los dibujos representan relaciones espaciales. Explicar cada par desde la posición anatómica y señalar qué estructura se compara con cuál. Añadir anterior/posterior, ipsolateral/contralateral con gestos. Los términos son relativos a otra estructura. El codo es proximal a la muñeca y la piel superficial al músculo. La figura original acompaña la comparación.</a:t>
            </a:r>
          </a:p>
          <a:p xmlns:a="http://schemas.openxmlformats.org/drawingml/2006/main">
            <a:r>
              <a:t/>
            </a:r>
          </a:p>
          <a:p xmlns:a="http://schemas.openxmlformats.org/drawingml/2006/main">
            <a:r>
              <a:t>FUENTE: Kenneth S. Saladin, Anatomía y fisiología. La unidad entre forma y función, 6.ª edición, capítulo 1 y Atlas A. Páginas PDF 57, 58, 59. Páginas impresas 29, 30, 31.</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21–30 MIN.</a:t>
            </a:r>
          </a:p>
          <a:p xmlns:a="http://schemas.openxmlformats.org/drawingml/2006/main">
            <a:r>
              <a:t>IMPRESCINDIBLE PARA EXPLICAR: Axial: cabeza, cuello y tronco · Apendicular: extremidades · Axilar: axila.</a:t>
            </a:r>
          </a:p>
          <a:p xmlns:a="http://schemas.openxmlformats.org/drawingml/2006/main">
            <a:r>
              <a:t>RELACIÓN CON LAS IMÁGENES Y DESARROLLO ORAL: Axial se refiere al eje corporal; axilar, a la axila. No exigir todos los nombres regionales en una sola lectura: señalar solo los que se usarán.</a:t>
            </a:r>
          </a:p>
          <a:p xmlns:a="http://schemas.openxmlformats.org/drawingml/2006/main">
            <a:r>
              <a:t/>
            </a:r>
          </a:p>
          <a:p xmlns:a="http://schemas.openxmlformats.org/drawingml/2006/main">
            <a:r>
              <a:t>FUENTE: Kenneth S. Saladin, Anatomía y fisiología. La unidad entre forma y función, 6.ª edición, capítulo 1 y Atlas A. Páginas PDF 59, 60, 62. Páginas impresas 31, 32, 34.</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21–30 MIN.</a:t>
            </a:r>
          </a:p>
          <a:p xmlns:a="http://schemas.openxmlformats.org/drawingml/2006/main">
            <a:r>
              <a:t>IMPRESCINDIBLE PARA EXPLICAR: Los cuadrantes y las regiones se nombran desde la derecha e izquierda del paciente.</a:t>
            </a:r>
          </a:p>
          <a:p xmlns:a="http://schemas.openxmlformats.org/drawingml/2006/main">
            <a:r>
              <a:t>RELACIÓN CON LAS IMÁGENES Y DESARROLLO ORAL: Cuadrantes: superior/inferior y derecho/izquierdo. En nueve regiones, columnas laterales hipocondrial, lumbar e inguinal; columna media epigástrica, umbilical e hipogástrica. La escena futbolística es una mnemotecnia de orientación.</a:t>
            </a:r>
          </a:p>
          <a:p xmlns:a="http://schemas.openxmlformats.org/drawingml/2006/main">
            <a:r>
              <a:t/>
            </a:r>
          </a:p>
          <a:p xmlns:a="http://schemas.openxmlformats.org/drawingml/2006/main">
            <a:r>
              <a:t>FUENTE: Kenneth S. Saladin, Anatomía y fisiología. La unidad entre forma y función, 6.ª edición, capítulo 1 y Atlas A. Páginas PDF 59, 60, 61, 62. Páginas impresas 31, 32, 33, 34.</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30–35 MIN.</a:t>
            </a:r>
          </a:p>
          <a:p xmlns:a="http://schemas.openxmlformats.org/drawingml/2006/main">
            <a:r>
              <a:t>IMPRESCINDIBLE PARA EXPLICAR: El diafragma separa tórax y abdomen; abdomen y pelvis se continúan.</a:t>
            </a:r>
          </a:p>
          <a:p xmlns:a="http://schemas.openxmlformats.org/drawingml/2006/main">
            <a:r>
              <a:t>RELACIÓN CON LAS IMÁGENES Y DESARROLLO ORAL: Encéfalo y médula espinal: cavidades continuas protegidas por meninges. El diafragma separa tórax y abdomen; abdomen y pelvis se continúan.</a:t>
            </a:r>
          </a:p>
          <a:p xmlns:a="http://schemas.openxmlformats.org/drawingml/2006/main">
            <a:r>
              <a:t/>
            </a:r>
          </a:p>
          <a:p xmlns:a="http://schemas.openxmlformats.org/drawingml/2006/main">
            <a:r>
              <a:t>FUENTE: Kenneth S. Saladin, Anatomía y fisiología. La unidad entre forma y función, 6.ª edición, capítulo 1 y Atlas A. Páginas PDF 62, 63, 64. Páginas impresas 34, 35, 36.</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30–35 MIN.</a:t>
            </a:r>
          </a:p>
          <a:p xmlns:a="http://schemas.openxmlformats.org/drawingml/2006/main">
            <a:r>
              <a:t>IMPRESCINDIBLE PARA EXPLICAR: Pleuras: pulmones · Pericardio: corazón · Mediastino: entre ambos pulmones.</a:t>
            </a:r>
          </a:p>
          <a:p xmlns:a="http://schemas.openxmlformats.org/drawingml/2006/main">
            <a:r>
              <a:t>RELACIÓN CON LAS IMÁGENES Y DESARROLLO ORAL: Las figuras originales permiten ubicar las cavidades pleurales y el espacio pericárdico. El mediastino está entre los pulmones. Identificar hojas parietal y visceral en las ampliaciones.</a:t>
            </a:r>
          </a:p>
          <a:p xmlns:a="http://schemas.openxmlformats.org/drawingml/2006/main">
            <a:r>
              <a:t/>
            </a:r>
          </a:p>
          <a:p xmlns:a="http://schemas.openxmlformats.org/drawingml/2006/main">
            <a:r>
              <a:t>FUENTE: Kenneth S. Saladin, Anatomía y fisiología. La unidad entre forma y función, 6.ª edición, capítulo 1 y Atlas A. Páginas PDF 63. Páginas impresas 35.</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30–35 MIN.</a:t>
            </a:r>
          </a:p>
          <a:p xmlns:a="http://schemas.openxmlformats.org/drawingml/2006/main">
            <a:r>
              <a:t>IMPRESCINDIBLE PARA EXPLICAR: Parietal: pared · Visceral: órgano · Líquido seroso: menor fricción.</a:t>
            </a:r>
          </a:p>
          <a:p xmlns:a="http://schemas.openxmlformats.org/drawingml/2006/main">
            <a:r>
              <a:t>RELACIÓN CON LAS IMÁGENES Y DESARROLLO ORAL: Peritoneo parietal tapiza la pared, visceral se relaciona con vísceras. Los mesenterios forman pliegues de sostén y comunicación. La cavidad peritoneal es un espacio entre hojas, no una bolsa que contiene todos los órganos abdominales.</a:t>
            </a:r>
          </a:p>
          <a:p xmlns:a="http://schemas.openxmlformats.org/drawingml/2006/main">
            <a:r>
              <a:t/>
            </a:r>
          </a:p>
          <a:p xmlns:a="http://schemas.openxmlformats.org/drawingml/2006/main">
            <a:r>
              <a:t>FUENTE: Kenneth S. Saladin, Anatomía y fisiología. La unidad entre forma y función, 6.ª edición, capítulo 1 y Atlas A. Páginas PDF 63, 64, 65. Páginas impresas 35, 36, 37.</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30–35 MIN.</a:t>
            </a:r>
          </a:p>
          <a:p xmlns:a="http://schemas.openxmlformats.org/drawingml/2006/main">
            <a:r>
              <a:t>IMPRESCINDIBLE PARA EXPLICAR: Retroperitoneal = situado detrás del peritoneo parietal.</a:t>
            </a:r>
          </a:p>
          <a:p xmlns:a="http://schemas.openxmlformats.org/drawingml/2006/main">
            <a:r>
              <a:t>RELACIÓN CON LAS IMÁGENES Y DESARROLLO ORAL: El libro enumera órganos retroperitoneales y distingue relaciones con el peritoneo. En esta lámina, los fragmentos del colon original son apoyo de ubicación del docente, sin añadir una lista exhaustiva que el texto de esta sección no desarrolla. Mantener “gran parte” del páncreas. La caricatura es una mnemotecnia.</a:t>
            </a:r>
          </a:p>
          <a:p xmlns:a="http://schemas.openxmlformats.org/drawingml/2006/main">
            <a:r>
              <a:t/>
            </a:r>
          </a:p>
          <a:p xmlns:a="http://schemas.openxmlformats.org/drawingml/2006/main">
            <a:r>
              <a:t>FUENTE: Kenneth S. Saladin, Anatomía y fisiología. La unidad entre forma y función, 6.ª edición, capítulo 1 y Atlas A. Páginas PDF 64, 65. Páginas impresas 36, 37.</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30–35 MIN.</a:t>
            </a:r>
          </a:p>
          <a:p xmlns:a="http://schemas.openxmlformats.org/drawingml/2006/main">
            <a:r>
              <a:t>IMPRESCINDIBLE PARA EXPLICAR: Identificar una estructura exige relacionar dónde está y qué hace.</a:t>
            </a:r>
          </a:p>
          <a:p xmlns:a="http://schemas.openxmlformats.org/drawingml/2006/main">
            <a:r>
              <a:t>RELACIÓN CON LAS IMÁGENES Y DESARROLLO ORAL: Relacionar estructura, función y ubicación. Una diferencia de ubicación importa al explorar e interpretar imágenes. No emitir un diagnóstico a partir de la fotografía de garganta.</a:t>
            </a:r>
          </a:p>
          <a:p xmlns:a="http://schemas.openxmlformats.org/drawingml/2006/main">
            <a:r>
              <a:t/>
            </a:r>
          </a:p>
          <a:p xmlns:a="http://schemas.openxmlformats.org/drawingml/2006/main">
            <a:r>
              <a:t>FUENTE: Kenneth S. Saladin, Anatomía y fisiología. La unidad entre forma y función, 6.ª edición, capítulo 1 y Atlas A. Páginas PDF 30, 31, 41, 42. Páginas impresas 2, 3, 13, 14.</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BLOQUE DE TIEMPO 35–90 MIN.</a:t>
            </a:r>
          </a:p>
          <a:p xmlns:a="http://schemas.openxmlformats.org/drawingml/2006/main">
            <a:r>
              <a:t>IMPRESCINDIBLE PARA EXPLICAR: Aplicar → recuperar de memoria → evaluar → revisar las explicaciones.</a:t>
            </a:r>
          </a:p>
          <a:p xmlns:a="http://schemas.openxmlformats.org/drawingml/2006/main">
            <a:r>
              <a:t>RELACIÓN CON LAS IMÁGENES Y DESARROLLO ORAL: La exposición ocupa 35 minutos en total y esta fase 55, para completar 90. La evaluación conserva 30 preguntas y 30 minutos en la plataforma. Preparar acceso y actividades antes de la clase. Revisar las explicaciones después de enviar las respuestas en la evaluación.</a:t>
            </a:r>
          </a:p>
          <a:p xmlns:a="http://schemas.openxmlformats.org/drawingml/2006/main">
            <a:r>
              <a:t/>
            </a:r>
          </a:p>
          <a:p xmlns:a="http://schemas.openxmlformats.org/drawingml/2006/main">
            <a:r>
              <a:t>FUENTE: Kenneth S. Saladin, Anatomía y fisiología. La unidad entre forma y función, 6.ª edición, capítulo 1 y Atlas A. </a:t>
            </a:r>
          </a:p>
          <a:p xmlns:a="http://schemas.openxmlformats.org/drawingml/2006/main">
            <a:r>
              <a:t>Archivo oficial: morfofisiliologia-saladin-anatomia-y-fisiologia (1) (3).pdf.</a:t>
            </a:r>
          </a:p>
          <a:p xmlns:a="http://schemas.openxmlformats.org/drawingml/2006/main">
            <a:r>
              <a:t>Las figuras originales provienen de capitulo 1 saladin.pptx.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f19fdd7e4bf449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8c4d179a3440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8054a4b4cd43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e63206e4c7e44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43c3ad497145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da5c52188544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1FE892-0299-4953-A918-02FB430BAEA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C8BF19-2C33-42B3-9828-1BE83CBB80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23D98BA-0A1F-4791-B6A3-7924F5BE1C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1A3FC4-8A59-4F94-BF6B-C4ECA3060D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CB68473-6A8E-4EEC-B209-5C928CA82D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8442D7-E397-4433-B2B9-7FBD4F1EA5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413A2C-EBED-442C-B066-4CDA72A0D6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7B45E02-96A6-4E71-BAC2-94E39065C0C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C702BA-7819-4C24-BC40-32FDAB5F3C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4B471F-9DEC-4469-8D4D-FED0F7B276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e7d1a0a83d49ec" /><Relationship Type="http://schemas.openxmlformats.org/officeDocument/2006/relationships/slideLayout" Target="/ppt/slideLayouts/slideLayout1.xml" Id="R682bd475718543e5" /><Relationship Type="http://schemas.openxmlformats.org/officeDocument/2006/relationships/slideLayout" Target="/ppt/slideLayouts/slideLayout2.xml" Id="R527acb64058a40dd" /><Relationship Type="http://schemas.openxmlformats.org/officeDocument/2006/relationships/slideLayout" Target="/ppt/slideLayouts/slideLayout3.xml" Id="R676375296de34415" /><Relationship Type="http://schemas.openxmlformats.org/officeDocument/2006/relationships/slideLayout" Target="/ppt/slideLayouts/slideLayout4.xml" Id="R241c592745b04dd1" /><Relationship Type="http://schemas.openxmlformats.org/officeDocument/2006/relationships/slideLayout" Target="/ppt/slideLayouts/slideLayout5.xml" Id="R10727216ea6844ca" /><Relationship Type="http://schemas.openxmlformats.org/officeDocument/2006/relationships/slideLayout" Target="/ppt/slideLayouts/slideLayout6.xml" Id="R664cccbd80964d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2bd475718543e5"/>
    <p:sldLayoutId xmlns:r="http://schemas.openxmlformats.org/officeDocument/2006/relationships" id="2147483650" r:id="R527acb64058a40dd"/>
    <p:sldLayoutId xmlns:r="http://schemas.openxmlformats.org/officeDocument/2006/relationships" id="2147483651" r:id="R676375296de34415"/>
    <p:sldLayoutId xmlns:r="http://schemas.openxmlformats.org/officeDocument/2006/relationships" id="2147483652" r:id="R241c592745b04dd1"/>
    <p:sldLayoutId xmlns:r="http://schemas.openxmlformats.org/officeDocument/2006/relationships" id="2147483653" r:id="R10727216ea6844ca"/>
    <p:sldLayoutId xmlns:r="http://schemas.openxmlformats.org/officeDocument/2006/relationships" id="2147483654" r:id="R664cccbd80964d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dd49e293f064490" /><Relationship Type="http://schemas.openxmlformats.org/officeDocument/2006/relationships/image" Target="/ppt/media/image.png" Id="Rf6b78ad3afd64815" /><Relationship Type="http://schemas.openxmlformats.org/officeDocument/2006/relationships/notesSlide" Target="/ppt/notesSlides/notesSlide1.xml" Id="Reebc6bcef50949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6c8066250444dee" /><Relationship Type="http://schemas.openxmlformats.org/officeDocument/2006/relationships/image" Target="/ppt/media/image2.png" Id="Rb5e82f5e70e447c4" /><Relationship Type="http://schemas.openxmlformats.org/officeDocument/2006/relationships/image" Target="/ppt/media/image3.png" Id="R3a9ab491f14a4e4a" /><Relationship Type="http://schemas.openxmlformats.org/officeDocument/2006/relationships/image" Target="/ppt/media/image4.png" Id="R1e821c6d204644b9" /><Relationship Type="http://schemas.openxmlformats.org/officeDocument/2006/relationships/image" Target="/ppt/media/image5.png" Id="R5d4cf84603184269" /><Relationship Type="http://schemas.openxmlformats.org/officeDocument/2006/relationships/notesSlide" Target="/ppt/notesSlides/notesSlide2.xml" Id="Redcd8b59f22d43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9e5806709884e5b" /><Relationship Type="http://schemas.openxmlformats.org/officeDocument/2006/relationships/image" Target="/ppt/media/image6.png" Id="R2ea292785a4d481e" /><Relationship Type="http://schemas.openxmlformats.org/officeDocument/2006/relationships/image" Target="/ppt/media/image7.png" Id="Rcfde2b02459e43de" /><Relationship Type="http://schemas.openxmlformats.org/officeDocument/2006/relationships/image" Target="/ppt/media/image8.png" Id="Ra435035dc7194f35" /><Relationship Type="http://schemas.openxmlformats.org/officeDocument/2006/relationships/image" Target="/ppt/media/image9.png" Id="R102a9c833d204079" /><Relationship Type="http://schemas.openxmlformats.org/officeDocument/2006/relationships/notesSlide" Target="/ppt/notesSlides/notesSlide3.xml" Id="R9edaa6a1e9044f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eae4017c2254a55" /><Relationship Type="http://schemas.openxmlformats.org/officeDocument/2006/relationships/image" Target="/ppt/media/image10.png" Id="Ree0567438f604522" /><Relationship Type="http://schemas.openxmlformats.org/officeDocument/2006/relationships/image" Target="/ppt/media/image11.png" Id="Rba0cc7b77f1e4c8b" /><Relationship Type="http://schemas.openxmlformats.org/officeDocument/2006/relationships/image" Target="/ppt/media/image12.png" Id="R69536c8a17d647c1" /><Relationship Type="http://schemas.openxmlformats.org/officeDocument/2006/relationships/image" Target="/ppt/media/image13.png" Id="R6b20640b619c4e0b" /><Relationship Type="http://schemas.openxmlformats.org/officeDocument/2006/relationships/image" Target="/ppt/media/image14.png" Id="R91f79ac7a31d4318" /><Relationship Type="http://schemas.openxmlformats.org/officeDocument/2006/relationships/image" Target="/ppt/media/image15.png" Id="R52b46c4306264c8d" /><Relationship Type="http://schemas.openxmlformats.org/officeDocument/2006/relationships/notesSlide" Target="/ppt/notesSlides/notesSlide4.xml" Id="Rfe7e57a1848b48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44b502935334042" /><Relationship Type="http://schemas.openxmlformats.org/officeDocument/2006/relationships/image" Target="/ppt/media/image16.png" Id="R27da050ca3eb4749" /><Relationship Type="http://schemas.openxmlformats.org/officeDocument/2006/relationships/image" Target="/ppt/media/image17.png" Id="R8f16e6169fb44c19" /><Relationship Type="http://schemas.openxmlformats.org/officeDocument/2006/relationships/image" Target="/ppt/media/image18.png" Id="Re660dc7fb04d409b" /><Relationship Type="http://schemas.openxmlformats.org/officeDocument/2006/relationships/image" Target="/ppt/media/image19.png" Id="R5553ce0fabf6435a" /><Relationship Type="http://schemas.openxmlformats.org/officeDocument/2006/relationships/notesSlide" Target="/ppt/notesSlides/notesSlide5.xml" Id="R304d2388343643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0fa28371ea44d11" /><Relationship Type="http://schemas.openxmlformats.org/officeDocument/2006/relationships/image" Target="/ppt/media/image20.png" Id="R15d1a19de045459c" /><Relationship Type="http://schemas.openxmlformats.org/officeDocument/2006/relationships/image" Target="/ppt/media/image21.png" Id="Rd3ecc39f75e14d32" /><Relationship Type="http://schemas.openxmlformats.org/officeDocument/2006/relationships/image" Target="/ppt/media/image22.png" Id="R8dcef39670be473e" /><Relationship Type="http://schemas.openxmlformats.org/officeDocument/2006/relationships/image" Target="/ppt/media/image23.png" Id="R7ac5dec9e7a441dc" /><Relationship Type="http://schemas.openxmlformats.org/officeDocument/2006/relationships/notesSlide" Target="/ppt/notesSlides/notesSlide6.xml" Id="R7082ccb07f9f4c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b6ed3ab3c0c4754" /><Relationship Type="http://schemas.openxmlformats.org/officeDocument/2006/relationships/image" Target="/ppt/media/image24.png" Id="Rad313fa5a6b94d70" /><Relationship Type="http://schemas.openxmlformats.org/officeDocument/2006/relationships/image" Target="/ppt/media/image25.png" Id="R582f45d837114d14" /><Relationship Type="http://schemas.openxmlformats.org/officeDocument/2006/relationships/image" Target="/ppt/media/image26.png" Id="R657e08be41a748ac" /><Relationship Type="http://schemas.openxmlformats.org/officeDocument/2006/relationships/image" Target="/ppt/media/image27.png" Id="Ree6e5228b41e4bda" /><Relationship Type="http://schemas.openxmlformats.org/officeDocument/2006/relationships/image" Target="/ppt/media/image28.png" Id="Rdb796610b6c04bad" /><Relationship Type="http://schemas.openxmlformats.org/officeDocument/2006/relationships/notesSlide" Target="/ppt/notesSlides/notesSlide7.xml" Id="R435bd9c0df8647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a9b2dc77aa4605" /><Relationship Type="http://schemas.openxmlformats.org/officeDocument/2006/relationships/image" Target="/ppt/media/image29.png" Id="R9b8552724a364240" /><Relationship Type="http://schemas.openxmlformats.org/officeDocument/2006/relationships/image" Target="/ppt/media/image30.png" Id="Rf919a151c09848d2" /><Relationship Type="http://schemas.openxmlformats.org/officeDocument/2006/relationships/notesSlide" Target="/ppt/notesSlides/notesSlide8.xml" Id="R98a2559703504b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a9450ff92f34705" /><Relationship Type="http://schemas.openxmlformats.org/officeDocument/2006/relationships/image" Target="/ppt/media/image31.png" Id="Rd3bafb62ef3b4e8c" /><Relationship Type="http://schemas.openxmlformats.org/officeDocument/2006/relationships/image" Target="/ppt/media/image32.png" Id="R35cb8965ba8e46db" /><Relationship Type="http://schemas.openxmlformats.org/officeDocument/2006/relationships/image" Target="/ppt/media/image33.png" Id="Rbe358d7fb49440ae" /><Relationship Type="http://schemas.openxmlformats.org/officeDocument/2006/relationships/image" Target="/ppt/media/image34.png" Id="R76688c63a95643e0" /><Relationship Type="http://schemas.openxmlformats.org/officeDocument/2006/relationships/notesSlide" Target="/ppt/notesSlides/notesSlide9.xml" Id="R411d606e953b48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e1d035706e54615" /><Relationship Type="http://schemas.openxmlformats.org/officeDocument/2006/relationships/image" Target="/ppt/media/image35.png" Id="Re1bb3fa06a7544a9" /><Relationship Type="http://schemas.openxmlformats.org/officeDocument/2006/relationships/image" Target="/ppt/media/image36.png" Id="Rcc1eb020c5ae4e69" /><Relationship Type="http://schemas.openxmlformats.org/officeDocument/2006/relationships/image" Target="/ppt/media/image37.png" Id="Rb35780fe1bcc4451" /><Relationship Type="http://schemas.openxmlformats.org/officeDocument/2006/relationships/notesSlide" Target="/ppt/notesSlides/notesSlide10.xml" Id="R0fe04676d3fb4e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43c6abd162e4b4b" /><Relationship Type="http://schemas.openxmlformats.org/officeDocument/2006/relationships/image" Target="/ppt/media/image38.png" Id="Rce8e11d830e74cde" /><Relationship Type="http://schemas.openxmlformats.org/officeDocument/2006/relationships/image" Target="/ppt/media/image39.png" Id="R203cc46a5c2a4f3e" /><Relationship Type="http://schemas.openxmlformats.org/officeDocument/2006/relationships/notesSlide" Target="/ppt/notesSlides/notesSlide11.xml" Id="Rc93850db56de43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85b8610dc814a18" /><Relationship Type="http://schemas.openxmlformats.org/officeDocument/2006/relationships/image" Target="/ppt/media/image40.png" Id="R6dc45de1d45942ac" /><Relationship Type="http://schemas.openxmlformats.org/officeDocument/2006/relationships/image" Target="/ppt/media/image41.png" Id="R3a586e3af8b0410c" /><Relationship Type="http://schemas.openxmlformats.org/officeDocument/2006/relationships/notesSlide" Target="/ppt/notesSlides/notesSlide12.xml" Id="R8527c18195f646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a328f0071a8433e" /><Relationship Type="http://schemas.openxmlformats.org/officeDocument/2006/relationships/image" Target="/ppt/media/image42.png" Id="R1f87ed32be1e43e4" /><Relationship Type="http://schemas.openxmlformats.org/officeDocument/2006/relationships/image" Target="/ppt/media/image43.png" Id="R3767b625b9b1476b" /><Relationship Type="http://schemas.openxmlformats.org/officeDocument/2006/relationships/notesSlide" Target="/ppt/notesSlides/notesSlide13.xml" Id="R18d777c1fa264d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01227c1806448d1" /><Relationship Type="http://schemas.openxmlformats.org/officeDocument/2006/relationships/image" Target="/ppt/media/image44.png" Id="R8c4a9eedb62f4804" /><Relationship Type="http://schemas.openxmlformats.org/officeDocument/2006/relationships/image" Target="/ppt/media/image45.png" Id="R3f0ee11e980c4d56" /><Relationship Type="http://schemas.openxmlformats.org/officeDocument/2006/relationships/notesSlide" Target="/ppt/notesSlides/notesSlide14.xml" Id="Raf3577b91c22408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61e4e7d97ff471c" /><Relationship Type="http://schemas.openxmlformats.org/officeDocument/2006/relationships/image" Target="/ppt/media/image46.png" Id="Rb9cd7495b03f4e98" /><Relationship Type="http://schemas.openxmlformats.org/officeDocument/2006/relationships/image" Target="/ppt/media/image47.png" Id="R1a6480b4c59640bb" /><Relationship Type="http://schemas.openxmlformats.org/officeDocument/2006/relationships/image" Target="/ppt/media/image48.png" Id="Rdba7f724bbd74688" /><Relationship Type="http://schemas.openxmlformats.org/officeDocument/2006/relationships/image" Target="/ppt/media/image49.png" Id="Rf6147c6370ec4f78" /><Relationship Type="http://schemas.openxmlformats.org/officeDocument/2006/relationships/notesSlide" Target="/ppt/notesSlides/notesSlide15.xml" Id="Rcbce3e3e963449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870ace0e8634dde" /><Relationship Type="http://schemas.openxmlformats.org/officeDocument/2006/relationships/image" Target="/ppt/media/image50.png" Id="R8f44e17233a84ed7" /><Relationship Type="http://schemas.openxmlformats.org/officeDocument/2006/relationships/image" Target="/ppt/media/image51.png" Id="R959fa204d1d94420" /><Relationship Type="http://schemas.openxmlformats.org/officeDocument/2006/relationships/image" Target="/ppt/media/image52.png" Id="R8e548b14f2f14dc2" /><Relationship Type="http://schemas.openxmlformats.org/officeDocument/2006/relationships/image" Target="/ppt/media/image53.png" Id="R602cec30a3ad44e9" /><Relationship Type="http://schemas.openxmlformats.org/officeDocument/2006/relationships/image" Target="/ppt/media/image54.png" Id="Rcd77dcb224ac4141" /><Relationship Type="http://schemas.openxmlformats.org/officeDocument/2006/relationships/notesSlide" Target="/ppt/notesSlides/notesSlide16.xml" Id="R7a96f36130ae401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ef691479fdf4dc2" /><Relationship Type="http://schemas.openxmlformats.org/officeDocument/2006/relationships/image" Target="/ppt/media/image55.png" Id="R96ca1e27060b4db9" /><Relationship Type="http://schemas.openxmlformats.org/officeDocument/2006/relationships/image" Target="/ppt/media/image56.png" Id="R31c977da92b14512" /><Relationship Type="http://schemas.openxmlformats.org/officeDocument/2006/relationships/notesSlide" Target="/ppt/notesSlides/notesSlide17.xml" Id="Rbf09cf05513e4c7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c108258b6e24f0c" /><Relationship Type="http://schemas.openxmlformats.org/officeDocument/2006/relationships/image" Target="/ppt/media/image57.png" Id="Rda23e11714834359" /><Relationship Type="http://schemas.openxmlformats.org/officeDocument/2006/relationships/image" Target="/ppt/media/image58.png" Id="R88538495e0c144c8" /><Relationship Type="http://schemas.openxmlformats.org/officeDocument/2006/relationships/image" Target="/ppt/media/image59.png" Id="R4bf24ea0b3074f8e" /><Relationship Type="http://schemas.openxmlformats.org/officeDocument/2006/relationships/image" Target="/ppt/media/image60.png" Id="Rd02cd38550c34be1" /><Relationship Type="http://schemas.openxmlformats.org/officeDocument/2006/relationships/image" Target="/ppt/media/image61.png" Id="Rda04d0ba59fc4c1d" /><Relationship Type="http://schemas.openxmlformats.org/officeDocument/2006/relationships/notesSlide" Target="/ppt/notesSlides/notesSlide18.xml" Id="Ra65152ba85404b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ce04dae4f224689" /><Relationship Type="http://schemas.openxmlformats.org/officeDocument/2006/relationships/image" Target="/ppt/media/image62.png" Id="Refc78a63708e48fc" /><Relationship Type="http://schemas.openxmlformats.org/officeDocument/2006/relationships/image" Target="/ppt/media/image63.png" Id="Rdc2cf3da9d494032" /><Relationship Type="http://schemas.openxmlformats.org/officeDocument/2006/relationships/image" Target="/ppt/media/image64.png" Id="R825671684c6e4d96" /><Relationship Type="http://schemas.openxmlformats.org/officeDocument/2006/relationships/image" Target="/ppt/media/image65.png" Id="Rf711820d75814fe3" /><Relationship Type="http://schemas.openxmlformats.org/officeDocument/2006/relationships/image" Target="/ppt/media/image66.png" Id="Rab2db560cd8a41d8" /><Relationship Type="http://schemas.openxmlformats.org/officeDocument/2006/relationships/image" Target="/ppt/media/image67.png" Id="R6417153e9e96457e" /><Relationship Type="http://schemas.openxmlformats.org/officeDocument/2006/relationships/image" Target="/ppt/media/image68.png" Id="Rf34fb0a26aba4d63" /><Relationship Type="http://schemas.openxmlformats.org/officeDocument/2006/relationships/image" Target="/ppt/media/image69.png" Id="Rb374961f4c15479d" /><Relationship Type="http://schemas.openxmlformats.org/officeDocument/2006/relationships/notesSlide" Target="/ppt/notesSlides/notesSlide19.xml" Id="R36fed372c8884bf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0d0e794bf22465f" /><Relationship Type="http://schemas.openxmlformats.org/officeDocument/2006/relationships/image" Target="/ppt/media/image70.png" Id="R01ffddab8cba42a9" /><Relationship Type="http://schemas.openxmlformats.org/officeDocument/2006/relationships/image" Target="/ppt/media/image71.png" Id="R17acddce46024b53" /><Relationship Type="http://schemas.openxmlformats.org/officeDocument/2006/relationships/notesSlide" Target="/ppt/notesSlides/notesSlide20.xml" Id="R00c6d531cdf2421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1ed31f3179347c7" /><Relationship Type="http://schemas.openxmlformats.org/officeDocument/2006/relationships/image" Target="/ppt/media/image72.png" Id="Rc1487311dac44e96" /><Relationship Type="http://schemas.openxmlformats.org/officeDocument/2006/relationships/image" Target="/ppt/media/image73.png" Id="R44534bc8e9e8440e" /><Relationship Type="http://schemas.openxmlformats.org/officeDocument/2006/relationships/image" Target="/ppt/media/image74.png" Id="Rcffc293a91c64f09" /><Relationship Type="http://schemas.openxmlformats.org/officeDocument/2006/relationships/image" Target="/ppt/media/image75.png" Id="Rea5ae40b5d55448d" /><Relationship Type="http://schemas.openxmlformats.org/officeDocument/2006/relationships/image" Target="/ppt/media/image76.png" Id="Rf8966f6d83a348bb" /><Relationship Type="http://schemas.openxmlformats.org/officeDocument/2006/relationships/notesSlide" Target="/ppt/notesSlides/notesSlide21.xml" Id="Rfff9e384b41e44a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c54f88ad0f54344" /><Relationship Type="http://schemas.openxmlformats.org/officeDocument/2006/relationships/image" Target="/ppt/media/image77.png" Id="R7bca75ea975b47df" /><Relationship Type="http://schemas.openxmlformats.org/officeDocument/2006/relationships/image" Target="/ppt/media/image78.png" Id="R90aecf747ae94b2b" /><Relationship Type="http://schemas.openxmlformats.org/officeDocument/2006/relationships/image" Target="/ppt/media/image79.png" Id="R7d93e9544c494232" /><Relationship Type="http://schemas.openxmlformats.org/officeDocument/2006/relationships/notesSlide" Target="/ppt/notesSlides/notesSlide22.xml" Id="R486f82582c984f4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99908104bfc457c" /><Relationship Type="http://schemas.openxmlformats.org/officeDocument/2006/relationships/image" Target="/ppt/media/image80.png" Id="R9689e7663cfc47bd" /><Relationship Type="http://schemas.openxmlformats.org/officeDocument/2006/relationships/image" Target="/ppt/media/image81.png" Id="Rb4ee89e3462c468d" /><Relationship Type="http://schemas.openxmlformats.org/officeDocument/2006/relationships/image" Target="/ppt/media/image82.png" Id="R02289f731c704dee" /><Relationship Type="http://schemas.openxmlformats.org/officeDocument/2006/relationships/notesSlide" Target="/ppt/notesSlides/notesSlide23.xml" Id="R76c9aa7457434d5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1ea453faafe4f8d" /><Relationship Type="http://schemas.openxmlformats.org/officeDocument/2006/relationships/image" Target="/ppt/media/image83.png" Id="Rff5749c1568540f3" /><Relationship Type="http://schemas.openxmlformats.org/officeDocument/2006/relationships/image" Target="/ppt/media/image84.png" Id="Rb2577a7edced4e08" /><Relationship Type="http://schemas.openxmlformats.org/officeDocument/2006/relationships/notesSlide" Target="/ppt/notesSlides/notesSlide24.xml" Id="R86033a0dfde0405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b1e81b62e744794" /><Relationship Type="http://schemas.openxmlformats.org/officeDocument/2006/relationships/image" Target="/ppt/media/image85.png" Id="Rc8ad8c8790c449d9" /><Relationship Type="http://schemas.openxmlformats.org/officeDocument/2006/relationships/image" Target="/ppt/media/image86.png" Id="Rdba6915a174a4696" /><Relationship Type="http://schemas.openxmlformats.org/officeDocument/2006/relationships/image" Target="/ppt/media/image87.png" Id="R449c977af12f4f2d" /><Relationship Type="http://schemas.openxmlformats.org/officeDocument/2006/relationships/image" Target="/ppt/media/image88.png" Id="R52cfde06b4dd43ec" /><Relationship Type="http://schemas.openxmlformats.org/officeDocument/2006/relationships/image" Target="/ppt/media/image89.png" Id="Rdde5e0827f1641ad" /><Relationship Type="http://schemas.openxmlformats.org/officeDocument/2006/relationships/image" Target="/ppt/media/image90.png" Id="R89a6c3588e914fd5" /><Relationship Type="http://schemas.openxmlformats.org/officeDocument/2006/relationships/image" Target="/ppt/media/image91.png" Id="R405e8794cfda44ec" /><Relationship Type="http://schemas.openxmlformats.org/officeDocument/2006/relationships/notesSlide" Target="/ppt/notesSlides/notesSlide25.xml" Id="R2d107836326747d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6400dbbd9874e29" /><Relationship Type="http://schemas.openxmlformats.org/officeDocument/2006/relationships/image" Target="/ppt/media/image92.png" Id="R2d5641ba63a0442b" /><Relationship Type="http://schemas.openxmlformats.org/officeDocument/2006/relationships/image" Target="/ppt/media/image93.png" Id="R6243c83c453c49f7" /><Relationship Type="http://schemas.openxmlformats.org/officeDocument/2006/relationships/image" Target="/ppt/media/image94.png" Id="R67c6ad4cd6ea4344" /><Relationship Type="http://schemas.openxmlformats.org/officeDocument/2006/relationships/image" Target="/ppt/media/image95.png" Id="R1a65719ffd0441e8" /><Relationship Type="http://schemas.openxmlformats.org/officeDocument/2006/relationships/image" Target="/ppt/media/image96.png" Id="R3fe26eb910c54e1d" /><Relationship Type="http://schemas.openxmlformats.org/officeDocument/2006/relationships/image" Target="/ppt/media/image97.png" Id="R24c043ea21024f3e" /><Relationship Type="http://schemas.openxmlformats.org/officeDocument/2006/relationships/notesSlide" Target="/ppt/notesSlides/notesSlide26.xml" Id="R50b13f97461d4fc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22f3ed195a9468b" /><Relationship Type="http://schemas.openxmlformats.org/officeDocument/2006/relationships/image" Target="/ppt/media/image98.png" Id="R9d6a145a1f9f4c81" /><Relationship Type="http://schemas.openxmlformats.org/officeDocument/2006/relationships/image" Target="/ppt/media/image99.png" Id="R50d294cb17194d75" /><Relationship Type="http://schemas.openxmlformats.org/officeDocument/2006/relationships/image" Target="/ppt/media/image100.png" Id="R9912379556e741f6" /><Relationship Type="http://schemas.openxmlformats.org/officeDocument/2006/relationships/notesSlide" Target="/ppt/notesSlides/notesSlide27.xml" Id="R17e150f026f6440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86391c19f7d4dcd" /><Relationship Type="http://schemas.openxmlformats.org/officeDocument/2006/relationships/image" Target="/ppt/media/image101.png" Id="Rf7e50839345f4455" /><Relationship Type="http://schemas.openxmlformats.org/officeDocument/2006/relationships/image" Target="/ppt/media/image102.png" Id="R6ab844fb29be4d67" /><Relationship Type="http://schemas.openxmlformats.org/officeDocument/2006/relationships/image" Target="/ppt/media/image103.png" Id="Rc3f11261df904562" /><Relationship Type="http://schemas.openxmlformats.org/officeDocument/2006/relationships/image" Target="/ppt/media/image104.png" Id="R0ea021f7ee28460e" /><Relationship Type="http://schemas.openxmlformats.org/officeDocument/2006/relationships/image" Target="/ppt/media/image105.png" Id="R47b46fc6889d4df4" /><Relationship Type="http://schemas.openxmlformats.org/officeDocument/2006/relationships/notesSlide" Target="/ppt/notesSlides/notesSlide28.xml" Id="Rceaff8a98a21461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da75ebfd6f245f4" /><Relationship Type="http://schemas.openxmlformats.org/officeDocument/2006/relationships/image" Target="/ppt/media/image106.png" Id="Rfa0168ee1d4d4c7f" /><Relationship Type="http://schemas.openxmlformats.org/officeDocument/2006/relationships/image" Target="/ppt/media/image107.png" Id="Rd1c46e6f3a0c42c6" /><Relationship Type="http://schemas.openxmlformats.org/officeDocument/2006/relationships/image" Target="/ppt/media/image108.png" Id="Rdac4b873fd664349" /><Relationship Type="http://schemas.openxmlformats.org/officeDocument/2006/relationships/image" Target="/ppt/media/image109.png" Id="R2c5d3841efe94311" /><Relationship Type="http://schemas.openxmlformats.org/officeDocument/2006/relationships/notesSlide" Target="/ppt/notesSlides/notesSlide29.xml" Id="R5c4c986e790d471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d690d3fc26f4ccf" /><Relationship Type="http://schemas.openxmlformats.org/officeDocument/2006/relationships/image" Target="/ppt/media/image110.png" Id="Raf59cbfb92754388" /><Relationship Type="http://schemas.openxmlformats.org/officeDocument/2006/relationships/image" Target="/ppt/media/image111.png" Id="R6f2a20bcffdb4c91" /><Relationship Type="http://schemas.openxmlformats.org/officeDocument/2006/relationships/image" Target="/ppt/media/image112.png" Id="R9e741ce97a664990" /><Relationship Type="http://schemas.openxmlformats.org/officeDocument/2006/relationships/image" Target="/ppt/media/image113.png" Id="Ra36a7359b02c42d7" /><Relationship Type="http://schemas.openxmlformats.org/officeDocument/2006/relationships/notesSlide" Target="/ppt/notesSlides/notesSlide30.xml" Id="R40889a2a482348c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6e886b6e51b48a0" /><Relationship Type="http://schemas.openxmlformats.org/officeDocument/2006/relationships/image" Target="/ppt/media/image114.png" Id="R2ef676aa6e754d39" /><Relationship Type="http://schemas.openxmlformats.org/officeDocument/2006/relationships/image" Target="/ppt/media/image115.png" Id="R12ad107bee4946c4" /><Relationship Type="http://schemas.openxmlformats.org/officeDocument/2006/relationships/image" Target="/ppt/media/image116.png" Id="R5abac87105944658" /><Relationship Type="http://schemas.openxmlformats.org/officeDocument/2006/relationships/image" Target="/ppt/media/image117.png" Id="Ra0aff90700774f76" /><Relationship Type="http://schemas.openxmlformats.org/officeDocument/2006/relationships/image" Target="/ppt/media/image118.png" Id="R750c8630906146c2" /><Relationship Type="http://schemas.openxmlformats.org/officeDocument/2006/relationships/image" Target="/ppt/media/image119.png" Id="R81f0ac5bfb2e433a" /><Relationship Type="http://schemas.openxmlformats.org/officeDocument/2006/relationships/image" Target="/ppt/media/image120.png" Id="R385921d3d49d42ff" /><Relationship Type="http://schemas.openxmlformats.org/officeDocument/2006/relationships/notesSlide" Target="/ppt/notesSlides/notesSlide31.xml" Id="Rc95749a1663d451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a92c41b62684d58" /><Relationship Type="http://schemas.openxmlformats.org/officeDocument/2006/relationships/image" Target="/ppt/media/image121.png" Id="Re2c7b4450ea04dab" /><Relationship Type="http://schemas.openxmlformats.org/officeDocument/2006/relationships/image" Target="/ppt/media/image122.png" Id="R285a7bd8f5f3439d" /><Relationship Type="http://schemas.openxmlformats.org/officeDocument/2006/relationships/image" Target="/ppt/media/image123.png" Id="Rf532afa254344793" /><Relationship Type="http://schemas.openxmlformats.org/officeDocument/2006/relationships/notesSlide" Target="/ppt/notesSlides/notesSlide32.xml" Id="Rbd709ecd3ad944d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f134d5061d24977" /><Relationship Type="http://schemas.openxmlformats.org/officeDocument/2006/relationships/image" Target="/ppt/media/image124.png" Id="R847d794d5e90482f" /><Relationship Type="http://schemas.openxmlformats.org/officeDocument/2006/relationships/image" Target="/ppt/media/image125.png" Id="Rc9c3168fadd5409c" /><Relationship Type="http://schemas.openxmlformats.org/officeDocument/2006/relationships/image" Target="/ppt/media/image126.png" Id="Rce3982f7bd5b48a0" /><Relationship Type="http://schemas.openxmlformats.org/officeDocument/2006/relationships/image" Target="/ppt/media/image127.png" Id="Rf29a46a8f5204fb7" /><Relationship Type="http://schemas.openxmlformats.org/officeDocument/2006/relationships/notesSlide" Target="/ppt/notesSlides/notesSlide33.xml" Id="R7fbef48ed8d2457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21054421e6a46ba" /><Relationship Type="http://schemas.openxmlformats.org/officeDocument/2006/relationships/image" Target="/ppt/media/image128.png" Id="R625352ca9a1c48fa" /><Relationship Type="http://schemas.openxmlformats.org/officeDocument/2006/relationships/image" Target="/ppt/media/image129.png" Id="R22e527eb2b6f493f" /><Relationship Type="http://schemas.openxmlformats.org/officeDocument/2006/relationships/image" Target="/ppt/media/image130.png" Id="Rc023adfec0ad4534" /><Relationship Type="http://schemas.openxmlformats.org/officeDocument/2006/relationships/image" Target="/ppt/media/image131.png" Id="R90f126decd2348c1" /><Relationship Type="http://schemas.openxmlformats.org/officeDocument/2006/relationships/notesSlide" Target="/ppt/notesSlides/notesSlide34.xml" Id="R87d3b06615d84bb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e1ddb9737ec4ded" /><Relationship Type="http://schemas.openxmlformats.org/officeDocument/2006/relationships/image" Target="/ppt/media/image132.png" Id="R6fe219cd4e7a4edb" /><Relationship Type="http://schemas.openxmlformats.org/officeDocument/2006/relationships/image" Target="/ppt/media/image133.png" Id="Rd2f2f298d531434f" /><Relationship Type="http://schemas.openxmlformats.org/officeDocument/2006/relationships/image" Target="/ppt/media/image134.png" Id="Rd303e4d8155a411b" /><Relationship Type="http://schemas.openxmlformats.org/officeDocument/2006/relationships/image" Target="/ppt/media/image135.png" Id="R19721daf24d249ac" /><Relationship Type="http://schemas.openxmlformats.org/officeDocument/2006/relationships/notesSlide" Target="/ppt/notesSlides/notesSlide35.xml" Id="Rf7b8f87f711b4a8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fd016f4a3fc4abe" /><Relationship Type="http://schemas.openxmlformats.org/officeDocument/2006/relationships/image" Target="/ppt/media/image136.png" Id="R8b1a9552bab0405f" /><Relationship Type="http://schemas.openxmlformats.org/officeDocument/2006/relationships/image" Target="/ppt/media/image137.png" Id="R67effdf659294f1b" /><Relationship Type="http://schemas.openxmlformats.org/officeDocument/2006/relationships/image" Target="/ppt/media/image138.png" Id="R24d927aa31e14d16" /><Relationship Type="http://schemas.openxmlformats.org/officeDocument/2006/relationships/image" Target="/ppt/media/image139.png" Id="Re618b3ac4be743ee" /><Relationship Type="http://schemas.openxmlformats.org/officeDocument/2006/relationships/image" Target="/ppt/media/image140.png" Id="Rbeb2cafd22274a77" /><Relationship Type="http://schemas.openxmlformats.org/officeDocument/2006/relationships/image" Target="/ppt/media/image141.png" Id="R3b9a03c2077242f9" /><Relationship Type="http://schemas.openxmlformats.org/officeDocument/2006/relationships/notesSlide" Target="/ppt/notesSlides/notesSlide36.xml" Id="R97804a0fd70048e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71123f24a9a47ec" /><Relationship Type="http://schemas.openxmlformats.org/officeDocument/2006/relationships/image" Target="/ppt/media/image142.png" Id="Re37e60358e9d4543" /><Relationship Type="http://schemas.openxmlformats.org/officeDocument/2006/relationships/image" Target="/ppt/media/image143.png" Id="R1758f747bea049b1" /><Relationship Type="http://schemas.openxmlformats.org/officeDocument/2006/relationships/image" Target="/ppt/media/image144.png" Id="Rddb7eb7558f54949" /><Relationship Type="http://schemas.openxmlformats.org/officeDocument/2006/relationships/image" Target="/ppt/media/image145.png" Id="R968b0c96c346406e" /><Relationship Type="http://schemas.openxmlformats.org/officeDocument/2006/relationships/image" Target="/ppt/media/image146.png" Id="Raf187c670ec44259" /><Relationship Type="http://schemas.openxmlformats.org/officeDocument/2006/relationships/image" Target="/ppt/media/image147.png" Id="R62ba981ddc514492" /><Relationship Type="http://schemas.openxmlformats.org/officeDocument/2006/relationships/image" Target="/ppt/media/image148.png" Id="R4036b4039c1c4dbc" /><Relationship Type="http://schemas.openxmlformats.org/officeDocument/2006/relationships/image" Target="/ppt/media/image149.png" Id="Rf3fd7095e2644e7f" /><Relationship Type="http://schemas.openxmlformats.org/officeDocument/2006/relationships/notesSlide" Target="/ppt/notesSlides/notesSlide37.xml" Id="R48a405c56692436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a3696419dea4e89" /><Relationship Type="http://schemas.openxmlformats.org/officeDocument/2006/relationships/image" Target="/ppt/media/image150.png" Id="R35e5dc2168504ab0" /><Relationship Type="http://schemas.openxmlformats.org/officeDocument/2006/relationships/image" Target="/ppt/media/image151.png" Id="Ra0207ce470114b60" /><Relationship Type="http://schemas.openxmlformats.org/officeDocument/2006/relationships/image" Target="/ppt/media/image152.png" Id="Ref75009f66e1423b" /><Relationship Type="http://schemas.openxmlformats.org/officeDocument/2006/relationships/image" Target="/ppt/media/image153.png" Id="Ra4d6f1e3c39c4da2" /><Relationship Type="http://schemas.openxmlformats.org/officeDocument/2006/relationships/image" Target="/ppt/media/image154.png" Id="R78eae1a3b5844dd0" /><Relationship Type="http://schemas.openxmlformats.org/officeDocument/2006/relationships/notesSlide" Target="/ppt/notesSlides/notesSlide38.xml" Id="Rf110b68433e341a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d8b11ca99404454" /><Relationship Type="http://schemas.openxmlformats.org/officeDocument/2006/relationships/image" Target="/ppt/media/image155.png" Id="R649b01a36927480d" /><Relationship Type="http://schemas.openxmlformats.org/officeDocument/2006/relationships/image" Target="/ppt/media/image156.png" Id="Rd1fa66656342459f" /><Relationship Type="http://schemas.openxmlformats.org/officeDocument/2006/relationships/notesSlide" Target="/ppt/notesSlides/notesSlide39.xml" Id="R27e46a5f34434cd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0D645F0-EF52-451C-886D-A579FD8DE7B3}"/>
              </a:ext>
            </a:extLst>
          </p:cNvPr>
          <p:cNvPicPr>
            <a:picLocks xmlns:a="http://schemas.openxmlformats.org/drawingml/2006/main" noChangeAspect="1"/>
          </p:cNvPicPr>
          <p:nvPr/>
        </p:nvPicPr>
        <p:blipFill>
          <a:blip xmlns:r="http://schemas.openxmlformats.org/officeDocument/2006/relationships" xmlns:a="http://schemas.openxmlformats.org/drawingml/2006/main" r:embed="Rf6b78ad3afd6481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zona-clara">
            <a:extLst xmlns:a="http://schemas.openxmlformats.org/drawingml/2006/main">
              <a:ext uri="{FF2B5EF4-FFF2-40B4-BE49-F238E27FC236}">
                <a16:creationId xmlns:a16="http://schemas.microsoft.com/office/drawing/2014/main" id="{82644518-D199-48B0-9B7A-A164C2BEC9D3}"/>
              </a:ext>
            </a:extLst>
          </p:cNvPr>
          <p:cNvSpPr>
            <a:spLocks xmlns:a="http://schemas.openxmlformats.org/drawingml/2006/main" noGrp="1"/>
          </p:cNvSpPr>
          <p:nvPr/>
        </p:nvSpPr>
        <p:spPr>
          <a:xfrm xmlns:a="http://schemas.openxmlformats.org/drawingml/2006/main">
            <a:off x="495300" y="1123950"/>
            <a:ext cx="11201400" cy="4762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 name="tema">
            <a:extLst xmlns:a="http://schemas.openxmlformats.org/drawingml/2006/main">
              <a:ext uri="{FF2B5EF4-FFF2-40B4-BE49-F238E27FC236}">
                <a16:creationId xmlns:a16="http://schemas.microsoft.com/office/drawing/2014/main" id="{4068BBB2-1E9E-4FEF-9EF4-95B554959B9B}"/>
              </a:ext>
            </a:extLst>
          </p:cNvPr>
          <p:cNvSpPr>
            <a:spLocks xmlns:a="http://schemas.openxmlformats.org/drawingml/2006/main" noGrp="1"/>
          </p:cNvSpPr>
          <p:nvPr/>
        </p:nvSpPr>
        <p:spPr>
          <a:xfrm xmlns:a="http://schemas.openxmlformats.org/drawingml/2006/main">
            <a:off x="762000" y="14859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237A86"/>
                </a:solidFill>
                <a:latin typeface="Calibri"/>
                <a:ea typeface="Calibri"/>
                <a:cs typeface="Calibri"/>
              </a:defRPr>
            </a:defPPr>
            <a:lvl1pPr algn="l">
              <a:defRPr sz="1950" b="1">
                <a:solidFill>
                  <a:srgbClr val="237A86"/>
                </a:solidFill>
                <a:latin typeface="Calibri"/>
                <a:ea typeface="Calibri"/>
                <a:cs typeface="Calibri"/>
              </a:defRPr>
            </a:lvl1pPr>
            <a:lvl2pPr algn="l">
              <a:defRPr sz="1950" b="1">
                <a:solidFill>
                  <a:srgbClr val="237A86"/>
                </a:solidFill>
                <a:latin typeface="Calibri"/>
                <a:ea typeface="Calibri"/>
                <a:cs typeface="Calibri"/>
              </a:defRPr>
            </a:lvl2pPr>
            <a:lvl3pPr algn="l">
              <a:defRPr sz="1950" b="1">
                <a:solidFill>
                  <a:srgbClr val="237A86"/>
                </a:solidFill>
                <a:latin typeface="Calibri"/>
                <a:ea typeface="Calibri"/>
                <a:cs typeface="Calibri"/>
              </a:defRPr>
            </a:lvl3pPr>
            <a:lvl4pPr algn="l">
              <a:defRPr sz="1950" b="1">
                <a:solidFill>
                  <a:srgbClr val="237A86"/>
                </a:solidFill>
                <a:latin typeface="Calibri"/>
                <a:ea typeface="Calibri"/>
                <a:cs typeface="Calibri"/>
              </a:defRPr>
            </a:lvl4pPr>
            <a:lvl5pPr algn="l">
              <a:defRPr sz="1950" b="1">
                <a:solidFill>
                  <a:srgbClr val="237A86"/>
                </a:solidFill>
                <a:latin typeface="Calibri"/>
                <a:ea typeface="Calibri"/>
                <a:cs typeface="Calibri"/>
              </a:defRPr>
            </a:lvl5pPr>
            <a:lvl6pPr algn="l">
              <a:defRPr sz="1950" b="1">
                <a:solidFill>
                  <a:srgbClr val="237A86"/>
                </a:solidFill>
                <a:latin typeface="Calibri"/>
                <a:ea typeface="Calibri"/>
                <a:cs typeface="Calibri"/>
              </a:defRPr>
            </a:lvl6pPr>
            <a:lvl7pPr algn="l">
              <a:defRPr sz="1950" b="1">
                <a:solidFill>
                  <a:srgbClr val="237A86"/>
                </a:solidFill>
                <a:latin typeface="Calibri"/>
                <a:ea typeface="Calibri"/>
                <a:cs typeface="Calibri"/>
              </a:defRPr>
            </a:lvl7pPr>
            <a:lvl8pPr algn="l">
              <a:defRPr sz="1950" b="1">
                <a:solidFill>
                  <a:srgbClr val="237A86"/>
                </a:solidFill>
                <a:latin typeface="Calibri"/>
                <a:ea typeface="Calibri"/>
                <a:cs typeface="Calibri"/>
              </a:defRPr>
            </a:lvl8pPr>
            <a:lvl9pPr algn="l">
              <a:defRPr sz="1950" b="1">
                <a:solidFill>
                  <a:srgbClr val="237A86"/>
                </a:solidFill>
                <a:latin typeface="Calibri"/>
                <a:ea typeface="Calibri"/>
                <a:cs typeface="Calibri"/>
              </a:defRPr>
            </a:lvl9pPr>
          </a:lstStyle>
          <a:p xmlns:a="http://schemas.openxmlformats.org/drawingml/2006/main">
            <a:pPr algn="l">
              <a:defRPr sz="1950" b="1">
                <a:solidFill>
                  <a:srgbClr val="237A86"/>
                </a:solidFill>
                <a:latin typeface="Calibri"/>
                <a:ea typeface="Calibri"/>
                <a:cs typeface="Calibri"/>
              </a:defRPr>
            </a:pPr>
            <a:r>
              <a:rPr sz="1950" b="1">
                <a:solidFill>
                  <a:srgbClr val="237A86"/>
                </a:solidFill>
                <a:latin typeface="Calibri"/>
                <a:ea typeface="Calibri"/>
                <a:cs typeface="Calibri"/>
              </a:rPr>
              <a:t>ANATOMÍA Y FISIOLOGÍA · TEMA 1</a:t>
            </a:r>
          </a:p>
        </p:txBody>
      </p:sp>
      <p:sp>
        <p:nvSpPr>
          <p:cNvPr id="4" name="portada">
            <a:extLst xmlns:a="http://schemas.openxmlformats.org/drawingml/2006/main">
              <a:ext uri="{FF2B5EF4-FFF2-40B4-BE49-F238E27FC236}">
                <a16:creationId xmlns:a16="http://schemas.microsoft.com/office/drawing/2014/main" id="{1D9A0B9A-8F31-4639-BF33-57458A7B1861}"/>
              </a:ext>
            </a:extLst>
          </p:cNvPr>
          <p:cNvSpPr>
            <a:spLocks xmlns:a="http://schemas.openxmlformats.org/drawingml/2006/main" noGrp="1"/>
          </p:cNvSpPr>
          <p:nvPr/>
        </p:nvSpPr>
        <p:spPr>
          <a:xfrm xmlns:a="http://schemas.openxmlformats.org/drawingml/2006/main">
            <a:off x="762000" y="2143125"/>
            <a:ext cx="685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700" b="1">
                <a:solidFill>
                  <a:srgbClr val="113C4C"/>
                </a:solidFill>
                <a:latin typeface="Calibri"/>
                <a:ea typeface="Calibri"/>
                <a:cs typeface="Calibri"/>
              </a:defRPr>
            </a:defPPr>
            <a:lvl1pPr algn="l">
              <a:defRPr sz="5700" b="1">
                <a:solidFill>
                  <a:srgbClr val="113C4C"/>
                </a:solidFill>
                <a:latin typeface="Calibri"/>
                <a:ea typeface="Calibri"/>
                <a:cs typeface="Calibri"/>
              </a:defRPr>
            </a:lvl1pPr>
            <a:lvl2pPr algn="l">
              <a:defRPr sz="5700" b="1">
                <a:solidFill>
                  <a:srgbClr val="113C4C"/>
                </a:solidFill>
                <a:latin typeface="Calibri"/>
                <a:ea typeface="Calibri"/>
                <a:cs typeface="Calibri"/>
              </a:defRPr>
            </a:lvl2pPr>
            <a:lvl3pPr algn="l">
              <a:defRPr sz="5700" b="1">
                <a:solidFill>
                  <a:srgbClr val="113C4C"/>
                </a:solidFill>
                <a:latin typeface="Calibri"/>
                <a:ea typeface="Calibri"/>
                <a:cs typeface="Calibri"/>
              </a:defRPr>
            </a:lvl3pPr>
            <a:lvl4pPr algn="l">
              <a:defRPr sz="5700" b="1">
                <a:solidFill>
                  <a:srgbClr val="113C4C"/>
                </a:solidFill>
                <a:latin typeface="Calibri"/>
                <a:ea typeface="Calibri"/>
                <a:cs typeface="Calibri"/>
              </a:defRPr>
            </a:lvl4pPr>
            <a:lvl5pPr algn="l">
              <a:defRPr sz="5700" b="1">
                <a:solidFill>
                  <a:srgbClr val="113C4C"/>
                </a:solidFill>
                <a:latin typeface="Calibri"/>
                <a:ea typeface="Calibri"/>
                <a:cs typeface="Calibri"/>
              </a:defRPr>
            </a:lvl5pPr>
            <a:lvl6pPr algn="l">
              <a:defRPr sz="5700" b="1">
                <a:solidFill>
                  <a:srgbClr val="113C4C"/>
                </a:solidFill>
                <a:latin typeface="Calibri"/>
                <a:ea typeface="Calibri"/>
                <a:cs typeface="Calibri"/>
              </a:defRPr>
            </a:lvl6pPr>
            <a:lvl7pPr algn="l">
              <a:defRPr sz="5700" b="1">
                <a:solidFill>
                  <a:srgbClr val="113C4C"/>
                </a:solidFill>
                <a:latin typeface="Calibri"/>
                <a:ea typeface="Calibri"/>
                <a:cs typeface="Calibri"/>
              </a:defRPr>
            </a:lvl7pPr>
            <a:lvl8pPr algn="l">
              <a:defRPr sz="5700" b="1">
                <a:solidFill>
                  <a:srgbClr val="113C4C"/>
                </a:solidFill>
                <a:latin typeface="Calibri"/>
                <a:ea typeface="Calibri"/>
                <a:cs typeface="Calibri"/>
              </a:defRPr>
            </a:lvl8pPr>
            <a:lvl9pPr algn="l">
              <a:defRPr sz="5700" b="1">
                <a:solidFill>
                  <a:srgbClr val="113C4C"/>
                </a:solidFill>
                <a:latin typeface="Calibri"/>
                <a:ea typeface="Calibri"/>
                <a:cs typeface="Calibri"/>
              </a:defRPr>
            </a:lvl9pPr>
          </a:lstStyle>
          <a:p xmlns:a="http://schemas.openxmlformats.org/drawingml/2006/main">
            <a:pPr algn="l">
              <a:defRPr sz="5700" b="1">
                <a:solidFill>
                  <a:srgbClr val="113C4C"/>
                </a:solidFill>
                <a:latin typeface="Calibri"/>
                <a:ea typeface="Calibri"/>
                <a:cs typeface="Calibri"/>
              </a:defRPr>
            </a:pPr>
            <a:r>
              <a:rPr sz="5700" b="1">
                <a:solidFill>
                  <a:srgbClr val="113C4C"/>
                </a:solidFill>
                <a:latin typeface="Calibri"/>
                <a:ea typeface="Calibri"/>
                <a:cs typeface="Calibri"/>
              </a:rPr>
              <a:t>Organización</a:t>
            </a:r>
          </a:p>
          <a:p xmlns:a="http://schemas.openxmlformats.org/drawingml/2006/main">
            <a:pPr algn="l">
              <a:defRPr sz="5700" b="1">
                <a:solidFill>
                  <a:srgbClr val="113C4C"/>
                </a:solidFill>
                <a:latin typeface="Calibri"/>
                <a:ea typeface="Calibri"/>
                <a:cs typeface="Calibri"/>
              </a:defRPr>
            </a:pPr>
            <a:r>
              <a:rPr sz="5700" b="1">
                <a:solidFill>
                  <a:srgbClr val="113C4C"/>
                </a:solidFill>
                <a:latin typeface="Calibri"/>
                <a:ea typeface="Calibri"/>
                <a:cs typeface="Calibri"/>
              </a:rPr>
              <a:t>corporal</a:t>
            </a:r>
          </a:p>
        </p:txBody>
      </p:sp>
      <p:sp>
        <p:nvSpPr>
          <p:cNvPr id="5" name="acento">
            <a:extLst xmlns:a="http://schemas.openxmlformats.org/drawingml/2006/main">
              <a:ext uri="{FF2B5EF4-FFF2-40B4-BE49-F238E27FC236}">
                <a16:creationId xmlns:a16="http://schemas.microsoft.com/office/drawing/2014/main" id="{5F9D2E58-93D6-4419-BFBF-88F0D0EC77A7}"/>
              </a:ext>
            </a:extLst>
          </p:cNvPr>
          <p:cNvSpPr>
            <a:spLocks xmlns:a="http://schemas.openxmlformats.org/drawingml/2006/main" noGrp="1"/>
          </p:cNvSpPr>
          <p:nvPr/>
        </p:nvSpPr>
        <p:spPr>
          <a:xfrm xmlns:a="http://schemas.openxmlformats.org/drawingml/2006/main">
            <a:off x="762000" y="4191000"/>
            <a:ext cx="1524000" cy="66675"/>
          </a:xfrm>
          <a:prstGeom xmlns:a="http://schemas.openxmlformats.org/drawingml/2006/main" prst="rect">
            <a:avLst/>
          </a:prstGeom>
          <a:solidFill xmlns:a="http://schemas.openxmlformats.org/drawingml/2006/main">
            <a:srgbClr val="D99A2B"/>
          </a:solidFill>
          <a:ln xmlns:a="http://schemas.openxmlformats.org/drawingml/2006/main" w="0">
            <a:noFill/>
          </a:ln>
        </p:spPr>
      </p:sp>
      <p:sp>
        <p:nvSpPr>
          <p:cNvPr id="6" name="docente">
            <a:extLst xmlns:a="http://schemas.openxmlformats.org/drawingml/2006/main">
              <a:ext uri="{FF2B5EF4-FFF2-40B4-BE49-F238E27FC236}">
                <a16:creationId xmlns:a16="http://schemas.microsoft.com/office/drawing/2014/main" id="{0A25E4FF-D3B7-401D-B189-54477132D8D0}"/>
              </a:ext>
            </a:extLst>
          </p:cNvPr>
          <p:cNvSpPr>
            <a:spLocks xmlns:a="http://schemas.openxmlformats.org/drawingml/2006/main" noGrp="1"/>
          </p:cNvSpPr>
          <p:nvPr/>
        </p:nvSpPr>
        <p:spPr>
          <a:xfrm xmlns:a="http://schemas.openxmlformats.org/drawingml/2006/main">
            <a:off x="762000" y="4543425"/>
            <a:ext cx="1000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925" b="1">
                <a:solidFill>
                  <a:srgbClr val="173E4B"/>
                </a:solidFill>
                <a:latin typeface="Calibri"/>
                <a:ea typeface="Calibri"/>
                <a:cs typeface="Calibri"/>
              </a:defRPr>
            </a:defPPr>
            <a:lvl1pPr algn="l">
              <a:defRPr sz="2925" b="1">
                <a:solidFill>
                  <a:srgbClr val="173E4B"/>
                </a:solidFill>
                <a:latin typeface="Calibri"/>
                <a:ea typeface="Calibri"/>
                <a:cs typeface="Calibri"/>
              </a:defRPr>
            </a:lvl1pPr>
            <a:lvl2pPr algn="l">
              <a:defRPr sz="2925" b="1">
                <a:solidFill>
                  <a:srgbClr val="173E4B"/>
                </a:solidFill>
                <a:latin typeface="Calibri"/>
                <a:ea typeface="Calibri"/>
                <a:cs typeface="Calibri"/>
              </a:defRPr>
            </a:lvl2pPr>
            <a:lvl3pPr algn="l">
              <a:defRPr sz="2925" b="1">
                <a:solidFill>
                  <a:srgbClr val="173E4B"/>
                </a:solidFill>
                <a:latin typeface="Calibri"/>
                <a:ea typeface="Calibri"/>
                <a:cs typeface="Calibri"/>
              </a:defRPr>
            </a:lvl3pPr>
            <a:lvl4pPr algn="l">
              <a:defRPr sz="2925" b="1">
                <a:solidFill>
                  <a:srgbClr val="173E4B"/>
                </a:solidFill>
                <a:latin typeface="Calibri"/>
                <a:ea typeface="Calibri"/>
                <a:cs typeface="Calibri"/>
              </a:defRPr>
            </a:lvl4pPr>
            <a:lvl5pPr algn="l">
              <a:defRPr sz="2925" b="1">
                <a:solidFill>
                  <a:srgbClr val="173E4B"/>
                </a:solidFill>
                <a:latin typeface="Calibri"/>
                <a:ea typeface="Calibri"/>
                <a:cs typeface="Calibri"/>
              </a:defRPr>
            </a:lvl5pPr>
            <a:lvl6pPr algn="l">
              <a:defRPr sz="2925" b="1">
                <a:solidFill>
                  <a:srgbClr val="173E4B"/>
                </a:solidFill>
                <a:latin typeface="Calibri"/>
                <a:ea typeface="Calibri"/>
                <a:cs typeface="Calibri"/>
              </a:defRPr>
            </a:lvl6pPr>
            <a:lvl7pPr algn="l">
              <a:defRPr sz="2925" b="1">
                <a:solidFill>
                  <a:srgbClr val="173E4B"/>
                </a:solidFill>
                <a:latin typeface="Calibri"/>
                <a:ea typeface="Calibri"/>
                <a:cs typeface="Calibri"/>
              </a:defRPr>
            </a:lvl7pPr>
            <a:lvl8pPr algn="l">
              <a:defRPr sz="2925" b="1">
                <a:solidFill>
                  <a:srgbClr val="173E4B"/>
                </a:solidFill>
                <a:latin typeface="Calibri"/>
                <a:ea typeface="Calibri"/>
                <a:cs typeface="Calibri"/>
              </a:defRPr>
            </a:lvl8pPr>
            <a:lvl9pPr algn="l">
              <a:defRPr sz="2925" b="1">
                <a:solidFill>
                  <a:srgbClr val="173E4B"/>
                </a:solidFill>
                <a:latin typeface="Calibri"/>
                <a:ea typeface="Calibri"/>
                <a:cs typeface="Calibri"/>
              </a:defRPr>
            </a:lvl9pPr>
          </a:lstStyle>
          <a:p xmlns:a="http://schemas.openxmlformats.org/drawingml/2006/main">
            <a:pPr algn="l">
              <a:defRPr sz="2925" b="1">
                <a:solidFill>
                  <a:srgbClr val="173E4B"/>
                </a:solidFill>
                <a:latin typeface="Calibri"/>
                <a:ea typeface="Calibri"/>
                <a:cs typeface="Calibri"/>
              </a:defRPr>
            </a:pPr>
            <a:r>
              <a:rPr sz="2925" b="1">
                <a:solidFill>
                  <a:srgbClr val="173E4B"/>
                </a:solidFill>
                <a:latin typeface="Calibri"/>
                <a:ea typeface="Calibri"/>
                <a:cs typeface="Calibri"/>
              </a:rPr>
              <a:t>Dr. Ruben Concha Cayola</a:t>
            </a:r>
          </a:p>
        </p:txBody>
      </p:sp>
      <p:sp>
        <p:nvSpPr>
          <p:cNvPr id="7" name="eje-0">
            <a:extLst xmlns:a="http://schemas.openxmlformats.org/drawingml/2006/main">
              <a:ext uri="{FF2B5EF4-FFF2-40B4-BE49-F238E27FC236}">
                <a16:creationId xmlns:a16="http://schemas.microsoft.com/office/drawing/2014/main" id="{66EE4022-5FAA-42C1-9864-C05CA1F15FCE}"/>
              </a:ext>
            </a:extLst>
          </p:cNvPr>
          <p:cNvSpPr>
            <a:spLocks xmlns:a="http://schemas.openxmlformats.org/drawingml/2006/main" noGrp="1"/>
          </p:cNvSpPr>
          <p:nvPr/>
        </p:nvSpPr>
        <p:spPr>
          <a:xfrm xmlns:a="http://schemas.openxmlformats.org/drawingml/2006/main">
            <a:off x="8096250" y="21907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237A86"/>
                </a:solidFill>
                <a:latin typeface="Calibri"/>
                <a:ea typeface="Calibri"/>
                <a:cs typeface="Calibri"/>
              </a:defRPr>
            </a:defPPr>
            <a:lvl1pPr algn="l">
              <a:defRPr sz="2325" b="1">
                <a:solidFill>
                  <a:srgbClr val="237A86"/>
                </a:solidFill>
                <a:latin typeface="Calibri"/>
                <a:ea typeface="Calibri"/>
                <a:cs typeface="Calibri"/>
              </a:defRPr>
            </a:lvl1pPr>
            <a:lvl2pPr algn="l">
              <a:defRPr sz="2325" b="1">
                <a:solidFill>
                  <a:srgbClr val="237A86"/>
                </a:solidFill>
                <a:latin typeface="Calibri"/>
                <a:ea typeface="Calibri"/>
                <a:cs typeface="Calibri"/>
              </a:defRPr>
            </a:lvl2pPr>
            <a:lvl3pPr algn="l">
              <a:defRPr sz="2325" b="1">
                <a:solidFill>
                  <a:srgbClr val="237A86"/>
                </a:solidFill>
                <a:latin typeface="Calibri"/>
                <a:ea typeface="Calibri"/>
                <a:cs typeface="Calibri"/>
              </a:defRPr>
            </a:lvl3pPr>
            <a:lvl4pPr algn="l">
              <a:defRPr sz="2325" b="1">
                <a:solidFill>
                  <a:srgbClr val="237A86"/>
                </a:solidFill>
                <a:latin typeface="Calibri"/>
                <a:ea typeface="Calibri"/>
                <a:cs typeface="Calibri"/>
              </a:defRPr>
            </a:lvl4pPr>
            <a:lvl5pPr algn="l">
              <a:defRPr sz="2325" b="1">
                <a:solidFill>
                  <a:srgbClr val="237A86"/>
                </a:solidFill>
                <a:latin typeface="Calibri"/>
                <a:ea typeface="Calibri"/>
                <a:cs typeface="Calibri"/>
              </a:defRPr>
            </a:lvl5pPr>
            <a:lvl6pPr algn="l">
              <a:defRPr sz="2325" b="1">
                <a:solidFill>
                  <a:srgbClr val="237A86"/>
                </a:solidFill>
                <a:latin typeface="Calibri"/>
                <a:ea typeface="Calibri"/>
                <a:cs typeface="Calibri"/>
              </a:defRPr>
            </a:lvl6pPr>
            <a:lvl7pPr algn="l">
              <a:defRPr sz="2325" b="1">
                <a:solidFill>
                  <a:srgbClr val="237A86"/>
                </a:solidFill>
                <a:latin typeface="Calibri"/>
                <a:ea typeface="Calibri"/>
                <a:cs typeface="Calibri"/>
              </a:defRPr>
            </a:lvl7pPr>
            <a:lvl8pPr algn="l">
              <a:defRPr sz="2325" b="1">
                <a:solidFill>
                  <a:srgbClr val="237A86"/>
                </a:solidFill>
                <a:latin typeface="Calibri"/>
                <a:ea typeface="Calibri"/>
                <a:cs typeface="Calibri"/>
              </a:defRPr>
            </a:lvl8pPr>
            <a:lvl9pPr algn="l">
              <a:defRPr sz="2325" b="1">
                <a:solidFill>
                  <a:srgbClr val="237A86"/>
                </a:solidFill>
                <a:latin typeface="Calibri"/>
                <a:ea typeface="Calibri"/>
                <a:cs typeface="Calibri"/>
              </a:defRPr>
            </a:lvl9pPr>
          </a:lstStyle>
          <a:p xmlns:a="http://schemas.openxmlformats.org/drawingml/2006/main">
            <a:pPr algn="l">
              <a:defRPr sz="2325" b="1">
                <a:solidFill>
                  <a:srgbClr val="237A86"/>
                </a:solidFill>
                <a:latin typeface="Calibri"/>
                <a:ea typeface="Calibri"/>
                <a:cs typeface="Calibri"/>
              </a:defRPr>
            </a:pPr>
            <a:r>
              <a:rPr sz="2325" b="1">
                <a:solidFill>
                  <a:srgbClr val="237A86"/>
                </a:solidFill>
                <a:latin typeface="Calibri"/>
                <a:ea typeface="Calibri"/>
                <a:cs typeface="Calibri"/>
              </a:rPr>
              <a:t>FORMA</a:t>
            </a:r>
          </a:p>
        </p:txBody>
      </p:sp>
      <p:sp>
        <p:nvSpPr>
          <p:cNvPr id="8" name="glosa-0">
            <a:extLst xmlns:a="http://schemas.openxmlformats.org/drawingml/2006/main">
              <a:ext uri="{FF2B5EF4-FFF2-40B4-BE49-F238E27FC236}">
                <a16:creationId xmlns:a16="http://schemas.microsoft.com/office/drawing/2014/main" id="{D8E1F824-DBAF-4A11-805F-052BDE03C49D}"/>
              </a:ext>
            </a:extLst>
          </p:cNvPr>
          <p:cNvSpPr>
            <a:spLocks xmlns:a="http://schemas.openxmlformats.org/drawingml/2006/main" noGrp="1"/>
          </p:cNvSpPr>
          <p:nvPr/>
        </p:nvSpPr>
        <p:spPr>
          <a:xfrm xmlns:a="http://schemas.openxmlformats.org/drawingml/2006/main">
            <a:off x="8096250" y="260985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3686C"/>
                </a:solidFill>
                <a:latin typeface="Calibri"/>
                <a:ea typeface="Calibri"/>
                <a:cs typeface="Calibri"/>
              </a:defRPr>
            </a:defPPr>
            <a:lvl1pPr algn="l">
              <a:defRPr sz="1875" b="0">
                <a:solidFill>
                  <a:srgbClr val="53686C"/>
                </a:solidFill>
                <a:latin typeface="Calibri"/>
                <a:ea typeface="Calibri"/>
                <a:cs typeface="Calibri"/>
              </a:defRPr>
            </a:lvl1pPr>
            <a:lvl2pPr algn="l">
              <a:defRPr sz="1875" b="0">
                <a:solidFill>
                  <a:srgbClr val="53686C"/>
                </a:solidFill>
                <a:latin typeface="Calibri"/>
                <a:ea typeface="Calibri"/>
                <a:cs typeface="Calibri"/>
              </a:defRPr>
            </a:lvl2pPr>
            <a:lvl3pPr algn="l">
              <a:defRPr sz="1875" b="0">
                <a:solidFill>
                  <a:srgbClr val="53686C"/>
                </a:solidFill>
                <a:latin typeface="Calibri"/>
                <a:ea typeface="Calibri"/>
                <a:cs typeface="Calibri"/>
              </a:defRPr>
            </a:lvl3pPr>
            <a:lvl4pPr algn="l">
              <a:defRPr sz="1875" b="0">
                <a:solidFill>
                  <a:srgbClr val="53686C"/>
                </a:solidFill>
                <a:latin typeface="Calibri"/>
                <a:ea typeface="Calibri"/>
                <a:cs typeface="Calibri"/>
              </a:defRPr>
            </a:lvl4pPr>
            <a:lvl5pPr algn="l">
              <a:defRPr sz="1875" b="0">
                <a:solidFill>
                  <a:srgbClr val="53686C"/>
                </a:solidFill>
                <a:latin typeface="Calibri"/>
                <a:ea typeface="Calibri"/>
                <a:cs typeface="Calibri"/>
              </a:defRPr>
            </a:lvl5pPr>
            <a:lvl6pPr algn="l">
              <a:defRPr sz="1875" b="0">
                <a:solidFill>
                  <a:srgbClr val="53686C"/>
                </a:solidFill>
                <a:latin typeface="Calibri"/>
                <a:ea typeface="Calibri"/>
                <a:cs typeface="Calibri"/>
              </a:defRPr>
            </a:lvl6pPr>
            <a:lvl7pPr algn="l">
              <a:defRPr sz="1875" b="0">
                <a:solidFill>
                  <a:srgbClr val="53686C"/>
                </a:solidFill>
                <a:latin typeface="Calibri"/>
                <a:ea typeface="Calibri"/>
                <a:cs typeface="Calibri"/>
              </a:defRPr>
            </a:lvl7pPr>
            <a:lvl8pPr algn="l">
              <a:defRPr sz="1875" b="0">
                <a:solidFill>
                  <a:srgbClr val="53686C"/>
                </a:solidFill>
                <a:latin typeface="Calibri"/>
                <a:ea typeface="Calibri"/>
                <a:cs typeface="Calibri"/>
              </a:defRPr>
            </a:lvl8pPr>
            <a:lvl9pPr algn="l">
              <a:defRPr sz="1875" b="0">
                <a:solidFill>
                  <a:srgbClr val="53686C"/>
                </a:solidFill>
                <a:latin typeface="Calibri"/>
                <a:ea typeface="Calibri"/>
                <a:cs typeface="Calibri"/>
              </a:defRPr>
            </a:lvl9pPr>
          </a:lstStyle>
          <a:p xmlns:a="http://schemas.openxmlformats.org/drawingml/2006/main">
            <a:pPr algn="l">
              <a:defRPr sz="1875" b="0">
                <a:solidFill>
                  <a:srgbClr val="53686C"/>
                </a:solidFill>
                <a:latin typeface="Calibri"/>
                <a:ea typeface="Calibri"/>
                <a:cs typeface="Calibri"/>
              </a:defRPr>
            </a:pPr>
            <a:r>
              <a:rPr sz="1875" b="0">
                <a:solidFill>
                  <a:srgbClr val="53686C"/>
                </a:solidFill>
                <a:latin typeface="Calibri"/>
                <a:ea typeface="Calibri"/>
                <a:cs typeface="Calibri"/>
              </a:rPr>
              <a:t>Estructura</a:t>
            </a:r>
          </a:p>
        </p:txBody>
      </p:sp>
      <p:sp>
        <p:nvSpPr>
          <p:cNvPr id="9" name="eje-1">
            <a:extLst xmlns:a="http://schemas.openxmlformats.org/drawingml/2006/main">
              <a:ext uri="{FF2B5EF4-FFF2-40B4-BE49-F238E27FC236}">
                <a16:creationId xmlns:a16="http://schemas.microsoft.com/office/drawing/2014/main" id="{F0FEC38F-E4A4-446D-AFCC-F6C4281A71E7}"/>
              </a:ext>
            </a:extLst>
          </p:cNvPr>
          <p:cNvSpPr>
            <a:spLocks xmlns:a="http://schemas.openxmlformats.org/drawingml/2006/main" noGrp="1"/>
          </p:cNvSpPr>
          <p:nvPr/>
        </p:nvSpPr>
        <p:spPr>
          <a:xfrm xmlns:a="http://schemas.openxmlformats.org/drawingml/2006/main">
            <a:off x="8096250" y="3190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237A86"/>
                </a:solidFill>
                <a:latin typeface="Calibri"/>
                <a:ea typeface="Calibri"/>
                <a:cs typeface="Calibri"/>
              </a:defRPr>
            </a:defPPr>
            <a:lvl1pPr algn="l">
              <a:defRPr sz="2325" b="1">
                <a:solidFill>
                  <a:srgbClr val="237A86"/>
                </a:solidFill>
                <a:latin typeface="Calibri"/>
                <a:ea typeface="Calibri"/>
                <a:cs typeface="Calibri"/>
              </a:defRPr>
            </a:lvl1pPr>
            <a:lvl2pPr algn="l">
              <a:defRPr sz="2325" b="1">
                <a:solidFill>
                  <a:srgbClr val="237A86"/>
                </a:solidFill>
                <a:latin typeface="Calibri"/>
                <a:ea typeface="Calibri"/>
                <a:cs typeface="Calibri"/>
              </a:defRPr>
            </a:lvl2pPr>
            <a:lvl3pPr algn="l">
              <a:defRPr sz="2325" b="1">
                <a:solidFill>
                  <a:srgbClr val="237A86"/>
                </a:solidFill>
                <a:latin typeface="Calibri"/>
                <a:ea typeface="Calibri"/>
                <a:cs typeface="Calibri"/>
              </a:defRPr>
            </a:lvl3pPr>
            <a:lvl4pPr algn="l">
              <a:defRPr sz="2325" b="1">
                <a:solidFill>
                  <a:srgbClr val="237A86"/>
                </a:solidFill>
                <a:latin typeface="Calibri"/>
                <a:ea typeface="Calibri"/>
                <a:cs typeface="Calibri"/>
              </a:defRPr>
            </a:lvl4pPr>
            <a:lvl5pPr algn="l">
              <a:defRPr sz="2325" b="1">
                <a:solidFill>
                  <a:srgbClr val="237A86"/>
                </a:solidFill>
                <a:latin typeface="Calibri"/>
                <a:ea typeface="Calibri"/>
                <a:cs typeface="Calibri"/>
              </a:defRPr>
            </a:lvl5pPr>
            <a:lvl6pPr algn="l">
              <a:defRPr sz="2325" b="1">
                <a:solidFill>
                  <a:srgbClr val="237A86"/>
                </a:solidFill>
                <a:latin typeface="Calibri"/>
                <a:ea typeface="Calibri"/>
                <a:cs typeface="Calibri"/>
              </a:defRPr>
            </a:lvl6pPr>
            <a:lvl7pPr algn="l">
              <a:defRPr sz="2325" b="1">
                <a:solidFill>
                  <a:srgbClr val="237A86"/>
                </a:solidFill>
                <a:latin typeface="Calibri"/>
                <a:ea typeface="Calibri"/>
                <a:cs typeface="Calibri"/>
              </a:defRPr>
            </a:lvl7pPr>
            <a:lvl8pPr algn="l">
              <a:defRPr sz="2325" b="1">
                <a:solidFill>
                  <a:srgbClr val="237A86"/>
                </a:solidFill>
                <a:latin typeface="Calibri"/>
                <a:ea typeface="Calibri"/>
                <a:cs typeface="Calibri"/>
              </a:defRPr>
            </a:lvl8pPr>
            <a:lvl9pPr algn="l">
              <a:defRPr sz="2325" b="1">
                <a:solidFill>
                  <a:srgbClr val="237A86"/>
                </a:solidFill>
                <a:latin typeface="Calibri"/>
                <a:ea typeface="Calibri"/>
                <a:cs typeface="Calibri"/>
              </a:defRPr>
            </a:lvl9pPr>
          </a:lstStyle>
          <a:p xmlns:a="http://schemas.openxmlformats.org/drawingml/2006/main">
            <a:pPr algn="l">
              <a:defRPr sz="2325" b="1">
                <a:solidFill>
                  <a:srgbClr val="237A86"/>
                </a:solidFill>
                <a:latin typeface="Calibri"/>
                <a:ea typeface="Calibri"/>
                <a:cs typeface="Calibri"/>
              </a:defRPr>
            </a:pPr>
            <a:r>
              <a:rPr sz="2325" b="1">
                <a:solidFill>
                  <a:srgbClr val="237A86"/>
                </a:solidFill>
                <a:latin typeface="Calibri"/>
                <a:ea typeface="Calibri"/>
                <a:cs typeface="Calibri"/>
              </a:rPr>
              <a:t>FUNCIÓN</a:t>
            </a:r>
          </a:p>
        </p:txBody>
      </p:sp>
      <p:sp>
        <p:nvSpPr>
          <p:cNvPr id="10" name="glosa-1">
            <a:extLst xmlns:a="http://schemas.openxmlformats.org/drawingml/2006/main">
              <a:ext uri="{FF2B5EF4-FFF2-40B4-BE49-F238E27FC236}">
                <a16:creationId xmlns:a16="http://schemas.microsoft.com/office/drawing/2014/main" id="{19D2A407-89A2-4C74-AB8D-B0E60BCC57ED}"/>
              </a:ext>
            </a:extLst>
          </p:cNvPr>
          <p:cNvSpPr>
            <a:spLocks xmlns:a="http://schemas.openxmlformats.org/drawingml/2006/main" noGrp="1"/>
          </p:cNvSpPr>
          <p:nvPr/>
        </p:nvSpPr>
        <p:spPr>
          <a:xfrm xmlns:a="http://schemas.openxmlformats.org/drawingml/2006/main">
            <a:off x="8096250" y="36099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3686C"/>
                </a:solidFill>
                <a:latin typeface="Calibri"/>
                <a:ea typeface="Calibri"/>
                <a:cs typeface="Calibri"/>
              </a:defRPr>
            </a:defPPr>
            <a:lvl1pPr algn="l">
              <a:defRPr sz="1875" b="0">
                <a:solidFill>
                  <a:srgbClr val="53686C"/>
                </a:solidFill>
                <a:latin typeface="Calibri"/>
                <a:ea typeface="Calibri"/>
                <a:cs typeface="Calibri"/>
              </a:defRPr>
            </a:lvl1pPr>
            <a:lvl2pPr algn="l">
              <a:defRPr sz="1875" b="0">
                <a:solidFill>
                  <a:srgbClr val="53686C"/>
                </a:solidFill>
                <a:latin typeface="Calibri"/>
                <a:ea typeface="Calibri"/>
                <a:cs typeface="Calibri"/>
              </a:defRPr>
            </a:lvl2pPr>
            <a:lvl3pPr algn="l">
              <a:defRPr sz="1875" b="0">
                <a:solidFill>
                  <a:srgbClr val="53686C"/>
                </a:solidFill>
                <a:latin typeface="Calibri"/>
                <a:ea typeface="Calibri"/>
                <a:cs typeface="Calibri"/>
              </a:defRPr>
            </a:lvl3pPr>
            <a:lvl4pPr algn="l">
              <a:defRPr sz="1875" b="0">
                <a:solidFill>
                  <a:srgbClr val="53686C"/>
                </a:solidFill>
                <a:latin typeface="Calibri"/>
                <a:ea typeface="Calibri"/>
                <a:cs typeface="Calibri"/>
              </a:defRPr>
            </a:lvl4pPr>
            <a:lvl5pPr algn="l">
              <a:defRPr sz="1875" b="0">
                <a:solidFill>
                  <a:srgbClr val="53686C"/>
                </a:solidFill>
                <a:latin typeface="Calibri"/>
                <a:ea typeface="Calibri"/>
                <a:cs typeface="Calibri"/>
              </a:defRPr>
            </a:lvl5pPr>
            <a:lvl6pPr algn="l">
              <a:defRPr sz="1875" b="0">
                <a:solidFill>
                  <a:srgbClr val="53686C"/>
                </a:solidFill>
                <a:latin typeface="Calibri"/>
                <a:ea typeface="Calibri"/>
                <a:cs typeface="Calibri"/>
              </a:defRPr>
            </a:lvl6pPr>
            <a:lvl7pPr algn="l">
              <a:defRPr sz="1875" b="0">
                <a:solidFill>
                  <a:srgbClr val="53686C"/>
                </a:solidFill>
                <a:latin typeface="Calibri"/>
                <a:ea typeface="Calibri"/>
                <a:cs typeface="Calibri"/>
              </a:defRPr>
            </a:lvl7pPr>
            <a:lvl8pPr algn="l">
              <a:defRPr sz="1875" b="0">
                <a:solidFill>
                  <a:srgbClr val="53686C"/>
                </a:solidFill>
                <a:latin typeface="Calibri"/>
                <a:ea typeface="Calibri"/>
                <a:cs typeface="Calibri"/>
              </a:defRPr>
            </a:lvl8pPr>
            <a:lvl9pPr algn="l">
              <a:defRPr sz="1875" b="0">
                <a:solidFill>
                  <a:srgbClr val="53686C"/>
                </a:solidFill>
                <a:latin typeface="Calibri"/>
                <a:ea typeface="Calibri"/>
                <a:cs typeface="Calibri"/>
              </a:defRPr>
            </a:lvl9pPr>
          </a:lstStyle>
          <a:p xmlns:a="http://schemas.openxmlformats.org/drawingml/2006/main">
            <a:pPr algn="l">
              <a:defRPr sz="1875" b="0">
                <a:solidFill>
                  <a:srgbClr val="53686C"/>
                </a:solidFill>
                <a:latin typeface="Calibri"/>
                <a:ea typeface="Calibri"/>
                <a:cs typeface="Calibri"/>
              </a:defRPr>
            </a:pPr>
            <a:r>
              <a:rPr sz="1875" b="0">
                <a:solidFill>
                  <a:srgbClr val="53686C"/>
                </a:solidFill>
                <a:latin typeface="Calibri"/>
                <a:ea typeface="Calibri"/>
                <a:cs typeface="Calibri"/>
              </a:rPr>
              <a:t>Funcionamiento</a:t>
            </a:r>
          </a:p>
        </p:txBody>
      </p:sp>
      <p:sp>
        <p:nvSpPr>
          <p:cNvPr id="11" name="eje-2">
            <a:extLst xmlns:a="http://schemas.openxmlformats.org/drawingml/2006/main">
              <a:ext uri="{FF2B5EF4-FFF2-40B4-BE49-F238E27FC236}">
                <a16:creationId xmlns:a16="http://schemas.microsoft.com/office/drawing/2014/main" id="{D37C431F-8CE8-4691-AF8C-30A13C410516}"/>
              </a:ext>
            </a:extLst>
          </p:cNvPr>
          <p:cNvSpPr>
            <a:spLocks xmlns:a="http://schemas.openxmlformats.org/drawingml/2006/main" noGrp="1"/>
          </p:cNvSpPr>
          <p:nvPr/>
        </p:nvSpPr>
        <p:spPr>
          <a:xfrm xmlns:a="http://schemas.openxmlformats.org/drawingml/2006/main">
            <a:off x="8096250" y="41910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237A86"/>
                </a:solidFill>
                <a:latin typeface="Calibri"/>
                <a:ea typeface="Calibri"/>
                <a:cs typeface="Calibri"/>
              </a:defRPr>
            </a:defPPr>
            <a:lvl1pPr algn="l">
              <a:defRPr sz="2325" b="1">
                <a:solidFill>
                  <a:srgbClr val="237A86"/>
                </a:solidFill>
                <a:latin typeface="Calibri"/>
                <a:ea typeface="Calibri"/>
                <a:cs typeface="Calibri"/>
              </a:defRPr>
            </a:lvl1pPr>
            <a:lvl2pPr algn="l">
              <a:defRPr sz="2325" b="1">
                <a:solidFill>
                  <a:srgbClr val="237A86"/>
                </a:solidFill>
                <a:latin typeface="Calibri"/>
                <a:ea typeface="Calibri"/>
                <a:cs typeface="Calibri"/>
              </a:defRPr>
            </a:lvl2pPr>
            <a:lvl3pPr algn="l">
              <a:defRPr sz="2325" b="1">
                <a:solidFill>
                  <a:srgbClr val="237A86"/>
                </a:solidFill>
                <a:latin typeface="Calibri"/>
                <a:ea typeface="Calibri"/>
                <a:cs typeface="Calibri"/>
              </a:defRPr>
            </a:lvl3pPr>
            <a:lvl4pPr algn="l">
              <a:defRPr sz="2325" b="1">
                <a:solidFill>
                  <a:srgbClr val="237A86"/>
                </a:solidFill>
                <a:latin typeface="Calibri"/>
                <a:ea typeface="Calibri"/>
                <a:cs typeface="Calibri"/>
              </a:defRPr>
            </a:lvl4pPr>
            <a:lvl5pPr algn="l">
              <a:defRPr sz="2325" b="1">
                <a:solidFill>
                  <a:srgbClr val="237A86"/>
                </a:solidFill>
                <a:latin typeface="Calibri"/>
                <a:ea typeface="Calibri"/>
                <a:cs typeface="Calibri"/>
              </a:defRPr>
            </a:lvl5pPr>
            <a:lvl6pPr algn="l">
              <a:defRPr sz="2325" b="1">
                <a:solidFill>
                  <a:srgbClr val="237A86"/>
                </a:solidFill>
                <a:latin typeface="Calibri"/>
                <a:ea typeface="Calibri"/>
                <a:cs typeface="Calibri"/>
              </a:defRPr>
            </a:lvl6pPr>
            <a:lvl7pPr algn="l">
              <a:defRPr sz="2325" b="1">
                <a:solidFill>
                  <a:srgbClr val="237A86"/>
                </a:solidFill>
                <a:latin typeface="Calibri"/>
                <a:ea typeface="Calibri"/>
                <a:cs typeface="Calibri"/>
              </a:defRPr>
            </a:lvl7pPr>
            <a:lvl8pPr algn="l">
              <a:defRPr sz="2325" b="1">
                <a:solidFill>
                  <a:srgbClr val="237A86"/>
                </a:solidFill>
                <a:latin typeface="Calibri"/>
                <a:ea typeface="Calibri"/>
                <a:cs typeface="Calibri"/>
              </a:defRPr>
            </a:lvl8pPr>
            <a:lvl9pPr algn="l">
              <a:defRPr sz="2325" b="1">
                <a:solidFill>
                  <a:srgbClr val="237A86"/>
                </a:solidFill>
                <a:latin typeface="Calibri"/>
                <a:ea typeface="Calibri"/>
                <a:cs typeface="Calibri"/>
              </a:defRPr>
            </a:lvl9pPr>
          </a:lstStyle>
          <a:p xmlns:a="http://schemas.openxmlformats.org/drawingml/2006/main">
            <a:pPr algn="l">
              <a:defRPr sz="2325" b="1">
                <a:solidFill>
                  <a:srgbClr val="237A86"/>
                </a:solidFill>
                <a:latin typeface="Calibri"/>
                <a:ea typeface="Calibri"/>
                <a:cs typeface="Calibri"/>
              </a:defRPr>
            </a:pPr>
            <a:r>
              <a:rPr sz="2325" b="1">
                <a:solidFill>
                  <a:srgbClr val="237A86"/>
                </a:solidFill>
                <a:latin typeface="Calibri"/>
                <a:ea typeface="Calibri"/>
                <a:cs typeface="Calibri"/>
              </a:rPr>
              <a:t>UBICACIÓN</a:t>
            </a:r>
          </a:p>
        </p:txBody>
      </p:sp>
      <p:sp>
        <p:nvSpPr>
          <p:cNvPr id="12" name="glosa-2">
            <a:extLst xmlns:a="http://schemas.openxmlformats.org/drawingml/2006/main">
              <a:ext uri="{FF2B5EF4-FFF2-40B4-BE49-F238E27FC236}">
                <a16:creationId xmlns:a16="http://schemas.microsoft.com/office/drawing/2014/main" id="{BEB0EDD7-DC22-4944-83A1-E5818A8C4E12}"/>
              </a:ext>
            </a:extLst>
          </p:cNvPr>
          <p:cNvSpPr>
            <a:spLocks xmlns:a="http://schemas.openxmlformats.org/drawingml/2006/main" noGrp="1"/>
          </p:cNvSpPr>
          <p:nvPr/>
        </p:nvSpPr>
        <p:spPr>
          <a:xfrm xmlns:a="http://schemas.openxmlformats.org/drawingml/2006/main">
            <a:off x="8096250" y="4610100"/>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3686C"/>
                </a:solidFill>
                <a:latin typeface="Calibri"/>
                <a:ea typeface="Calibri"/>
                <a:cs typeface="Calibri"/>
              </a:defRPr>
            </a:defPPr>
            <a:lvl1pPr algn="l">
              <a:defRPr sz="1875" b="0">
                <a:solidFill>
                  <a:srgbClr val="53686C"/>
                </a:solidFill>
                <a:latin typeface="Calibri"/>
                <a:ea typeface="Calibri"/>
                <a:cs typeface="Calibri"/>
              </a:defRPr>
            </a:lvl1pPr>
            <a:lvl2pPr algn="l">
              <a:defRPr sz="1875" b="0">
                <a:solidFill>
                  <a:srgbClr val="53686C"/>
                </a:solidFill>
                <a:latin typeface="Calibri"/>
                <a:ea typeface="Calibri"/>
                <a:cs typeface="Calibri"/>
              </a:defRPr>
            </a:lvl2pPr>
            <a:lvl3pPr algn="l">
              <a:defRPr sz="1875" b="0">
                <a:solidFill>
                  <a:srgbClr val="53686C"/>
                </a:solidFill>
                <a:latin typeface="Calibri"/>
                <a:ea typeface="Calibri"/>
                <a:cs typeface="Calibri"/>
              </a:defRPr>
            </a:lvl3pPr>
            <a:lvl4pPr algn="l">
              <a:defRPr sz="1875" b="0">
                <a:solidFill>
                  <a:srgbClr val="53686C"/>
                </a:solidFill>
                <a:latin typeface="Calibri"/>
                <a:ea typeface="Calibri"/>
                <a:cs typeface="Calibri"/>
              </a:defRPr>
            </a:lvl4pPr>
            <a:lvl5pPr algn="l">
              <a:defRPr sz="1875" b="0">
                <a:solidFill>
                  <a:srgbClr val="53686C"/>
                </a:solidFill>
                <a:latin typeface="Calibri"/>
                <a:ea typeface="Calibri"/>
                <a:cs typeface="Calibri"/>
              </a:defRPr>
            </a:lvl5pPr>
            <a:lvl6pPr algn="l">
              <a:defRPr sz="1875" b="0">
                <a:solidFill>
                  <a:srgbClr val="53686C"/>
                </a:solidFill>
                <a:latin typeface="Calibri"/>
                <a:ea typeface="Calibri"/>
                <a:cs typeface="Calibri"/>
              </a:defRPr>
            </a:lvl6pPr>
            <a:lvl7pPr algn="l">
              <a:defRPr sz="1875" b="0">
                <a:solidFill>
                  <a:srgbClr val="53686C"/>
                </a:solidFill>
                <a:latin typeface="Calibri"/>
                <a:ea typeface="Calibri"/>
                <a:cs typeface="Calibri"/>
              </a:defRPr>
            </a:lvl7pPr>
            <a:lvl8pPr algn="l">
              <a:defRPr sz="1875" b="0">
                <a:solidFill>
                  <a:srgbClr val="53686C"/>
                </a:solidFill>
                <a:latin typeface="Calibri"/>
                <a:ea typeface="Calibri"/>
                <a:cs typeface="Calibri"/>
              </a:defRPr>
            </a:lvl8pPr>
            <a:lvl9pPr algn="l">
              <a:defRPr sz="1875" b="0">
                <a:solidFill>
                  <a:srgbClr val="53686C"/>
                </a:solidFill>
                <a:latin typeface="Calibri"/>
                <a:ea typeface="Calibri"/>
                <a:cs typeface="Calibri"/>
              </a:defRPr>
            </a:lvl9pPr>
          </a:lstStyle>
          <a:p xmlns:a="http://schemas.openxmlformats.org/drawingml/2006/main">
            <a:pPr algn="l">
              <a:defRPr sz="1875" b="0">
                <a:solidFill>
                  <a:srgbClr val="53686C"/>
                </a:solidFill>
                <a:latin typeface="Calibri"/>
                <a:ea typeface="Calibri"/>
                <a:cs typeface="Calibri"/>
              </a:defRPr>
            </a:pPr>
            <a:r>
              <a:rPr sz="1875" b="0">
                <a:solidFill>
                  <a:srgbClr val="53686C"/>
                </a:solidFill>
                <a:latin typeface="Calibri"/>
                <a:ea typeface="Calibri"/>
                <a:cs typeface="Calibri"/>
              </a:rPr>
              <a:t>Relaciones</a:t>
            </a:r>
          </a:p>
        </p:txBody>
      </p:sp>
      <p:sp>
        <p:nvSpPr>
          <p:cNvPr id="13" name="numero">
            <a:extLst xmlns:a="http://schemas.openxmlformats.org/drawingml/2006/main">
              <a:ext uri="{FF2B5EF4-FFF2-40B4-BE49-F238E27FC236}">
                <a16:creationId xmlns:a16="http://schemas.microsoft.com/office/drawing/2014/main" id="{8771B372-AB38-480D-A56C-45B01249E78E}"/>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01</a:t>
            </a:r>
          </a:p>
        </p:txBody>
      </p:sp>
    </p:spTree>
    <p:extLst>
      <p:ext uri="{BB962C8B-B14F-4D97-AF65-F5344CB8AC3E}">
        <p14:creationId xmlns:p14="http://schemas.microsoft.com/office/powerpoint/2010/main" val="110884775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167752A-1D13-46E1-AEE7-BE42BE3FB94B}"/>
              </a:ext>
            </a:extLst>
          </p:cNvPr>
          <p:cNvPicPr>
            <a:picLocks xmlns:a="http://schemas.openxmlformats.org/drawingml/2006/main" noChangeAspect="1"/>
          </p:cNvPicPr>
          <p:nvPr/>
        </p:nvPicPr>
        <p:blipFill>
          <a:blip xmlns:r="http://schemas.openxmlformats.org/officeDocument/2006/relationships" xmlns:a="http://schemas.openxmlformats.org/drawingml/2006/main" r:embed="Rb5e82f5e70e447c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890C153B-AB76-4F56-822F-2894F8D7CC4B}"/>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Forma y función</a:t>
            </a:r>
          </a:p>
        </p:txBody>
      </p:sp>
      <p:pic>
        <p:nvPicPr>
          <p:cNvPr id="3" name="">
            <a:extLst xmlns:a="http://schemas.openxmlformats.org/drawingml/2006/main">
              <a:ext uri="{FF2B5EF4-FFF2-40B4-BE49-F238E27FC236}">
                <a16:creationId xmlns:a16="http://schemas.microsoft.com/office/drawing/2014/main" id="{4C1853B1-06EB-407D-A5D8-F9D4E5DA5577}"/>
              </a:ext>
            </a:extLst>
          </p:cNvPr>
          <p:cNvPicPr>
            <a:picLocks xmlns:a="http://schemas.openxmlformats.org/drawingml/2006/main" noChangeAspect="1"/>
          </p:cNvPicPr>
          <p:nvPr/>
        </p:nvPicPr>
        <p:blipFill>
          <a:blip xmlns:r="http://schemas.openxmlformats.org/officeDocument/2006/relationships" xmlns:a="http://schemas.openxmlformats.org/drawingml/2006/main" r:embed="R3a9ab491f14a4e4a"/>
          <a:stretch xmlns:a="http://schemas.openxmlformats.org/drawingml/2006/main"/>
        </p:blipFill>
        <p:spPr>
          <a:xfrm xmlns:a="http://schemas.openxmlformats.org/drawingml/2006/main">
            <a:off x="666750" y="1786509"/>
            <a:ext cx="3390900" cy="3323082"/>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E62A8B1F-BCD4-41F4-9D3D-0E8D393CDE4D}"/>
              </a:ext>
            </a:extLst>
          </p:cNvPr>
          <p:cNvPicPr>
            <a:picLocks xmlns:a="http://schemas.openxmlformats.org/drawingml/2006/main" noChangeAspect="1"/>
          </p:cNvPicPr>
          <p:nvPr/>
        </p:nvPicPr>
        <p:blipFill>
          <a:blip xmlns:r="http://schemas.openxmlformats.org/officeDocument/2006/relationships" xmlns:a="http://schemas.openxmlformats.org/drawingml/2006/main" r:embed="R1e821c6d204644b9"/>
          <a:stretch xmlns:a="http://schemas.openxmlformats.org/drawingml/2006/main"/>
        </p:blipFill>
        <p:spPr>
          <a:xfrm xmlns:a="http://schemas.openxmlformats.org/drawingml/2006/main">
            <a:off x="4993821" y="1352550"/>
            <a:ext cx="1975757" cy="4191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DB74A670-AEA8-49A8-848C-6472B2F7CCFD}"/>
              </a:ext>
            </a:extLst>
          </p:cNvPr>
          <p:cNvPicPr>
            <a:picLocks xmlns:a="http://schemas.openxmlformats.org/drawingml/2006/main" noChangeAspect="1"/>
          </p:cNvPicPr>
          <p:nvPr/>
        </p:nvPicPr>
        <p:blipFill>
          <a:blip xmlns:r="http://schemas.openxmlformats.org/officeDocument/2006/relationships" xmlns:a="http://schemas.openxmlformats.org/drawingml/2006/main" r:embed="R5d4cf84603184269"/>
          <a:stretch xmlns:a="http://schemas.openxmlformats.org/drawingml/2006/main"/>
        </p:blipFill>
        <p:spPr>
          <a:xfrm xmlns:a="http://schemas.openxmlformats.org/drawingml/2006/main">
            <a:off x="7905750" y="2585643"/>
            <a:ext cx="3390900" cy="1724814"/>
          </a:xfrm>
          <a:prstGeom xmlns:a="http://schemas.openxmlformats.org/drawingml/2006/main" prst="rect">
            <a:avLst/>
          </a:prstGeom>
        </p:spPr>
      </p:pic>
      <p:sp>
        <p:nvSpPr>
          <p:cNvPr id="6" name="concepto-0">
            <a:extLst xmlns:a="http://schemas.openxmlformats.org/drawingml/2006/main">
              <a:ext uri="{FF2B5EF4-FFF2-40B4-BE49-F238E27FC236}">
                <a16:creationId xmlns:a16="http://schemas.microsoft.com/office/drawing/2014/main" id="{EF3252C6-6110-451F-96E1-A4516D2F5C0C}"/>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Estructura</a:t>
            </a:r>
          </a:p>
        </p:txBody>
      </p:sp>
      <p:sp>
        <p:nvSpPr>
          <p:cNvPr id="7" name="concepto-1">
            <a:extLst xmlns:a="http://schemas.openxmlformats.org/drawingml/2006/main">
              <a:ext uri="{FF2B5EF4-FFF2-40B4-BE49-F238E27FC236}">
                <a16:creationId xmlns:a16="http://schemas.microsoft.com/office/drawing/2014/main" id="{ED0201A9-1D2D-433F-B794-C68168654345}"/>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Funcionamiento</a:t>
            </a:r>
          </a:p>
        </p:txBody>
      </p:sp>
      <p:sp>
        <p:nvSpPr>
          <p:cNvPr id="8" name="concepto-2">
            <a:extLst xmlns:a="http://schemas.openxmlformats.org/drawingml/2006/main">
              <a:ext uri="{FF2B5EF4-FFF2-40B4-BE49-F238E27FC236}">
                <a16:creationId xmlns:a16="http://schemas.microsoft.com/office/drawing/2014/main" id="{C7EABA59-E8EF-4D75-A4D6-D84D91724DC6}"/>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Relación</a:t>
            </a:r>
          </a:p>
        </p:txBody>
      </p:sp>
      <p:sp>
        <p:nvSpPr>
          <p:cNvPr id="9" name="banda-idea">
            <a:extLst xmlns:a="http://schemas.openxmlformats.org/drawingml/2006/main">
              <a:ext uri="{FF2B5EF4-FFF2-40B4-BE49-F238E27FC236}">
                <a16:creationId xmlns:a16="http://schemas.microsoft.com/office/drawing/2014/main" id="{20275270-BEF5-426F-916A-093C33AA386C}"/>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clave">
            <a:extLst xmlns:a="http://schemas.openxmlformats.org/drawingml/2006/main">
              <a:ext uri="{FF2B5EF4-FFF2-40B4-BE49-F238E27FC236}">
                <a16:creationId xmlns:a16="http://schemas.microsoft.com/office/drawing/2014/main" id="{B857B0AE-E567-4A70-94D8-3152DB822F1C}"/>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anatomía explica la estructura; la fisiología, lo que hace.</a:t>
            </a:r>
          </a:p>
        </p:txBody>
      </p:sp>
      <p:sp>
        <p:nvSpPr>
          <p:cNvPr id="11" name="numero">
            <a:extLst xmlns:a="http://schemas.openxmlformats.org/drawingml/2006/main">
              <a:ext uri="{FF2B5EF4-FFF2-40B4-BE49-F238E27FC236}">
                <a16:creationId xmlns:a16="http://schemas.microsoft.com/office/drawing/2014/main" id="{315BD174-DBAD-411C-BFA1-B6697FDFA855}"/>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02</a:t>
            </a:r>
          </a:p>
        </p:txBody>
      </p:sp>
    </p:spTree>
    <p:extLst>
      <p:ext uri="{BB962C8B-B14F-4D97-AF65-F5344CB8AC3E}">
        <p14:creationId xmlns:p14="http://schemas.microsoft.com/office/powerpoint/2010/main" val="89979270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C0C0D60-CDD1-4118-92B7-359962CC8F8E}"/>
              </a:ext>
            </a:extLst>
          </p:cNvPr>
          <p:cNvPicPr>
            <a:picLocks xmlns:a="http://schemas.openxmlformats.org/drawingml/2006/main" noChangeAspect="1"/>
          </p:cNvPicPr>
          <p:nvPr/>
        </p:nvPicPr>
        <p:blipFill>
          <a:blip xmlns:r="http://schemas.openxmlformats.org/officeDocument/2006/relationships" xmlns:a="http://schemas.openxmlformats.org/drawingml/2006/main" r:embed="R2ea292785a4d481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A51E609E-0C0D-45AB-8F61-40959C858C6D}"/>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 exploración del cuerpo</a:t>
            </a:r>
          </a:p>
        </p:txBody>
      </p:sp>
      <p:pic>
        <p:nvPicPr>
          <p:cNvPr id="3" name="">
            <a:extLst xmlns:a="http://schemas.openxmlformats.org/drawingml/2006/main">
              <a:ext uri="{FF2B5EF4-FFF2-40B4-BE49-F238E27FC236}">
                <a16:creationId xmlns:a16="http://schemas.microsoft.com/office/drawing/2014/main" id="{28AA1317-DA86-459B-A190-F16E8AF39B34}"/>
              </a:ext>
            </a:extLst>
          </p:cNvPr>
          <p:cNvPicPr>
            <a:picLocks xmlns:a="http://schemas.openxmlformats.org/drawingml/2006/main" noChangeAspect="1"/>
          </p:cNvPicPr>
          <p:nvPr/>
        </p:nvPicPr>
        <p:blipFill>
          <a:blip xmlns:r="http://schemas.openxmlformats.org/officeDocument/2006/relationships" xmlns:a="http://schemas.openxmlformats.org/drawingml/2006/main" r:embed="Rcfde2b02459e43de"/>
          <a:stretch xmlns:a="http://schemas.openxmlformats.org/drawingml/2006/main"/>
        </p:blipFill>
        <p:spPr>
          <a:xfrm xmlns:a="http://schemas.openxmlformats.org/drawingml/2006/main">
            <a:off x="609600" y="1724467"/>
            <a:ext cx="8763000" cy="3504316"/>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42B55C06-FC70-4224-9CD4-A28D0CE2DC01}"/>
              </a:ext>
            </a:extLst>
          </p:cNvPr>
          <p:cNvPicPr>
            <a:picLocks xmlns:a="http://schemas.openxmlformats.org/drawingml/2006/main" noChangeAspect="1"/>
          </p:cNvPicPr>
          <p:nvPr/>
        </p:nvPicPr>
        <p:blipFill>
          <a:blip xmlns:r="http://schemas.openxmlformats.org/officeDocument/2006/relationships" xmlns:a="http://schemas.openxmlformats.org/drawingml/2006/main" r:embed="Ra435035dc7194f35"/>
          <a:stretch xmlns:a="http://schemas.openxmlformats.org/drawingml/2006/main"/>
        </p:blipFill>
        <p:spPr>
          <a:xfrm xmlns:a="http://schemas.openxmlformats.org/drawingml/2006/main">
            <a:off x="9525000" y="1545046"/>
            <a:ext cx="1981200" cy="1567634"/>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97487B4-14E8-403B-93ED-8722C8BE997A}"/>
              </a:ext>
            </a:extLst>
          </p:cNvPr>
          <p:cNvPicPr>
            <a:picLocks xmlns:a="http://schemas.openxmlformats.org/drawingml/2006/main" noChangeAspect="1"/>
          </p:cNvPicPr>
          <p:nvPr/>
        </p:nvPicPr>
        <p:blipFill>
          <a:blip xmlns:r="http://schemas.openxmlformats.org/officeDocument/2006/relationships" xmlns:a="http://schemas.openxmlformats.org/drawingml/2006/main" r:embed="R102a9c833d204079"/>
          <a:stretch xmlns:a="http://schemas.openxmlformats.org/drawingml/2006/main"/>
        </p:blipFill>
        <p:spPr>
          <a:xfrm xmlns:a="http://schemas.openxmlformats.org/drawingml/2006/main">
            <a:off x="9525000" y="3691894"/>
            <a:ext cx="1981200" cy="1483988"/>
          </a:xfrm>
          <a:prstGeom xmlns:a="http://schemas.openxmlformats.org/drawingml/2006/main" prst="rect">
            <a:avLst/>
          </a:prstGeom>
        </p:spPr>
      </p:pic>
      <p:sp>
        <p:nvSpPr>
          <p:cNvPr id="6" name="concepto-0">
            <a:extLst xmlns:a="http://schemas.openxmlformats.org/drawingml/2006/main">
              <a:ext uri="{FF2B5EF4-FFF2-40B4-BE49-F238E27FC236}">
                <a16:creationId xmlns:a16="http://schemas.microsoft.com/office/drawing/2014/main" id="{F09F796A-FBA9-4553-8671-B75B6F2B2083}"/>
              </a:ext>
            </a:extLst>
          </p:cNvPr>
          <p:cNvSpPr>
            <a:spLocks xmlns:a="http://schemas.openxmlformats.org/drawingml/2006/main" noGrp="1"/>
          </p:cNvSpPr>
          <p:nvPr/>
        </p:nvSpPr>
        <p:spPr>
          <a:xfrm xmlns:a="http://schemas.openxmlformats.org/drawingml/2006/main">
            <a:off x="6096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Observar, tocar, escuchar</a:t>
            </a:r>
          </a:p>
        </p:txBody>
      </p:sp>
      <p:sp>
        <p:nvSpPr>
          <p:cNvPr id="7" name="concepto-1">
            <a:extLst xmlns:a="http://schemas.openxmlformats.org/drawingml/2006/main">
              <a:ext uri="{FF2B5EF4-FFF2-40B4-BE49-F238E27FC236}">
                <a16:creationId xmlns:a16="http://schemas.microsoft.com/office/drawing/2014/main" id="{371905E9-9D58-467E-B0BA-FC13B91027F5}"/>
              </a:ext>
            </a:extLst>
          </p:cNvPr>
          <p:cNvSpPr>
            <a:spLocks xmlns:a="http://schemas.openxmlformats.org/drawingml/2006/main" noGrp="1"/>
          </p:cNvSpPr>
          <p:nvPr/>
        </p:nvSpPr>
        <p:spPr>
          <a:xfrm xmlns:a="http://schemas.openxmlformats.org/drawingml/2006/main">
            <a:off x="60960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La disección revela relaciones</a:t>
            </a:r>
          </a:p>
        </p:txBody>
      </p:sp>
      <p:sp>
        <p:nvSpPr>
          <p:cNvPr id="8" name="banda-idea">
            <a:extLst xmlns:a="http://schemas.openxmlformats.org/drawingml/2006/main">
              <a:ext uri="{FF2B5EF4-FFF2-40B4-BE49-F238E27FC236}">
                <a16:creationId xmlns:a16="http://schemas.microsoft.com/office/drawing/2014/main" id="{1C060122-D028-4442-934E-4353F8974246}"/>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clave">
            <a:extLst xmlns:a="http://schemas.openxmlformats.org/drawingml/2006/main">
              <a:ext uri="{FF2B5EF4-FFF2-40B4-BE49-F238E27FC236}">
                <a16:creationId xmlns:a16="http://schemas.microsoft.com/office/drawing/2014/main" id="{05926236-41EB-44B0-BE65-77B71BED656A}"/>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Inspección: mirar · Palpación: tocar · Auscultación: oír · Percusión: valorar sonidos.</a:t>
            </a:r>
          </a:p>
        </p:txBody>
      </p:sp>
      <p:sp>
        <p:nvSpPr>
          <p:cNvPr id="10" name="numero">
            <a:extLst xmlns:a="http://schemas.openxmlformats.org/drawingml/2006/main">
              <a:ext uri="{FF2B5EF4-FFF2-40B4-BE49-F238E27FC236}">
                <a16:creationId xmlns:a16="http://schemas.microsoft.com/office/drawing/2014/main" id="{0876CF85-4476-43A2-8F90-7F792ED3CFA8}"/>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03</a:t>
            </a:r>
          </a:p>
        </p:txBody>
      </p:sp>
    </p:spTree>
    <p:extLst>
      <p:ext uri="{BB962C8B-B14F-4D97-AF65-F5344CB8AC3E}">
        <p14:creationId xmlns:p14="http://schemas.microsoft.com/office/powerpoint/2010/main" val="2836042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57E56F4-0D3F-4499-A027-B94B2F077624}"/>
              </a:ext>
            </a:extLst>
          </p:cNvPr>
          <p:cNvPicPr>
            <a:picLocks xmlns:a="http://schemas.openxmlformats.org/drawingml/2006/main" noChangeAspect="1"/>
          </p:cNvPicPr>
          <p:nvPr/>
        </p:nvPicPr>
        <p:blipFill>
          <a:blip xmlns:r="http://schemas.openxmlformats.org/officeDocument/2006/relationships" xmlns:a="http://schemas.openxmlformats.org/drawingml/2006/main" r:embed="Ree0567438f60452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F3395B37-21FA-4306-986F-78A7059D445E}"/>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Del cuerpo a la célula</a:t>
            </a:r>
          </a:p>
        </p:txBody>
      </p:sp>
      <p:pic>
        <p:nvPicPr>
          <p:cNvPr id="3" name="">
            <a:extLst xmlns:a="http://schemas.openxmlformats.org/drawingml/2006/main">
              <a:ext uri="{FF2B5EF4-FFF2-40B4-BE49-F238E27FC236}">
                <a16:creationId xmlns:a16="http://schemas.microsoft.com/office/drawing/2014/main" id="{4D6288F1-6B24-4AD5-9163-28F7E9CE21D7}"/>
              </a:ext>
            </a:extLst>
          </p:cNvPr>
          <p:cNvPicPr>
            <a:picLocks xmlns:a="http://schemas.openxmlformats.org/drawingml/2006/main" noChangeAspect="1"/>
          </p:cNvPicPr>
          <p:nvPr/>
        </p:nvPicPr>
        <p:blipFill>
          <a:blip xmlns:r="http://schemas.openxmlformats.org/officeDocument/2006/relationships" xmlns:a="http://schemas.openxmlformats.org/drawingml/2006/main" r:embed="Rba0cc7b77f1e4c8b"/>
          <a:stretch xmlns:a="http://schemas.openxmlformats.org/drawingml/2006/main"/>
        </p:blipFill>
        <p:spPr>
          <a:xfrm xmlns:a="http://schemas.openxmlformats.org/drawingml/2006/main">
            <a:off x="1121093" y="1333500"/>
            <a:ext cx="2520315" cy="2000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8BAA5672-7D52-47E0-BD48-A2F81D552583}"/>
              </a:ext>
            </a:extLst>
          </p:cNvPr>
          <p:cNvPicPr>
            <a:picLocks xmlns:a="http://schemas.openxmlformats.org/drawingml/2006/main" noChangeAspect="1"/>
          </p:cNvPicPr>
          <p:nvPr/>
        </p:nvPicPr>
        <p:blipFill>
          <a:blip xmlns:r="http://schemas.openxmlformats.org/officeDocument/2006/relationships" xmlns:a="http://schemas.openxmlformats.org/drawingml/2006/main" r:embed="R69536c8a17d647c1"/>
          <a:stretch xmlns:a="http://schemas.openxmlformats.org/drawingml/2006/main"/>
        </p:blipFill>
        <p:spPr>
          <a:xfrm xmlns:a="http://schemas.openxmlformats.org/drawingml/2006/main">
            <a:off x="4286250" y="1370294"/>
            <a:ext cx="3429000" cy="1926662"/>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22349EA8-7546-4221-A8DE-F81966F68531}"/>
              </a:ext>
            </a:extLst>
          </p:cNvPr>
          <p:cNvPicPr>
            <a:picLocks xmlns:a="http://schemas.openxmlformats.org/drawingml/2006/main" noChangeAspect="1"/>
          </p:cNvPicPr>
          <p:nvPr/>
        </p:nvPicPr>
        <p:blipFill>
          <a:blip xmlns:r="http://schemas.openxmlformats.org/officeDocument/2006/relationships" xmlns:a="http://schemas.openxmlformats.org/drawingml/2006/main" r:embed="R6b20640b619c4e0b"/>
          <a:stretch xmlns:a="http://schemas.openxmlformats.org/drawingml/2006/main"/>
        </p:blipFill>
        <p:spPr>
          <a:xfrm xmlns:a="http://schemas.openxmlformats.org/drawingml/2006/main">
            <a:off x="7905750" y="1373505"/>
            <a:ext cx="3429000" cy="192024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159E6A8-DC26-4BF2-9FED-966B789EA101}"/>
              </a:ext>
            </a:extLst>
          </p:cNvPr>
          <p:cNvPicPr>
            <a:picLocks xmlns:a="http://schemas.openxmlformats.org/drawingml/2006/main" noChangeAspect="1"/>
          </p:cNvPicPr>
          <p:nvPr/>
        </p:nvPicPr>
        <p:blipFill>
          <a:blip xmlns:r="http://schemas.openxmlformats.org/officeDocument/2006/relationships" xmlns:a="http://schemas.openxmlformats.org/drawingml/2006/main" r:embed="R91f79ac7a31d4318"/>
          <a:stretch xmlns:a="http://schemas.openxmlformats.org/drawingml/2006/main"/>
        </p:blipFill>
        <p:spPr>
          <a:xfrm xmlns:a="http://schemas.openxmlformats.org/drawingml/2006/main">
            <a:off x="3190875" y="3467100"/>
            <a:ext cx="2000250" cy="20002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5356FD8C-171E-4BCE-9381-F893401C1959}"/>
              </a:ext>
            </a:extLst>
          </p:cNvPr>
          <p:cNvPicPr>
            <a:picLocks xmlns:a="http://schemas.openxmlformats.org/drawingml/2006/main" noChangeAspect="1"/>
          </p:cNvPicPr>
          <p:nvPr/>
        </p:nvPicPr>
        <p:blipFill>
          <a:blip xmlns:r="http://schemas.openxmlformats.org/officeDocument/2006/relationships" xmlns:a="http://schemas.openxmlformats.org/drawingml/2006/main" r:embed="R52b46c4306264c8d"/>
          <a:stretch xmlns:a="http://schemas.openxmlformats.org/drawingml/2006/main"/>
        </p:blipFill>
        <p:spPr>
          <a:xfrm xmlns:a="http://schemas.openxmlformats.org/drawingml/2006/main">
            <a:off x="6445746" y="3467100"/>
            <a:ext cx="2729508" cy="2000250"/>
          </a:xfrm>
          <a:prstGeom xmlns:a="http://schemas.openxmlformats.org/drawingml/2006/main" prst="rect">
            <a:avLst/>
          </a:prstGeom>
        </p:spPr>
      </p:pic>
      <p:sp>
        <p:nvSpPr>
          <p:cNvPr id="8" name="concepto-0">
            <a:extLst xmlns:a="http://schemas.openxmlformats.org/drawingml/2006/main">
              <a:ext uri="{FF2B5EF4-FFF2-40B4-BE49-F238E27FC236}">
                <a16:creationId xmlns:a16="http://schemas.microsoft.com/office/drawing/2014/main" id="{96F7CC4F-5222-41AF-A7F5-E65C311DA481}"/>
              </a:ext>
            </a:extLst>
          </p:cNvPr>
          <p:cNvSpPr>
            <a:spLocks xmlns:a="http://schemas.openxmlformats.org/drawingml/2006/main" noGrp="1"/>
          </p:cNvSpPr>
          <p:nvPr/>
        </p:nvSpPr>
        <p:spPr>
          <a:xfrm xmlns:a="http://schemas.openxmlformats.org/drawingml/2006/main">
            <a:off x="6096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Macroscópica</a:t>
            </a:r>
          </a:p>
        </p:txBody>
      </p:sp>
      <p:sp>
        <p:nvSpPr>
          <p:cNvPr id="9" name="concepto-1">
            <a:extLst xmlns:a="http://schemas.openxmlformats.org/drawingml/2006/main">
              <a:ext uri="{FF2B5EF4-FFF2-40B4-BE49-F238E27FC236}">
                <a16:creationId xmlns:a16="http://schemas.microsoft.com/office/drawing/2014/main" id="{EE6E49AE-BE94-4752-97BA-1A90F3EE631D}"/>
              </a:ext>
            </a:extLst>
          </p:cNvPr>
          <p:cNvSpPr>
            <a:spLocks xmlns:a="http://schemas.openxmlformats.org/drawingml/2006/main" noGrp="1"/>
          </p:cNvSpPr>
          <p:nvPr/>
        </p:nvSpPr>
        <p:spPr>
          <a:xfrm xmlns:a="http://schemas.openxmlformats.org/drawingml/2006/main">
            <a:off x="33528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Tejidos</a:t>
            </a:r>
          </a:p>
        </p:txBody>
      </p:sp>
      <p:sp>
        <p:nvSpPr>
          <p:cNvPr id="10" name="concepto-2">
            <a:extLst xmlns:a="http://schemas.openxmlformats.org/drawingml/2006/main">
              <a:ext uri="{FF2B5EF4-FFF2-40B4-BE49-F238E27FC236}">
                <a16:creationId xmlns:a16="http://schemas.microsoft.com/office/drawing/2014/main" id="{300084B2-1FCA-4D35-945A-9B2FA0B5C179}"/>
              </a:ext>
            </a:extLst>
          </p:cNvPr>
          <p:cNvSpPr>
            <a:spLocks xmlns:a="http://schemas.openxmlformats.org/drawingml/2006/main" noGrp="1"/>
          </p:cNvSpPr>
          <p:nvPr/>
        </p:nvSpPr>
        <p:spPr>
          <a:xfrm xmlns:a="http://schemas.openxmlformats.org/drawingml/2006/main">
            <a:off x="60960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Células</a:t>
            </a:r>
          </a:p>
        </p:txBody>
      </p:sp>
      <p:sp>
        <p:nvSpPr>
          <p:cNvPr id="11" name="concepto-3">
            <a:extLst xmlns:a="http://schemas.openxmlformats.org/drawingml/2006/main">
              <a:ext uri="{FF2B5EF4-FFF2-40B4-BE49-F238E27FC236}">
                <a16:creationId xmlns:a16="http://schemas.microsoft.com/office/drawing/2014/main" id="{D5734457-27CF-4849-B803-B63A2BFCCDA5}"/>
              </a:ext>
            </a:extLst>
          </p:cNvPr>
          <p:cNvSpPr>
            <a:spLocks xmlns:a="http://schemas.openxmlformats.org/drawingml/2006/main" noGrp="1"/>
          </p:cNvSpPr>
          <p:nvPr/>
        </p:nvSpPr>
        <p:spPr>
          <a:xfrm xmlns:a="http://schemas.openxmlformats.org/drawingml/2006/main">
            <a:off x="88392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Ultraestructura</a:t>
            </a:r>
          </a:p>
        </p:txBody>
      </p:sp>
      <p:sp>
        <p:nvSpPr>
          <p:cNvPr id="12" name="banda-idea">
            <a:extLst xmlns:a="http://schemas.openxmlformats.org/drawingml/2006/main">
              <a:ext uri="{FF2B5EF4-FFF2-40B4-BE49-F238E27FC236}">
                <a16:creationId xmlns:a16="http://schemas.microsoft.com/office/drawing/2014/main" id="{B46A5EC6-D7CA-442F-8CE9-F2DFD615859C}"/>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idea-clave">
            <a:extLst xmlns:a="http://schemas.openxmlformats.org/drawingml/2006/main">
              <a:ext uri="{FF2B5EF4-FFF2-40B4-BE49-F238E27FC236}">
                <a16:creationId xmlns:a16="http://schemas.microsoft.com/office/drawing/2014/main" id="{EF06D2B5-B142-4766-9020-610F376CD9F7}"/>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Tejido → histología · Célula → citología · Detalle fino → ultraestructura.</a:t>
            </a:r>
          </a:p>
        </p:txBody>
      </p:sp>
      <p:sp>
        <p:nvSpPr>
          <p:cNvPr id="14" name="numero">
            <a:extLst xmlns:a="http://schemas.openxmlformats.org/drawingml/2006/main">
              <a:ext uri="{FF2B5EF4-FFF2-40B4-BE49-F238E27FC236}">
                <a16:creationId xmlns:a16="http://schemas.microsoft.com/office/drawing/2014/main" id="{0E2DA9BE-2EFB-4DDB-9617-F1E5809B6C37}"/>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04</a:t>
            </a:r>
          </a:p>
        </p:txBody>
      </p:sp>
    </p:spTree>
    <p:extLst>
      <p:ext uri="{BB962C8B-B14F-4D97-AF65-F5344CB8AC3E}">
        <p14:creationId xmlns:p14="http://schemas.microsoft.com/office/powerpoint/2010/main" val="1981482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2134B59-FE1D-4077-9431-893BDF2D9B3A}"/>
              </a:ext>
            </a:extLst>
          </p:cNvPr>
          <p:cNvPicPr>
            <a:picLocks xmlns:a="http://schemas.openxmlformats.org/drawingml/2006/main" noChangeAspect="1"/>
          </p:cNvPicPr>
          <p:nvPr/>
        </p:nvPicPr>
        <p:blipFill>
          <a:blip xmlns:r="http://schemas.openxmlformats.org/officeDocument/2006/relationships" xmlns:a="http://schemas.openxmlformats.org/drawingml/2006/main" r:embed="R27da050ca3eb474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45184985-B925-47FF-B6E9-D6E1AF01FCD8}"/>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 función también tiene especialidades</a:t>
            </a:r>
          </a:p>
        </p:txBody>
      </p:sp>
      <p:pic>
        <p:nvPicPr>
          <p:cNvPr id="3" name="">
            <a:extLst xmlns:a="http://schemas.openxmlformats.org/drawingml/2006/main">
              <a:ext uri="{FF2B5EF4-FFF2-40B4-BE49-F238E27FC236}">
                <a16:creationId xmlns:a16="http://schemas.microsoft.com/office/drawing/2014/main" id="{8591C359-BFA9-4C44-B6DB-82942A34F483}"/>
              </a:ext>
            </a:extLst>
          </p:cNvPr>
          <p:cNvPicPr>
            <a:picLocks xmlns:a="http://schemas.openxmlformats.org/drawingml/2006/main" noChangeAspect="1"/>
          </p:cNvPicPr>
          <p:nvPr/>
        </p:nvPicPr>
        <p:blipFill>
          <a:blip xmlns:r="http://schemas.openxmlformats.org/officeDocument/2006/relationships" xmlns:a="http://schemas.openxmlformats.org/drawingml/2006/main" r:embed="R8f16e6169fb44c19"/>
          <a:stretch xmlns:a="http://schemas.openxmlformats.org/drawingml/2006/main"/>
        </p:blipFill>
        <p:spPr>
          <a:xfrm xmlns:a="http://schemas.openxmlformats.org/drawingml/2006/main">
            <a:off x="666750" y="2035175"/>
            <a:ext cx="3390900" cy="28257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81F52D43-FA64-4210-8ACB-B76D3981D956}"/>
              </a:ext>
            </a:extLst>
          </p:cNvPr>
          <p:cNvPicPr>
            <a:picLocks xmlns:a="http://schemas.openxmlformats.org/drawingml/2006/main" noChangeAspect="1"/>
          </p:cNvPicPr>
          <p:nvPr/>
        </p:nvPicPr>
        <p:blipFill>
          <a:blip xmlns:r="http://schemas.openxmlformats.org/officeDocument/2006/relationships" xmlns:a="http://schemas.openxmlformats.org/drawingml/2006/main" r:embed="Re660dc7fb04d409b"/>
          <a:stretch xmlns:a="http://schemas.openxmlformats.org/drawingml/2006/main"/>
        </p:blipFill>
        <p:spPr>
          <a:xfrm xmlns:a="http://schemas.openxmlformats.org/drawingml/2006/main">
            <a:off x="4286250" y="2319805"/>
            <a:ext cx="3390900" cy="225649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F685CC1-0084-455A-BA23-12CDAAD2814F}"/>
              </a:ext>
            </a:extLst>
          </p:cNvPr>
          <p:cNvPicPr>
            <a:picLocks xmlns:a="http://schemas.openxmlformats.org/drawingml/2006/main" noChangeAspect="1"/>
          </p:cNvPicPr>
          <p:nvPr/>
        </p:nvPicPr>
        <p:blipFill>
          <a:blip xmlns:r="http://schemas.openxmlformats.org/officeDocument/2006/relationships" xmlns:a="http://schemas.openxmlformats.org/drawingml/2006/main" r:embed="R5553ce0fabf6435a"/>
          <a:stretch xmlns:a="http://schemas.openxmlformats.org/drawingml/2006/main"/>
        </p:blipFill>
        <p:spPr>
          <a:xfrm xmlns:a="http://schemas.openxmlformats.org/drawingml/2006/main">
            <a:off x="7905750" y="2319805"/>
            <a:ext cx="3390900" cy="2256490"/>
          </a:xfrm>
          <a:prstGeom xmlns:a="http://schemas.openxmlformats.org/drawingml/2006/main" prst="rect">
            <a:avLst/>
          </a:prstGeom>
        </p:spPr>
      </p:pic>
      <p:sp>
        <p:nvSpPr>
          <p:cNvPr id="6" name="concepto-0">
            <a:extLst xmlns:a="http://schemas.openxmlformats.org/drawingml/2006/main">
              <a:ext uri="{FF2B5EF4-FFF2-40B4-BE49-F238E27FC236}">
                <a16:creationId xmlns:a16="http://schemas.microsoft.com/office/drawing/2014/main" id="{C9FC6038-0121-406A-A6BD-C9E751FFE14F}"/>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Neurofisiología</a:t>
            </a:r>
          </a:p>
        </p:txBody>
      </p:sp>
      <p:sp>
        <p:nvSpPr>
          <p:cNvPr id="7" name="concepto-1">
            <a:extLst xmlns:a="http://schemas.openxmlformats.org/drawingml/2006/main">
              <a:ext uri="{FF2B5EF4-FFF2-40B4-BE49-F238E27FC236}">
                <a16:creationId xmlns:a16="http://schemas.microsoft.com/office/drawing/2014/main" id="{6F668373-B544-4C5D-8693-EE3B7B12A66A}"/>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Endocrinología</a:t>
            </a:r>
          </a:p>
        </p:txBody>
      </p:sp>
      <p:sp>
        <p:nvSpPr>
          <p:cNvPr id="8" name="concepto-2">
            <a:extLst xmlns:a="http://schemas.openxmlformats.org/drawingml/2006/main">
              <a:ext uri="{FF2B5EF4-FFF2-40B4-BE49-F238E27FC236}">
                <a16:creationId xmlns:a16="http://schemas.microsoft.com/office/drawing/2014/main" id="{DD81634E-2A03-417E-8936-765C0293618A}"/>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Fisiopatología</a:t>
            </a:r>
          </a:p>
        </p:txBody>
      </p:sp>
      <p:sp>
        <p:nvSpPr>
          <p:cNvPr id="9" name="banda-idea">
            <a:extLst xmlns:a="http://schemas.openxmlformats.org/drawingml/2006/main">
              <a:ext uri="{FF2B5EF4-FFF2-40B4-BE49-F238E27FC236}">
                <a16:creationId xmlns:a16="http://schemas.microsoft.com/office/drawing/2014/main" id="{A56BA6E9-A6EB-4BA3-B638-E5BAF385D60E}"/>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clave">
            <a:extLst xmlns:a="http://schemas.openxmlformats.org/drawingml/2006/main">
              <a:ext uri="{FF2B5EF4-FFF2-40B4-BE49-F238E27FC236}">
                <a16:creationId xmlns:a16="http://schemas.microsoft.com/office/drawing/2014/main" id="{83C24916-E26F-40CF-AE7E-5AF7CD577A37}"/>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Neurofisiología: nervios · Endocrinología: hormonas · Fisiopatología: enfermedad.</a:t>
            </a:r>
          </a:p>
        </p:txBody>
      </p:sp>
      <p:sp>
        <p:nvSpPr>
          <p:cNvPr id="11" name="numero">
            <a:extLst xmlns:a="http://schemas.openxmlformats.org/drawingml/2006/main">
              <a:ext uri="{FF2B5EF4-FFF2-40B4-BE49-F238E27FC236}">
                <a16:creationId xmlns:a16="http://schemas.microsoft.com/office/drawing/2014/main" id="{458927B9-B91C-4FC2-B7B8-687872E83EE3}"/>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05</a:t>
            </a:r>
          </a:p>
        </p:txBody>
      </p:sp>
    </p:spTree>
    <p:extLst>
      <p:ext uri="{BB962C8B-B14F-4D97-AF65-F5344CB8AC3E}">
        <p14:creationId xmlns:p14="http://schemas.microsoft.com/office/powerpoint/2010/main" val="39871621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3DC16C6-962C-4F8A-B383-5A207D21D213}"/>
              </a:ext>
            </a:extLst>
          </p:cNvPr>
          <p:cNvPicPr>
            <a:picLocks xmlns:a="http://schemas.openxmlformats.org/drawingml/2006/main" noChangeAspect="1"/>
          </p:cNvPicPr>
          <p:nvPr/>
        </p:nvPicPr>
        <p:blipFill>
          <a:blip xmlns:r="http://schemas.openxmlformats.org/officeDocument/2006/relationships" xmlns:a="http://schemas.openxmlformats.org/drawingml/2006/main" r:embed="R15d1a19de045459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238015A5-0DAE-4CA2-A84B-335C5E5930C4}"/>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Las primeras explicaciones</a:t>
            </a:r>
          </a:p>
        </p:txBody>
      </p:sp>
      <p:pic>
        <p:nvPicPr>
          <p:cNvPr id="3" name="">
            <a:extLst xmlns:a="http://schemas.openxmlformats.org/drawingml/2006/main">
              <a:ext uri="{FF2B5EF4-FFF2-40B4-BE49-F238E27FC236}">
                <a16:creationId xmlns:a16="http://schemas.microsoft.com/office/drawing/2014/main" id="{19FBF56C-F521-498D-A677-FB36549FC260}"/>
              </a:ext>
            </a:extLst>
          </p:cNvPr>
          <p:cNvPicPr>
            <a:picLocks xmlns:a="http://schemas.openxmlformats.org/drawingml/2006/main" noChangeAspect="1"/>
          </p:cNvPicPr>
          <p:nvPr/>
        </p:nvPicPr>
        <p:blipFill>
          <a:blip xmlns:r="http://schemas.openxmlformats.org/officeDocument/2006/relationships" xmlns:a="http://schemas.openxmlformats.org/drawingml/2006/main" r:embed="Rd3ecc39f75e14d32"/>
          <a:stretch xmlns:a="http://schemas.openxmlformats.org/drawingml/2006/main"/>
        </p:blipFill>
        <p:spPr>
          <a:xfrm xmlns:a="http://schemas.openxmlformats.org/drawingml/2006/main">
            <a:off x="666750" y="1619340"/>
            <a:ext cx="3390900" cy="365742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7453DA86-EFC6-4839-8F37-84E63EEFAE01}"/>
              </a:ext>
            </a:extLst>
          </p:cNvPr>
          <p:cNvPicPr>
            <a:picLocks xmlns:a="http://schemas.openxmlformats.org/drawingml/2006/main" noChangeAspect="1"/>
          </p:cNvPicPr>
          <p:nvPr/>
        </p:nvPicPr>
        <p:blipFill>
          <a:blip xmlns:r="http://schemas.openxmlformats.org/officeDocument/2006/relationships" xmlns:a="http://schemas.openxmlformats.org/drawingml/2006/main" r:embed="R8dcef39670be473e"/>
          <a:stretch xmlns:a="http://schemas.openxmlformats.org/drawingml/2006/main"/>
        </p:blipFill>
        <p:spPr>
          <a:xfrm xmlns:a="http://schemas.openxmlformats.org/drawingml/2006/main">
            <a:off x="4286250" y="1562060"/>
            <a:ext cx="3390900" cy="3771979"/>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BA0447D-207F-4EF7-B1FC-5906F55C9CEA}"/>
              </a:ext>
            </a:extLst>
          </p:cNvPr>
          <p:cNvPicPr>
            <a:picLocks xmlns:a="http://schemas.openxmlformats.org/drawingml/2006/main" noChangeAspect="1"/>
          </p:cNvPicPr>
          <p:nvPr/>
        </p:nvPicPr>
        <p:blipFill>
          <a:blip xmlns:r="http://schemas.openxmlformats.org/officeDocument/2006/relationships" xmlns:a="http://schemas.openxmlformats.org/drawingml/2006/main" r:embed="R7ac5dec9e7a441dc"/>
          <a:stretch xmlns:a="http://schemas.openxmlformats.org/drawingml/2006/main"/>
        </p:blipFill>
        <p:spPr>
          <a:xfrm xmlns:a="http://schemas.openxmlformats.org/drawingml/2006/main">
            <a:off x="8195845" y="1352550"/>
            <a:ext cx="2810711" cy="4191000"/>
          </a:xfrm>
          <a:prstGeom xmlns:a="http://schemas.openxmlformats.org/drawingml/2006/main" prst="rect">
            <a:avLst/>
          </a:prstGeom>
        </p:spPr>
      </p:pic>
      <p:sp>
        <p:nvSpPr>
          <p:cNvPr id="6" name="concepto-0">
            <a:extLst xmlns:a="http://schemas.openxmlformats.org/drawingml/2006/main">
              <a:ext uri="{FF2B5EF4-FFF2-40B4-BE49-F238E27FC236}">
                <a16:creationId xmlns:a16="http://schemas.microsoft.com/office/drawing/2014/main" id="{FB76EFB5-8DFA-4117-8BB4-AE6428D57EB7}"/>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Hipócrates</a:t>
            </a:r>
          </a:p>
        </p:txBody>
      </p:sp>
      <p:sp>
        <p:nvSpPr>
          <p:cNvPr id="7" name="concepto-1">
            <a:extLst xmlns:a="http://schemas.openxmlformats.org/drawingml/2006/main">
              <a:ext uri="{FF2B5EF4-FFF2-40B4-BE49-F238E27FC236}">
                <a16:creationId xmlns:a16="http://schemas.microsoft.com/office/drawing/2014/main" id="{DF4E8AF3-7F15-40C6-A250-CB80252CC6A9}"/>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Aristóteles</a:t>
            </a:r>
          </a:p>
        </p:txBody>
      </p:sp>
      <p:sp>
        <p:nvSpPr>
          <p:cNvPr id="8" name="concepto-2">
            <a:extLst xmlns:a="http://schemas.openxmlformats.org/drawingml/2006/main">
              <a:ext uri="{FF2B5EF4-FFF2-40B4-BE49-F238E27FC236}">
                <a16:creationId xmlns:a16="http://schemas.microsoft.com/office/drawing/2014/main" id="{E93AD0FE-CE52-4F8D-B40C-6A55ADF08A2A}"/>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Galeno</a:t>
            </a:r>
          </a:p>
        </p:txBody>
      </p:sp>
      <p:sp>
        <p:nvSpPr>
          <p:cNvPr id="9" name="banda-idea">
            <a:extLst xmlns:a="http://schemas.openxmlformats.org/drawingml/2006/main">
              <a:ext uri="{FF2B5EF4-FFF2-40B4-BE49-F238E27FC236}">
                <a16:creationId xmlns:a16="http://schemas.microsoft.com/office/drawing/2014/main" id="{2D9EB03F-F871-4C2D-A851-A026F882930C}"/>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clave">
            <a:extLst xmlns:a="http://schemas.openxmlformats.org/drawingml/2006/main">
              <a:ext uri="{FF2B5EF4-FFF2-40B4-BE49-F238E27FC236}">
                <a16:creationId xmlns:a16="http://schemas.microsoft.com/office/drawing/2014/main" id="{E9BB305A-F4AA-487D-BF03-CF62172CE090}"/>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Hipócrates: causas naturales · Aristóteles: estructura y función · Galeno: disección animal.</a:t>
            </a:r>
          </a:p>
        </p:txBody>
      </p:sp>
      <p:sp>
        <p:nvSpPr>
          <p:cNvPr id="11" name="numero">
            <a:extLst xmlns:a="http://schemas.openxmlformats.org/drawingml/2006/main">
              <a:ext uri="{FF2B5EF4-FFF2-40B4-BE49-F238E27FC236}">
                <a16:creationId xmlns:a16="http://schemas.microsoft.com/office/drawing/2014/main" id="{CF918E77-0F1B-416F-8B83-6BCBE19EB8AD}"/>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06</a:t>
            </a:r>
          </a:p>
        </p:txBody>
      </p:sp>
    </p:spTree>
    <p:extLst>
      <p:ext uri="{BB962C8B-B14F-4D97-AF65-F5344CB8AC3E}">
        <p14:creationId xmlns:p14="http://schemas.microsoft.com/office/powerpoint/2010/main" val="33705217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154B1D9-D7A9-4149-8BEC-AE59036E36BE}"/>
              </a:ext>
            </a:extLst>
          </p:cNvPr>
          <p:cNvPicPr>
            <a:picLocks xmlns:a="http://schemas.openxmlformats.org/drawingml/2006/main" noChangeAspect="1"/>
          </p:cNvPicPr>
          <p:nvPr/>
        </p:nvPicPr>
        <p:blipFill>
          <a:blip xmlns:r="http://schemas.openxmlformats.org/officeDocument/2006/relationships" xmlns:a="http://schemas.openxmlformats.org/drawingml/2006/main" r:embed="Rad313fa5a6b94d7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40E9AB6D-1130-486E-945E-450555207104}"/>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Observar permitió corregir ideas</a:t>
            </a:r>
          </a:p>
        </p:txBody>
      </p:sp>
      <p:pic>
        <p:nvPicPr>
          <p:cNvPr id="3" name="">
            <a:extLst xmlns:a="http://schemas.openxmlformats.org/drawingml/2006/main">
              <a:ext uri="{FF2B5EF4-FFF2-40B4-BE49-F238E27FC236}">
                <a16:creationId xmlns:a16="http://schemas.microsoft.com/office/drawing/2014/main" id="{BF4EB828-DE22-4252-9BB3-845E5C85AA82}"/>
              </a:ext>
            </a:extLst>
          </p:cNvPr>
          <p:cNvPicPr>
            <a:picLocks xmlns:a="http://schemas.openxmlformats.org/drawingml/2006/main" noChangeAspect="1"/>
          </p:cNvPicPr>
          <p:nvPr/>
        </p:nvPicPr>
        <p:blipFill>
          <a:blip xmlns:r="http://schemas.openxmlformats.org/officeDocument/2006/relationships" xmlns:a="http://schemas.openxmlformats.org/drawingml/2006/main" r:embed="R582f45d837114d14"/>
          <a:stretch xmlns:a="http://schemas.openxmlformats.org/drawingml/2006/main"/>
        </p:blipFill>
        <p:spPr>
          <a:xfrm xmlns:a="http://schemas.openxmlformats.org/drawingml/2006/main">
            <a:off x="609600" y="1724467"/>
            <a:ext cx="8763000" cy="3504316"/>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918F38B3-C0D8-400F-AD5E-61852D743A9A}"/>
              </a:ext>
            </a:extLst>
          </p:cNvPr>
          <p:cNvPicPr>
            <a:picLocks xmlns:a="http://schemas.openxmlformats.org/drawingml/2006/main" noChangeAspect="1"/>
          </p:cNvPicPr>
          <p:nvPr/>
        </p:nvPicPr>
        <p:blipFill>
          <a:blip xmlns:r="http://schemas.openxmlformats.org/officeDocument/2006/relationships" xmlns:a="http://schemas.openxmlformats.org/drawingml/2006/main" r:embed="R657e08be41a748ac"/>
          <a:stretch xmlns:a="http://schemas.openxmlformats.org/drawingml/2006/main"/>
        </p:blipFill>
        <p:spPr>
          <a:xfrm xmlns:a="http://schemas.openxmlformats.org/drawingml/2006/main">
            <a:off x="9921514" y="1352550"/>
            <a:ext cx="1188173" cy="1270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9241220-E02D-4A5F-93AC-3DCBF65799C0}"/>
              </a:ext>
            </a:extLst>
          </p:cNvPr>
          <p:cNvPicPr>
            <a:picLocks xmlns:a="http://schemas.openxmlformats.org/drawingml/2006/main" noChangeAspect="1"/>
          </p:cNvPicPr>
          <p:nvPr/>
        </p:nvPicPr>
        <p:blipFill>
          <a:blip xmlns:r="http://schemas.openxmlformats.org/officeDocument/2006/relationships" xmlns:a="http://schemas.openxmlformats.org/drawingml/2006/main" r:embed="Ree6e5228b41e4bda"/>
          <a:stretch xmlns:a="http://schemas.openxmlformats.org/drawingml/2006/main"/>
        </p:blipFill>
        <p:spPr>
          <a:xfrm xmlns:a="http://schemas.openxmlformats.org/drawingml/2006/main">
            <a:off x="10093088" y="2755900"/>
            <a:ext cx="845023" cy="127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D9A32F67-C870-497D-A3CE-23CD9A45D64F}"/>
              </a:ext>
            </a:extLst>
          </p:cNvPr>
          <p:cNvPicPr>
            <a:picLocks xmlns:a="http://schemas.openxmlformats.org/drawingml/2006/main" noChangeAspect="1"/>
          </p:cNvPicPr>
          <p:nvPr/>
        </p:nvPicPr>
        <p:blipFill>
          <a:blip xmlns:r="http://schemas.openxmlformats.org/officeDocument/2006/relationships" xmlns:a="http://schemas.openxmlformats.org/drawingml/2006/main" r:embed="Rdb796610b6c04bad"/>
          <a:stretch xmlns:a="http://schemas.openxmlformats.org/drawingml/2006/main"/>
        </p:blipFill>
        <p:spPr>
          <a:xfrm xmlns:a="http://schemas.openxmlformats.org/drawingml/2006/main">
            <a:off x="9525000" y="4192323"/>
            <a:ext cx="1981200" cy="1203854"/>
          </a:xfrm>
          <a:prstGeom xmlns:a="http://schemas.openxmlformats.org/drawingml/2006/main" prst="rect">
            <a:avLst/>
          </a:prstGeom>
        </p:spPr>
      </p:pic>
      <p:sp>
        <p:nvSpPr>
          <p:cNvPr id="7" name="concepto-0">
            <a:extLst xmlns:a="http://schemas.openxmlformats.org/drawingml/2006/main">
              <a:ext uri="{FF2B5EF4-FFF2-40B4-BE49-F238E27FC236}">
                <a16:creationId xmlns:a16="http://schemas.microsoft.com/office/drawing/2014/main" id="{9F912C7F-2379-4F2E-9AEF-7B37BDF6EB88}"/>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Disección humana</a:t>
            </a:r>
          </a:p>
        </p:txBody>
      </p:sp>
      <p:sp>
        <p:nvSpPr>
          <p:cNvPr id="8" name="concepto-1">
            <a:extLst xmlns:a="http://schemas.openxmlformats.org/drawingml/2006/main">
              <a:ext uri="{FF2B5EF4-FFF2-40B4-BE49-F238E27FC236}">
                <a16:creationId xmlns:a16="http://schemas.microsoft.com/office/drawing/2014/main" id="{2E67250A-28A5-42EC-A764-5939E7D3D764}"/>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Circulación</a:t>
            </a:r>
          </a:p>
        </p:txBody>
      </p:sp>
      <p:sp>
        <p:nvSpPr>
          <p:cNvPr id="9" name="concepto-2">
            <a:extLst xmlns:a="http://schemas.openxmlformats.org/drawingml/2006/main">
              <a:ext uri="{FF2B5EF4-FFF2-40B4-BE49-F238E27FC236}">
                <a16:creationId xmlns:a16="http://schemas.microsoft.com/office/drawing/2014/main" id="{3922F081-0916-4362-92DB-F8992C61396E}"/>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Microscopía</a:t>
            </a:r>
          </a:p>
        </p:txBody>
      </p:sp>
      <p:sp>
        <p:nvSpPr>
          <p:cNvPr id="10" name="banda-idea">
            <a:extLst xmlns:a="http://schemas.openxmlformats.org/drawingml/2006/main">
              <a:ext uri="{FF2B5EF4-FFF2-40B4-BE49-F238E27FC236}">
                <a16:creationId xmlns:a16="http://schemas.microsoft.com/office/drawing/2014/main" id="{98869E4A-FFA6-4502-9011-9BD02CD58263}"/>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idea-clave">
            <a:extLst xmlns:a="http://schemas.openxmlformats.org/drawingml/2006/main">
              <a:ext uri="{FF2B5EF4-FFF2-40B4-BE49-F238E27FC236}">
                <a16:creationId xmlns:a16="http://schemas.microsoft.com/office/drawing/2014/main" id="{B033AA47-4191-4FBB-A5A4-62CB0513EB48}"/>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Vesalio: disección humana · Harvey: circulación · Hooke: células en corcho.</a:t>
            </a:r>
          </a:p>
        </p:txBody>
      </p:sp>
      <p:sp>
        <p:nvSpPr>
          <p:cNvPr id="12" name="numero">
            <a:extLst xmlns:a="http://schemas.openxmlformats.org/drawingml/2006/main">
              <a:ext uri="{FF2B5EF4-FFF2-40B4-BE49-F238E27FC236}">
                <a16:creationId xmlns:a16="http://schemas.microsoft.com/office/drawing/2014/main" id="{27BC423D-AA95-4D16-9EF8-FB98F88428D0}"/>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07</a:t>
            </a:r>
          </a:p>
        </p:txBody>
      </p:sp>
    </p:spTree>
    <p:extLst>
      <p:ext uri="{BB962C8B-B14F-4D97-AF65-F5344CB8AC3E}">
        <p14:creationId xmlns:p14="http://schemas.microsoft.com/office/powerpoint/2010/main" val="6413701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75C98C9-EAA3-49AC-8047-D0DBA6688916}"/>
              </a:ext>
            </a:extLst>
          </p:cNvPr>
          <p:cNvPicPr>
            <a:picLocks xmlns:a="http://schemas.openxmlformats.org/drawingml/2006/main" noChangeAspect="1"/>
          </p:cNvPicPr>
          <p:nvPr/>
        </p:nvPicPr>
        <p:blipFill>
          <a:blip xmlns:r="http://schemas.openxmlformats.org/officeDocument/2006/relationships" xmlns:a="http://schemas.openxmlformats.org/drawingml/2006/main" r:embed="R9b8552724a36424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AEB58E47-A511-4A97-B5FE-382127114A23}"/>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El método científico</a:t>
            </a:r>
          </a:p>
        </p:txBody>
      </p:sp>
      <p:pic>
        <p:nvPicPr>
          <p:cNvPr id="3" name="">
            <a:extLst xmlns:a="http://schemas.openxmlformats.org/drawingml/2006/main">
              <a:ext uri="{FF2B5EF4-FFF2-40B4-BE49-F238E27FC236}">
                <a16:creationId xmlns:a16="http://schemas.microsoft.com/office/drawing/2014/main" id="{D69C9651-2951-46C8-9099-4CE3E9A4C9D9}"/>
              </a:ext>
            </a:extLst>
          </p:cNvPr>
          <p:cNvPicPr>
            <a:picLocks xmlns:a="http://schemas.openxmlformats.org/drawingml/2006/main" noChangeAspect="1"/>
          </p:cNvPicPr>
          <p:nvPr/>
        </p:nvPicPr>
        <p:blipFill>
          <a:blip xmlns:r="http://schemas.openxmlformats.org/officeDocument/2006/relationships" xmlns:a="http://schemas.openxmlformats.org/drawingml/2006/main" r:embed="Rf919a151c09848d2"/>
          <a:stretch xmlns:a="http://schemas.openxmlformats.org/drawingml/2006/main"/>
        </p:blipFill>
        <p:spPr>
          <a:xfrm xmlns:a="http://schemas.openxmlformats.org/drawingml/2006/main">
            <a:off x="2304949" y="1285875"/>
            <a:ext cx="7582102" cy="4267200"/>
          </a:xfrm>
          <a:prstGeom xmlns:a="http://schemas.openxmlformats.org/drawingml/2006/main" prst="rect">
            <a:avLst/>
          </a:prstGeom>
        </p:spPr>
      </p:pic>
      <p:sp>
        <p:nvSpPr>
          <p:cNvPr id="4" name="concepto-0">
            <a:extLst xmlns:a="http://schemas.openxmlformats.org/drawingml/2006/main">
              <a:ext uri="{FF2B5EF4-FFF2-40B4-BE49-F238E27FC236}">
                <a16:creationId xmlns:a16="http://schemas.microsoft.com/office/drawing/2014/main" id="{2FFECC15-386E-4444-8C61-2CFA6327EBA1}"/>
              </a:ext>
            </a:extLst>
          </p:cNvPr>
          <p:cNvSpPr>
            <a:spLocks xmlns:a="http://schemas.openxmlformats.org/drawingml/2006/main" noGrp="1"/>
          </p:cNvSpPr>
          <p:nvPr/>
        </p:nvSpPr>
        <p:spPr>
          <a:xfrm xmlns:a="http://schemas.openxmlformats.org/drawingml/2006/main">
            <a:off x="6096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Observar</a:t>
            </a:r>
          </a:p>
        </p:txBody>
      </p:sp>
      <p:sp>
        <p:nvSpPr>
          <p:cNvPr id="5" name="concepto-1">
            <a:extLst xmlns:a="http://schemas.openxmlformats.org/drawingml/2006/main">
              <a:ext uri="{FF2B5EF4-FFF2-40B4-BE49-F238E27FC236}">
                <a16:creationId xmlns:a16="http://schemas.microsoft.com/office/drawing/2014/main" id="{9348015E-D308-4683-9297-0051FCB99D75}"/>
              </a:ext>
            </a:extLst>
          </p:cNvPr>
          <p:cNvSpPr>
            <a:spLocks xmlns:a="http://schemas.openxmlformats.org/drawingml/2006/main" noGrp="1"/>
          </p:cNvSpPr>
          <p:nvPr/>
        </p:nvSpPr>
        <p:spPr>
          <a:xfrm xmlns:a="http://schemas.openxmlformats.org/drawingml/2006/main">
            <a:off x="33528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Proponer</a:t>
            </a:r>
          </a:p>
        </p:txBody>
      </p:sp>
      <p:sp>
        <p:nvSpPr>
          <p:cNvPr id="6" name="concepto-2">
            <a:extLst xmlns:a="http://schemas.openxmlformats.org/drawingml/2006/main">
              <a:ext uri="{FF2B5EF4-FFF2-40B4-BE49-F238E27FC236}">
                <a16:creationId xmlns:a16="http://schemas.microsoft.com/office/drawing/2014/main" id="{97E9DC3A-C8CF-49D1-B5E1-FCF656F5B929}"/>
              </a:ext>
            </a:extLst>
          </p:cNvPr>
          <p:cNvSpPr>
            <a:spLocks xmlns:a="http://schemas.openxmlformats.org/drawingml/2006/main" noGrp="1"/>
          </p:cNvSpPr>
          <p:nvPr/>
        </p:nvSpPr>
        <p:spPr>
          <a:xfrm xmlns:a="http://schemas.openxmlformats.org/drawingml/2006/main">
            <a:off x="60960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Contrastar</a:t>
            </a:r>
          </a:p>
        </p:txBody>
      </p:sp>
      <p:sp>
        <p:nvSpPr>
          <p:cNvPr id="7" name="concepto-3">
            <a:extLst xmlns:a="http://schemas.openxmlformats.org/drawingml/2006/main">
              <a:ext uri="{FF2B5EF4-FFF2-40B4-BE49-F238E27FC236}">
                <a16:creationId xmlns:a16="http://schemas.microsoft.com/office/drawing/2014/main" id="{F24E9F39-F5DC-4068-AB54-36496F652EC0}"/>
              </a:ext>
            </a:extLst>
          </p:cNvPr>
          <p:cNvSpPr>
            <a:spLocks xmlns:a="http://schemas.openxmlformats.org/drawingml/2006/main" noGrp="1"/>
          </p:cNvSpPr>
          <p:nvPr/>
        </p:nvSpPr>
        <p:spPr>
          <a:xfrm xmlns:a="http://schemas.openxmlformats.org/drawingml/2006/main">
            <a:off x="88392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Revisar</a:t>
            </a:r>
          </a:p>
        </p:txBody>
      </p:sp>
      <p:sp>
        <p:nvSpPr>
          <p:cNvPr id="8" name="banda-idea">
            <a:extLst xmlns:a="http://schemas.openxmlformats.org/drawingml/2006/main">
              <a:ext uri="{FF2B5EF4-FFF2-40B4-BE49-F238E27FC236}">
                <a16:creationId xmlns:a16="http://schemas.microsoft.com/office/drawing/2014/main" id="{59E882C6-5A2F-498B-975D-9D91CE68D3D5}"/>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clave">
            <a:extLst xmlns:a="http://schemas.openxmlformats.org/drawingml/2006/main">
              <a:ext uri="{FF2B5EF4-FFF2-40B4-BE49-F238E27FC236}">
                <a16:creationId xmlns:a16="http://schemas.microsoft.com/office/drawing/2014/main" id="{B877DC06-76EE-4541-97CE-425F74AF402A}"/>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Una hipótesis propone una explicación; una predicción indica qué esperar al probarla.</a:t>
            </a:r>
          </a:p>
        </p:txBody>
      </p:sp>
      <p:sp>
        <p:nvSpPr>
          <p:cNvPr id="10" name="numero">
            <a:extLst xmlns:a="http://schemas.openxmlformats.org/drawingml/2006/main">
              <a:ext uri="{FF2B5EF4-FFF2-40B4-BE49-F238E27FC236}">
                <a16:creationId xmlns:a16="http://schemas.microsoft.com/office/drawing/2014/main" id="{BD60EE6B-71DF-4337-BF37-FFFD723C139E}"/>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08</a:t>
            </a:r>
          </a:p>
        </p:txBody>
      </p:sp>
    </p:spTree>
    <p:extLst>
      <p:ext uri="{BB962C8B-B14F-4D97-AF65-F5344CB8AC3E}">
        <p14:creationId xmlns:p14="http://schemas.microsoft.com/office/powerpoint/2010/main" val="182964754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57C7BFE-3D60-48B9-9201-B99A042CA44F}"/>
              </a:ext>
            </a:extLst>
          </p:cNvPr>
          <p:cNvPicPr>
            <a:picLocks xmlns:a="http://schemas.openxmlformats.org/drawingml/2006/main" noChangeAspect="1"/>
          </p:cNvPicPr>
          <p:nvPr/>
        </p:nvPicPr>
        <p:blipFill>
          <a:blip xmlns:r="http://schemas.openxmlformats.org/officeDocument/2006/relationships" xmlns:a="http://schemas.openxmlformats.org/drawingml/2006/main" r:embed="Rd3bafb62ef3b4e8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D9E19D68-8A44-4968-BE1F-3068AF992056}"/>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Las partes y sus relaciones</a:t>
            </a:r>
          </a:p>
        </p:txBody>
      </p:sp>
      <p:pic>
        <p:nvPicPr>
          <p:cNvPr id="3" name="">
            <a:extLst xmlns:a="http://schemas.openxmlformats.org/drawingml/2006/main">
              <a:ext uri="{FF2B5EF4-FFF2-40B4-BE49-F238E27FC236}">
                <a16:creationId xmlns:a16="http://schemas.microsoft.com/office/drawing/2014/main" id="{86AAD304-6B27-4E45-95C9-859C3C4357BA}"/>
              </a:ext>
            </a:extLst>
          </p:cNvPr>
          <p:cNvPicPr>
            <a:picLocks xmlns:a="http://schemas.openxmlformats.org/drawingml/2006/main" noChangeAspect="1"/>
          </p:cNvPicPr>
          <p:nvPr/>
        </p:nvPicPr>
        <p:blipFill>
          <a:blip xmlns:r="http://schemas.openxmlformats.org/officeDocument/2006/relationships" xmlns:a="http://schemas.openxmlformats.org/drawingml/2006/main" r:embed="R35cb8965ba8e46db"/>
          <a:stretch xmlns:a="http://schemas.openxmlformats.org/drawingml/2006/main"/>
        </p:blipFill>
        <p:spPr>
          <a:xfrm xmlns:a="http://schemas.openxmlformats.org/drawingml/2006/main">
            <a:off x="666750" y="2258704"/>
            <a:ext cx="3390900" cy="2378691"/>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CE0C4907-48CE-4EAA-BE10-7D2194434231}"/>
              </a:ext>
            </a:extLst>
          </p:cNvPr>
          <p:cNvPicPr>
            <a:picLocks xmlns:a="http://schemas.openxmlformats.org/drawingml/2006/main" noChangeAspect="1"/>
          </p:cNvPicPr>
          <p:nvPr/>
        </p:nvPicPr>
        <p:blipFill>
          <a:blip xmlns:r="http://schemas.openxmlformats.org/officeDocument/2006/relationships" xmlns:a="http://schemas.openxmlformats.org/drawingml/2006/main" r:embed="Rbe358d7fb49440ae"/>
          <a:stretch xmlns:a="http://schemas.openxmlformats.org/drawingml/2006/main"/>
        </p:blipFill>
        <p:spPr>
          <a:xfrm xmlns:a="http://schemas.openxmlformats.org/drawingml/2006/main">
            <a:off x="4384064" y="1352550"/>
            <a:ext cx="3195273" cy="4191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51DDFD43-7D07-4518-BC46-41876998319A}"/>
              </a:ext>
            </a:extLst>
          </p:cNvPr>
          <p:cNvPicPr>
            <a:picLocks xmlns:a="http://schemas.openxmlformats.org/drawingml/2006/main" noChangeAspect="1"/>
          </p:cNvPicPr>
          <p:nvPr/>
        </p:nvPicPr>
        <p:blipFill>
          <a:blip xmlns:r="http://schemas.openxmlformats.org/officeDocument/2006/relationships" xmlns:a="http://schemas.openxmlformats.org/drawingml/2006/main" r:embed="R76688c63a95643e0"/>
          <a:stretch xmlns:a="http://schemas.openxmlformats.org/drawingml/2006/main"/>
        </p:blipFill>
        <p:spPr>
          <a:xfrm xmlns:a="http://schemas.openxmlformats.org/drawingml/2006/main">
            <a:off x="7905750" y="2178099"/>
            <a:ext cx="3390900" cy="2539902"/>
          </a:xfrm>
          <a:prstGeom xmlns:a="http://schemas.openxmlformats.org/drawingml/2006/main" prst="rect">
            <a:avLst/>
          </a:prstGeom>
        </p:spPr>
      </p:pic>
      <p:sp>
        <p:nvSpPr>
          <p:cNvPr id="6" name="concepto-0">
            <a:extLst xmlns:a="http://schemas.openxmlformats.org/drawingml/2006/main">
              <a:ext uri="{FF2B5EF4-FFF2-40B4-BE49-F238E27FC236}">
                <a16:creationId xmlns:a16="http://schemas.microsoft.com/office/drawing/2014/main" id="{312ED29F-35F6-4748-8061-C07C4CB54C43}"/>
              </a:ext>
            </a:extLst>
          </p:cNvPr>
          <p:cNvSpPr>
            <a:spLocks xmlns:a="http://schemas.openxmlformats.org/drawingml/2006/main" noGrp="1"/>
          </p:cNvSpPr>
          <p:nvPr/>
        </p:nvSpPr>
        <p:spPr>
          <a:xfrm xmlns:a="http://schemas.openxmlformats.org/drawingml/2006/main">
            <a:off x="6096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Reduccionismo: componentes</a:t>
            </a:r>
          </a:p>
        </p:txBody>
      </p:sp>
      <p:sp>
        <p:nvSpPr>
          <p:cNvPr id="7" name="concepto-1">
            <a:extLst xmlns:a="http://schemas.openxmlformats.org/drawingml/2006/main">
              <a:ext uri="{FF2B5EF4-FFF2-40B4-BE49-F238E27FC236}">
                <a16:creationId xmlns:a16="http://schemas.microsoft.com/office/drawing/2014/main" id="{069CDA51-EBA7-4BB9-92F6-AC1AB0C1A3CC}"/>
              </a:ext>
            </a:extLst>
          </p:cNvPr>
          <p:cNvSpPr>
            <a:spLocks xmlns:a="http://schemas.openxmlformats.org/drawingml/2006/main" noGrp="1"/>
          </p:cNvSpPr>
          <p:nvPr/>
        </p:nvSpPr>
        <p:spPr>
          <a:xfrm xmlns:a="http://schemas.openxmlformats.org/drawingml/2006/main">
            <a:off x="60960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Holismo: propiedades del conjunto</a:t>
            </a:r>
          </a:p>
        </p:txBody>
      </p:sp>
      <p:sp>
        <p:nvSpPr>
          <p:cNvPr id="8" name="banda-idea">
            <a:extLst xmlns:a="http://schemas.openxmlformats.org/drawingml/2006/main">
              <a:ext uri="{FF2B5EF4-FFF2-40B4-BE49-F238E27FC236}">
                <a16:creationId xmlns:a16="http://schemas.microsoft.com/office/drawing/2014/main" id="{3EFA0A82-1C3E-4850-830B-30372B39C8F0}"/>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clave">
            <a:extLst xmlns:a="http://schemas.openxmlformats.org/drawingml/2006/main">
              <a:ext uri="{FF2B5EF4-FFF2-40B4-BE49-F238E27FC236}">
                <a16:creationId xmlns:a16="http://schemas.microsoft.com/office/drawing/2014/main" id="{77222E2D-2912-4CE3-91C0-E31C32A999FA}"/>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Reduccionismo: partes · Holismo: propiedades que surgen al relacionarlas.</a:t>
            </a:r>
          </a:p>
        </p:txBody>
      </p:sp>
      <p:sp>
        <p:nvSpPr>
          <p:cNvPr id="10" name="numero">
            <a:extLst xmlns:a="http://schemas.openxmlformats.org/drawingml/2006/main">
              <a:ext uri="{FF2B5EF4-FFF2-40B4-BE49-F238E27FC236}">
                <a16:creationId xmlns:a16="http://schemas.microsoft.com/office/drawing/2014/main" id="{83C13570-D0ED-4B24-9A91-5BC1F35163C3}"/>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09</a:t>
            </a:r>
          </a:p>
        </p:txBody>
      </p:sp>
    </p:spTree>
    <p:extLst>
      <p:ext uri="{BB962C8B-B14F-4D97-AF65-F5344CB8AC3E}">
        <p14:creationId xmlns:p14="http://schemas.microsoft.com/office/powerpoint/2010/main" val="31101022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CC3BCB1-53AE-4A44-A12F-5A0DFC9D8D41}"/>
              </a:ext>
            </a:extLst>
          </p:cNvPr>
          <p:cNvPicPr>
            <a:picLocks xmlns:a="http://schemas.openxmlformats.org/drawingml/2006/main" noChangeAspect="1"/>
          </p:cNvPicPr>
          <p:nvPr/>
        </p:nvPicPr>
        <p:blipFill>
          <a:blip xmlns:r="http://schemas.openxmlformats.org/officeDocument/2006/relationships" xmlns:a="http://schemas.openxmlformats.org/drawingml/2006/main" r:embed="Re1bb3fa06a7544a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3BB9EE5D-F1A8-44C9-9DF5-7727A6DBADFD}"/>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 organización del cuerpo</a:t>
            </a:r>
          </a:p>
        </p:txBody>
      </p:sp>
      <p:pic>
        <p:nvPicPr>
          <p:cNvPr id="3" name="">
            <a:extLst xmlns:a="http://schemas.openxmlformats.org/drawingml/2006/main">
              <a:ext uri="{FF2B5EF4-FFF2-40B4-BE49-F238E27FC236}">
                <a16:creationId xmlns:a16="http://schemas.microsoft.com/office/drawing/2014/main" id="{81C15CAF-B751-4C3D-8541-BE7F52F5DD2F}"/>
              </a:ext>
            </a:extLst>
          </p:cNvPr>
          <p:cNvPicPr>
            <a:picLocks xmlns:a="http://schemas.openxmlformats.org/drawingml/2006/main" noChangeAspect="1"/>
          </p:cNvPicPr>
          <p:nvPr/>
        </p:nvPicPr>
        <p:blipFill>
          <a:blip xmlns:r="http://schemas.openxmlformats.org/officeDocument/2006/relationships" xmlns:a="http://schemas.openxmlformats.org/drawingml/2006/main" r:embed="Rcc1eb020c5ae4e69"/>
          <a:stretch xmlns:a="http://schemas.openxmlformats.org/drawingml/2006/main"/>
        </p:blipFill>
        <p:spPr>
          <a:xfrm xmlns:a="http://schemas.openxmlformats.org/drawingml/2006/main">
            <a:off x="609600" y="2016125"/>
            <a:ext cx="8763000" cy="2921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7E486414-6DC9-48A6-8BC9-C953F0DE26BC}"/>
              </a:ext>
            </a:extLst>
          </p:cNvPr>
          <p:cNvPicPr>
            <a:picLocks xmlns:a="http://schemas.openxmlformats.org/drawingml/2006/main" noChangeAspect="1"/>
          </p:cNvPicPr>
          <p:nvPr/>
        </p:nvPicPr>
        <p:blipFill>
          <a:blip xmlns:r="http://schemas.openxmlformats.org/officeDocument/2006/relationships" xmlns:a="http://schemas.openxmlformats.org/drawingml/2006/main" r:embed="Rb35780fe1bcc4451"/>
          <a:stretch xmlns:a="http://schemas.openxmlformats.org/drawingml/2006/main"/>
        </p:blipFill>
        <p:spPr>
          <a:xfrm xmlns:a="http://schemas.openxmlformats.org/drawingml/2006/main">
            <a:off x="9788067" y="1352550"/>
            <a:ext cx="1455066" cy="4000500"/>
          </a:xfrm>
          <a:prstGeom xmlns:a="http://schemas.openxmlformats.org/drawingml/2006/main" prst="rect">
            <a:avLst/>
          </a:prstGeom>
        </p:spPr>
      </p:pic>
      <p:sp>
        <p:nvSpPr>
          <p:cNvPr id="5" name="concepto-0">
            <a:extLst xmlns:a="http://schemas.openxmlformats.org/drawingml/2006/main">
              <a:ext uri="{FF2B5EF4-FFF2-40B4-BE49-F238E27FC236}">
                <a16:creationId xmlns:a16="http://schemas.microsoft.com/office/drawing/2014/main" id="{D2363634-99CC-48EB-BE8E-F2245EF8F212}"/>
              </a:ext>
            </a:extLst>
          </p:cNvPr>
          <p:cNvSpPr>
            <a:spLocks xmlns:a="http://schemas.openxmlformats.org/drawingml/2006/main" noGrp="1"/>
          </p:cNvSpPr>
          <p:nvPr/>
        </p:nvSpPr>
        <p:spPr>
          <a:xfrm xmlns:a="http://schemas.openxmlformats.org/drawingml/2006/main">
            <a:off x="609600" y="57721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De lo simple a lo complejo</a:t>
            </a:r>
          </a:p>
        </p:txBody>
      </p:sp>
      <p:sp>
        <p:nvSpPr>
          <p:cNvPr id="6" name="banda-idea">
            <a:extLst xmlns:a="http://schemas.openxmlformats.org/drawingml/2006/main">
              <a:ext uri="{FF2B5EF4-FFF2-40B4-BE49-F238E27FC236}">
                <a16:creationId xmlns:a16="http://schemas.microsoft.com/office/drawing/2014/main" id="{6139E483-F60E-4B5F-9063-B7528D12A4E9}"/>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idea-clave">
            <a:extLst xmlns:a="http://schemas.openxmlformats.org/drawingml/2006/main">
              <a:ext uri="{FF2B5EF4-FFF2-40B4-BE49-F238E27FC236}">
                <a16:creationId xmlns:a16="http://schemas.microsoft.com/office/drawing/2014/main" id="{7469534E-A92A-4EBA-ACEB-1110D3EE9CDD}"/>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Órgano: dos o más tipos de tejidos · Sistema: órganos que cooperan.</a:t>
            </a:r>
          </a:p>
        </p:txBody>
      </p:sp>
      <p:sp>
        <p:nvSpPr>
          <p:cNvPr id="8" name="numero">
            <a:extLst xmlns:a="http://schemas.openxmlformats.org/drawingml/2006/main">
              <a:ext uri="{FF2B5EF4-FFF2-40B4-BE49-F238E27FC236}">
                <a16:creationId xmlns:a16="http://schemas.microsoft.com/office/drawing/2014/main" id="{CE3FFF1A-F016-447F-A986-5C11777DF36A}"/>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10</a:t>
            </a:r>
          </a:p>
        </p:txBody>
      </p:sp>
    </p:spTree>
    <p:extLst>
      <p:ext uri="{BB962C8B-B14F-4D97-AF65-F5344CB8AC3E}">
        <p14:creationId xmlns:p14="http://schemas.microsoft.com/office/powerpoint/2010/main" val="198713013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C74D7AB-8B62-482F-B554-D1772CBE9F5F}"/>
              </a:ext>
            </a:extLst>
          </p:cNvPr>
          <p:cNvPicPr>
            <a:picLocks xmlns:a="http://schemas.openxmlformats.org/drawingml/2006/main" noChangeAspect="1"/>
          </p:cNvPicPr>
          <p:nvPr/>
        </p:nvPicPr>
        <p:blipFill>
          <a:blip xmlns:r="http://schemas.openxmlformats.org/officeDocument/2006/relationships" xmlns:a="http://schemas.openxmlformats.org/drawingml/2006/main" r:embed="Rce8e11d830e74cd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D99488A5-BB18-4653-9114-F431323E585D}"/>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Protección, soporte y movimiento</a:t>
            </a:r>
          </a:p>
        </p:txBody>
      </p:sp>
      <p:pic>
        <p:nvPicPr>
          <p:cNvPr id="3" name="">
            <a:extLst xmlns:a="http://schemas.openxmlformats.org/drawingml/2006/main">
              <a:ext uri="{FF2B5EF4-FFF2-40B4-BE49-F238E27FC236}">
                <a16:creationId xmlns:a16="http://schemas.microsoft.com/office/drawing/2014/main" id="{1602D014-5F04-48DD-B173-D9A015694EC5}"/>
              </a:ext>
            </a:extLst>
          </p:cNvPr>
          <p:cNvPicPr>
            <a:picLocks xmlns:a="http://schemas.openxmlformats.org/drawingml/2006/main" noChangeAspect="1"/>
          </p:cNvPicPr>
          <p:nvPr/>
        </p:nvPicPr>
        <p:blipFill>
          <a:blip xmlns:r="http://schemas.openxmlformats.org/officeDocument/2006/relationships" xmlns:a="http://schemas.openxmlformats.org/drawingml/2006/main" r:embed="R203cc46a5c2a4f3e"/>
          <a:stretch xmlns:a="http://schemas.openxmlformats.org/drawingml/2006/main"/>
        </p:blipFill>
        <p:spPr>
          <a:xfrm xmlns:a="http://schemas.openxmlformats.org/drawingml/2006/main">
            <a:off x="666750" y="2181561"/>
            <a:ext cx="10858500" cy="2542503"/>
          </a:xfrm>
          <a:prstGeom xmlns:a="http://schemas.openxmlformats.org/drawingml/2006/main" prst="rect">
            <a:avLst/>
          </a:prstGeom>
        </p:spPr>
      </p:pic>
      <p:sp>
        <p:nvSpPr>
          <p:cNvPr id="4" name="concepto-0">
            <a:extLst xmlns:a="http://schemas.openxmlformats.org/drawingml/2006/main">
              <a:ext uri="{FF2B5EF4-FFF2-40B4-BE49-F238E27FC236}">
                <a16:creationId xmlns:a16="http://schemas.microsoft.com/office/drawing/2014/main" id="{9E9605AB-7626-4E00-9A97-826E9156BC4A}"/>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Tegumentario</a:t>
            </a:r>
          </a:p>
        </p:txBody>
      </p:sp>
      <p:sp>
        <p:nvSpPr>
          <p:cNvPr id="5" name="concepto-1">
            <a:extLst xmlns:a="http://schemas.openxmlformats.org/drawingml/2006/main">
              <a:ext uri="{FF2B5EF4-FFF2-40B4-BE49-F238E27FC236}">
                <a16:creationId xmlns:a16="http://schemas.microsoft.com/office/drawing/2014/main" id="{B9C7914D-F70C-4B05-A224-A51A676ADCF6}"/>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Esquelético</a:t>
            </a:r>
          </a:p>
        </p:txBody>
      </p:sp>
      <p:sp>
        <p:nvSpPr>
          <p:cNvPr id="6" name="concepto-2">
            <a:extLst xmlns:a="http://schemas.openxmlformats.org/drawingml/2006/main">
              <a:ext uri="{FF2B5EF4-FFF2-40B4-BE49-F238E27FC236}">
                <a16:creationId xmlns:a16="http://schemas.microsoft.com/office/drawing/2014/main" id="{2CCD59B3-D088-4499-A8E7-0406DF3E9DB9}"/>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Muscular</a:t>
            </a:r>
          </a:p>
        </p:txBody>
      </p:sp>
      <p:sp>
        <p:nvSpPr>
          <p:cNvPr id="7" name="banda-idea">
            <a:extLst xmlns:a="http://schemas.openxmlformats.org/drawingml/2006/main">
              <a:ext uri="{FF2B5EF4-FFF2-40B4-BE49-F238E27FC236}">
                <a16:creationId xmlns:a16="http://schemas.microsoft.com/office/drawing/2014/main" id="{591F31A0-160F-4F37-94BA-A0204FF7FC1C}"/>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idea-clave">
            <a:extLst xmlns:a="http://schemas.openxmlformats.org/drawingml/2006/main">
              <a:ext uri="{FF2B5EF4-FFF2-40B4-BE49-F238E27FC236}">
                <a16:creationId xmlns:a16="http://schemas.microsoft.com/office/drawing/2014/main" id="{85781FE0-880B-4B91-B61F-C691829C6A62}"/>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Piel: protección · Huesos: soporte · Músculos: movimiento.</a:t>
            </a:r>
          </a:p>
        </p:txBody>
      </p:sp>
      <p:sp>
        <p:nvSpPr>
          <p:cNvPr id="9" name="numero">
            <a:extLst xmlns:a="http://schemas.openxmlformats.org/drawingml/2006/main">
              <a:ext uri="{FF2B5EF4-FFF2-40B4-BE49-F238E27FC236}">
                <a16:creationId xmlns:a16="http://schemas.microsoft.com/office/drawing/2014/main" id="{B3131DF6-EFB0-410C-BC32-7C0CE8C9656C}"/>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11</a:t>
            </a:r>
          </a:p>
        </p:txBody>
      </p:sp>
    </p:spTree>
    <p:extLst>
      <p:ext uri="{BB962C8B-B14F-4D97-AF65-F5344CB8AC3E}">
        <p14:creationId xmlns:p14="http://schemas.microsoft.com/office/powerpoint/2010/main" val="28540669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0066457-D1BC-4CB2-90E0-8D7C0D740997}"/>
              </a:ext>
            </a:extLst>
          </p:cNvPr>
          <p:cNvPicPr>
            <a:picLocks xmlns:a="http://schemas.openxmlformats.org/drawingml/2006/main" noChangeAspect="1"/>
          </p:cNvPicPr>
          <p:nvPr/>
        </p:nvPicPr>
        <p:blipFill>
          <a:blip xmlns:r="http://schemas.openxmlformats.org/officeDocument/2006/relationships" xmlns:a="http://schemas.openxmlformats.org/drawingml/2006/main" r:embed="R6dc45de1d45942a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0332BCE3-40E2-4AAA-A7D9-FD7F12F21B64}"/>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Comunicación y transporte</a:t>
            </a:r>
          </a:p>
        </p:txBody>
      </p:sp>
      <p:pic>
        <p:nvPicPr>
          <p:cNvPr id="3" name="">
            <a:extLst xmlns:a="http://schemas.openxmlformats.org/drawingml/2006/main">
              <a:ext uri="{FF2B5EF4-FFF2-40B4-BE49-F238E27FC236}">
                <a16:creationId xmlns:a16="http://schemas.microsoft.com/office/drawing/2014/main" id="{F8052BC5-5C2E-4377-AD77-0C9C76316882}"/>
              </a:ext>
            </a:extLst>
          </p:cNvPr>
          <p:cNvPicPr>
            <a:picLocks xmlns:a="http://schemas.openxmlformats.org/drawingml/2006/main" noChangeAspect="1"/>
          </p:cNvPicPr>
          <p:nvPr/>
        </p:nvPicPr>
        <p:blipFill>
          <a:blip xmlns:r="http://schemas.openxmlformats.org/officeDocument/2006/relationships" xmlns:a="http://schemas.openxmlformats.org/drawingml/2006/main" r:embed="R3a586e3af8b0410c"/>
          <a:stretch xmlns:a="http://schemas.openxmlformats.org/drawingml/2006/main"/>
        </p:blipFill>
        <p:spPr>
          <a:xfrm xmlns:a="http://schemas.openxmlformats.org/drawingml/2006/main">
            <a:off x="666750" y="2127978"/>
            <a:ext cx="10858500" cy="2649670"/>
          </a:xfrm>
          <a:prstGeom xmlns:a="http://schemas.openxmlformats.org/drawingml/2006/main" prst="rect">
            <a:avLst/>
          </a:prstGeom>
        </p:spPr>
      </p:pic>
      <p:sp>
        <p:nvSpPr>
          <p:cNvPr id="4" name="concepto-0">
            <a:extLst xmlns:a="http://schemas.openxmlformats.org/drawingml/2006/main">
              <a:ext uri="{FF2B5EF4-FFF2-40B4-BE49-F238E27FC236}">
                <a16:creationId xmlns:a16="http://schemas.microsoft.com/office/drawing/2014/main" id="{E16C8F77-33DF-4873-877C-8E23A14BA0A9}"/>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Nervioso</a:t>
            </a:r>
          </a:p>
        </p:txBody>
      </p:sp>
      <p:sp>
        <p:nvSpPr>
          <p:cNvPr id="5" name="concepto-1">
            <a:extLst xmlns:a="http://schemas.openxmlformats.org/drawingml/2006/main">
              <a:ext uri="{FF2B5EF4-FFF2-40B4-BE49-F238E27FC236}">
                <a16:creationId xmlns:a16="http://schemas.microsoft.com/office/drawing/2014/main" id="{CF1E1A34-C614-4845-A86B-A0C6629A9E01}"/>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Endocrino</a:t>
            </a:r>
          </a:p>
        </p:txBody>
      </p:sp>
      <p:sp>
        <p:nvSpPr>
          <p:cNvPr id="6" name="concepto-2">
            <a:extLst xmlns:a="http://schemas.openxmlformats.org/drawingml/2006/main">
              <a:ext uri="{FF2B5EF4-FFF2-40B4-BE49-F238E27FC236}">
                <a16:creationId xmlns:a16="http://schemas.microsoft.com/office/drawing/2014/main" id="{3B866531-BFD8-42CD-BFC3-E90D9DF4669A}"/>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Circulatorio</a:t>
            </a:r>
          </a:p>
        </p:txBody>
      </p:sp>
      <p:sp>
        <p:nvSpPr>
          <p:cNvPr id="7" name="banda-idea">
            <a:extLst xmlns:a="http://schemas.openxmlformats.org/drawingml/2006/main">
              <a:ext uri="{FF2B5EF4-FFF2-40B4-BE49-F238E27FC236}">
                <a16:creationId xmlns:a16="http://schemas.microsoft.com/office/drawing/2014/main" id="{5501A5EA-D1D5-4403-904A-11C5FCF671B4}"/>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idea-clave">
            <a:extLst xmlns:a="http://schemas.openxmlformats.org/drawingml/2006/main">
              <a:ext uri="{FF2B5EF4-FFF2-40B4-BE49-F238E27FC236}">
                <a16:creationId xmlns:a16="http://schemas.microsoft.com/office/drawing/2014/main" id="{291BC5A5-7B8A-4EC0-B589-95DF89FF482C}"/>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Nervios y hormonas coordinan; la sangre transporta.</a:t>
            </a:r>
          </a:p>
        </p:txBody>
      </p:sp>
      <p:sp>
        <p:nvSpPr>
          <p:cNvPr id="9" name="numero">
            <a:extLst xmlns:a="http://schemas.openxmlformats.org/drawingml/2006/main">
              <a:ext uri="{FF2B5EF4-FFF2-40B4-BE49-F238E27FC236}">
                <a16:creationId xmlns:a16="http://schemas.microsoft.com/office/drawing/2014/main" id="{44AD401A-BF72-4EBB-84EC-B1AA1B78F8A7}"/>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12</a:t>
            </a:r>
          </a:p>
        </p:txBody>
      </p:sp>
    </p:spTree>
    <p:extLst>
      <p:ext uri="{BB962C8B-B14F-4D97-AF65-F5344CB8AC3E}">
        <p14:creationId xmlns:p14="http://schemas.microsoft.com/office/powerpoint/2010/main" val="145816534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46C97BC-EF6D-4445-AB1B-9A7D00F21998}"/>
              </a:ext>
            </a:extLst>
          </p:cNvPr>
          <p:cNvPicPr>
            <a:picLocks xmlns:a="http://schemas.openxmlformats.org/drawingml/2006/main" noChangeAspect="1"/>
          </p:cNvPicPr>
          <p:nvPr/>
        </p:nvPicPr>
        <p:blipFill>
          <a:blip xmlns:r="http://schemas.openxmlformats.org/officeDocument/2006/relationships" xmlns:a="http://schemas.openxmlformats.org/drawingml/2006/main" r:embed="R1f87ed32be1e43e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A83E2411-9238-4169-8049-A9FD373BD1A4}"/>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Defensa e intercambio</a:t>
            </a:r>
          </a:p>
        </p:txBody>
      </p:sp>
      <p:pic>
        <p:nvPicPr>
          <p:cNvPr id="3" name="">
            <a:extLst xmlns:a="http://schemas.openxmlformats.org/drawingml/2006/main">
              <a:ext uri="{FF2B5EF4-FFF2-40B4-BE49-F238E27FC236}">
                <a16:creationId xmlns:a16="http://schemas.microsoft.com/office/drawing/2014/main" id="{9F5C8940-EE82-4088-B1E9-3EF5B560FEA0}"/>
              </a:ext>
            </a:extLst>
          </p:cNvPr>
          <p:cNvPicPr>
            <a:picLocks xmlns:a="http://schemas.openxmlformats.org/drawingml/2006/main" noChangeAspect="1"/>
          </p:cNvPicPr>
          <p:nvPr/>
        </p:nvPicPr>
        <p:blipFill>
          <a:blip xmlns:r="http://schemas.openxmlformats.org/officeDocument/2006/relationships" xmlns:a="http://schemas.openxmlformats.org/drawingml/2006/main" r:embed="R3767b625b9b1476b"/>
          <a:stretch xmlns:a="http://schemas.openxmlformats.org/drawingml/2006/main"/>
        </p:blipFill>
        <p:spPr>
          <a:xfrm xmlns:a="http://schemas.openxmlformats.org/drawingml/2006/main">
            <a:off x="666750" y="2182164"/>
            <a:ext cx="10858500" cy="2541297"/>
          </a:xfrm>
          <a:prstGeom xmlns:a="http://schemas.openxmlformats.org/drawingml/2006/main" prst="rect">
            <a:avLst/>
          </a:prstGeom>
        </p:spPr>
      </p:pic>
      <p:sp>
        <p:nvSpPr>
          <p:cNvPr id="4" name="concepto-0">
            <a:extLst xmlns:a="http://schemas.openxmlformats.org/drawingml/2006/main">
              <a:ext uri="{FF2B5EF4-FFF2-40B4-BE49-F238E27FC236}">
                <a16:creationId xmlns:a16="http://schemas.microsoft.com/office/drawing/2014/main" id="{202B3310-F5B9-46CD-BE59-2F8D3C91666C}"/>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Linfático</a:t>
            </a:r>
          </a:p>
        </p:txBody>
      </p:sp>
      <p:sp>
        <p:nvSpPr>
          <p:cNvPr id="5" name="concepto-1">
            <a:extLst xmlns:a="http://schemas.openxmlformats.org/drawingml/2006/main">
              <a:ext uri="{FF2B5EF4-FFF2-40B4-BE49-F238E27FC236}">
                <a16:creationId xmlns:a16="http://schemas.microsoft.com/office/drawing/2014/main" id="{1F70097A-1E7B-450E-8559-F4A61F12FE2D}"/>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Respiratorio</a:t>
            </a:r>
          </a:p>
        </p:txBody>
      </p:sp>
      <p:sp>
        <p:nvSpPr>
          <p:cNvPr id="6" name="concepto-2">
            <a:extLst xmlns:a="http://schemas.openxmlformats.org/drawingml/2006/main">
              <a:ext uri="{FF2B5EF4-FFF2-40B4-BE49-F238E27FC236}">
                <a16:creationId xmlns:a16="http://schemas.microsoft.com/office/drawing/2014/main" id="{58E642A1-2C94-4430-B0B1-1FAE897223B6}"/>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Urinario</a:t>
            </a:r>
          </a:p>
        </p:txBody>
      </p:sp>
      <p:sp>
        <p:nvSpPr>
          <p:cNvPr id="7" name="banda-idea">
            <a:extLst xmlns:a="http://schemas.openxmlformats.org/drawingml/2006/main">
              <a:ext uri="{FF2B5EF4-FFF2-40B4-BE49-F238E27FC236}">
                <a16:creationId xmlns:a16="http://schemas.microsoft.com/office/drawing/2014/main" id="{C3358150-6A00-44E1-BBED-DB5A61B4A4D8}"/>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idea-clave">
            <a:extLst xmlns:a="http://schemas.openxmlformats.org/drawingml/2006/main">
              <a:ext uri="{FF2B5EF4-FFF2-40B4-BE49-F238E27FC236}">
                <a16:creationId xmlns:a16="http://schemas.microsoft.com/office/drawing/2014/main" id="{8AA3D07F-B710-464A-9F55-552EAB1F2106}"/>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Linfático: defensa · Respiratorio: intercambio · Urinario: eliminación y regulación.</a:t>
            </a:r>
          </a:p>
        </p:txBody>
      </p:sp>
      <p:sp>
        <p:nvSpPr>
          <p:cNvPr id="9" name="numero">
            <a:extLst xmlns:a="http://schemas.openxmlformats.org/drawingml/2006/main">
              <a:ext uri="{FF2B5EF4-FFF2-40B4-BE49-F238E27FC236}">
                <a16:creationId xmlns:a16="http://schemas.microsoft.com/office/drawing/2014/main" id="{DD9BDDDB-F831-452C-91B2-CB3A71EEE470}"/>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13</a:t>
            </a:r>
          </a:p>
        </p:txBody>
      </p:sp>
    </p:spTree>
    <p:extLst>
      <p:ext uri="{BB962C8B-B14F-4D97-AF65-F5344CB8AC3E}">
        <p14:creationId xmlns:p14="http://schemas.microsoft.com/office/powerpoint/2010/main" val="21683931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A2E95CD-509F-4EB0-8E88-1EC480660416}"/>
              </a:ext>
            </a:extLst>
          </p:cNvPr>
          <p:cNvPicPr>
            <a:picLocks xmlns:a="http://schemas.openxmlformats.org/drawingml/2006/main" noChangeAspect="1"/>
          </p:cNvPicPr>
          <p:nvPr/>
        </p:nvPicPr>
        <p:blipFill>
          <a:blip xmlns:r="http://schemas.openxmlformats.org/officeDocument/2006/relationships" xmlns:a="http://schemas.openxmlformats.org/drawingml/2006/main" r:embed="R8c4a9eedb62f480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C6737919-6DCD-46BC-BDCB-5E27AB5CF506}"/>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Nutrición y reproducción</a:t>
            </a:r>
          </a:p>
        </p:txBody>
      </p:sp>
      <p:pic>
        <p:nvPicPr>
          <p:cNvPr id="3" name="">
            <a:extLst xmlns:a="http://schemas.openxmlformats.org/drawingml/2006/main">
              <a:ext uri="{FF2B5EF4-FFF2-40B4-BE49-F238E27FC236}">
                <a16:creationId xmlns:a16="http://schemas.microsoft.com/office/drawing/2014/main" id="{F7EAE3C8-B911-4478-8F1C-8006E41E9BCE}"/>
              </a:ext>
            </a:extLst>
          </p:cNvPr>
          <p:cNvPicPr>
            <a:picLocks xmlns:a="http://schemas.openxmlformats.org/drawingml/2006/main" noChangeAspect="1"/>
          </p:cNvPicPr>
          <p:nvPr/>
        </p:nvPicPr>
        <p:blipFill>
          <a:blip xmlns:r="http://schemas.openxmlformats.org/officeDocument/2006/relationships" xmlns:a="http://schemas.openxmlformats.org/drawingml/2006/main" r:embed="R3f0ee11e980c4d56"/>
          <a:stretch xmlns:a="http://schemas.openxmlformats.org/drawingml/2006/main"/>
        </p:blipFill>
        <p:spPr>
          <a:xfrm xmlns:a="http://schemas.openxmlformats.org/drawingml/2006/main">
            <a:off x="666750" y="2180372"/>
            <a:ext cx="10858500" cy="2544881"/>
          </a:xfrm>
          <a:prstGeom xmlns:a="http://schemas.openxmlformats.org/drawingml/2006/main" prst="rect">
            <a:avLst/>
          </a:prstGeom>
        </p:spPr>
      </p:pic>
      <p:sp>
        <p:nvSpPr>
          <p:cNvPr id="4" name="concepto-0">
            <a:extLst xmlns:a="http://schemas.openxmlformats.org/drawingml/2006/main">
              <a:ext uri="{FF2B5EF4-FFF2-40B4-BE49-F238E27FC236}">
                <a16:creationId xmlns:a16="http://schemas.microsoft.com/office/drawing/2014/main" id="{05D43BDF-EEF1-4E3B-BDCC-C636D54C6CBA}"/>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Digestivo</a:t>
            </a:r>
          </a:p>
        </p:txBody>
      </p:sp>
      <p:sp>
        <p:nvSpPr>
          <p:cNvPr id="5" name="concepto-1">
            <a:extLst xmlns:a="http://schemas.openxmlformats.org/drawingml/2006/main">
              <a:ext uri="{FF2B5EF4-FFF2-40B4-BE49-F238E27FC236}">
                <a16:creationId xmlns:a16="http://schemas.microsoft.com/office/drawing/2014/main" id="{A8867771-5690-47A5-BCE2-DC39D2BDD56B}"/>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Reproductor masculino</a:t>
            </a:r>
          </a:p>
        </p:txBody>
      </p:sp>
      <p:sp>
        <p:nvSpPr>
          <p:cNvPr id="6" name="concepto-2">
            <a:extLst xmlns:a="http://schemas.openxmlformats.org/drawingml/2006/main">
              <a:ext uri="{FF2B5EF4-FFF2-40B4-BE49-F238E27FC236}">
                <a16:creationId xmlns:a16="http://schemas.microsoft.com/office/drawing/2014/main" id="{8EC2E46D-7028-4751-B7B4-F27DCC2DA14C}"/>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Reproductor femenino</a:t>
            </a:r>
          </a:p>
        </p:txBody>
      </p:sp>
      <p:sp>
        <p:nvSpPr>
          <p:cNvPr id="7" name="banda-idea">
            <a:extLst xmlns:a="http://schemas.openxmlformats.org/drawingml/2006/main">
              <a:ext uri="{FF2B5EF4-FFF2-40B4-BE49-F238E27FC236}">
                <a16:creationId xmlns:a16="http://schemas.microsoft.com/office/drawing/2014/main" id="{F6170DBD-D216-406D-9A04-E08E869E2E62}"/>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idea-clave">
            <a:extLst xmlns:a="http://schemas.openxmlformats.org/drawingml/2006/main">
              <a:ext uri="{FF2B5EF4-FFF2-40B4-BE49-F238E27FC236}">
                <a16:creationId xmlns:a16="http://schemas.microsoft.com/office/drawing/2014/main" id="{46AA6219-1152-4FA6-8DE1-E707EADB253C}"/>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Hay once sistemas: masculino y femenino corresponden al sistema reproductor.</a:t>
            </a:r>
          </a:p>
        </p:txBody>
      </p:sp>
      <p:sp>
        <p:nvSpPr>
          <p:cNvPr id="9" name="numero">
            <a:extLst xmlns:a="http://schemas.openxmlformats.org/drawingml/2006/main">
              <a:ext uri="{FF2B5EF4-FFF2-40B4-BE49-F238E27FC236}">
                <a16:creationId xmlns:a16="http://schemas.microsoft.com/office/drawing/2014/main" id="{30AF496A-7759-4D53-96A7-79C0B32F5DBB}"/>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14</a:t>
            </a:r>
          </a:p>
        </p:txBody>
      </p:sp>
    </p:spTree>
    <p:extLst>
      <p:ext uri="{BB962C8B-B14F-4D97-AF65-F5344CB8AC3E}">
        <p14:creationId xmlns:p14="http://schemas.microsoft.com/office/powerpoint/2010/main" val="30148699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60DAF25-9258-442E-9BA9-E459FAF08DB3}"/>
              </a:ext>
            </a:extLst>
          </p:cNvPr>
          <p:cNvPicPr>
            <a:picLocks xmlns:a="http://schemas.openxmlformats.org/drawingml/2006/main" noChangeAspect="1"/>
          </p:cNvPicPr>
          <p:nvPr/>
        </p:nvPicPr>
        <p:blipFill>
          <a:blip xmlns:r="http://schemas.openxmlformats.org/officeDocument/2006/relationships" xmlns:a="http://schemas.openxmlformats.org/drawingml/2006/main" r:embed="Rb9cd7495b03f4e9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C11732B0-CFB7-4833-A631-2AAB934A8CAC}"/>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 anatomía puede variar</a:t>
            </a:r>
          </a:p>
        </p:txBody>
      </p:sp>
      <p:pic>
        <p:nvPicPr>
          <p:cNvPr id="3" name="">
            <a:extLst xmlns:a="http://schemas.openxmlformats.org/drawingml/2006/main">
              <a:ext uri="{FF2B5EF4-FFF2-40B4-BE49-F238E27FC236}">
                <a16:creationId xmlns:a16="http://schemas.microsoft.com/office/drawing/2014/main" id="{0326881A-8BE3-4156-8B98-D248ABB0B399}"/>
              </a:ext>
            </a:extLst>
          </p:cNvPr>
          <p:cNvPicPr>
            <a:picLocks xmlns:a="http://schemas.openxmlformats.org/drawingml/2006/main" noChangeAspect="1"/>
          </p:cNvPicPr>
          <p:nvPr/>
        </p:nvPicPr>
        <p:blipFill>
          <a:blip xmlns:r="http://schemas.openxmlformats.org/officeDocument/2006/relationships" xmlns:a="http://schemas.openxmlformats.org/drawingml/2006/main" r:embed="R1a6480b4c59640bb"/>
          <a:stretch xmlns:a="http://schemas.openxmlformats.org/drawingml/2006/main"/>
        </p:blipFill>
        <p:spPr>
          <a:xfrm xmlns:a="http://schemas.openxmlformats.org/drawingml/2006/main">
            <a:off x="666750" y="2592569"/>
            <a:ext cx="3390900" cy="1710962"/>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1FA7B9A6-450C-48CC-9DE7-F8A0D2ADD309}"/>
              </a:ext>
            </a:extLst>
          </p:cNvPr>
          <p:cNvPicPr>
            <a:picLocks xmlns:a="http://schemas.openxmlformats.org/drawingml/2006/main" noChangeAspect="1"/>
          </p:cNvPicPr>
          <p:nvPr/>
        </p:nvPicPr>
        <p:blipFill>
          <a:blip xmlns:r="http://schemas.openxmlformats.org/officeDocument/2006/relationships" xmlns:a="http://schemas.openxmlformats.org/drawingml/2006/main" r:embed="Rdba7f724bbd74688"/>
          <a:stretch xmlns:a="http://schemas.openxmlformats.org/drawingml/2006/main"/>
        </p:blipFill>
        <p:spPr>
          <a:xfrm xmlns:a="http://schemas.openxmlformats.org/drawingml/2006/main">
            <a:off x="4286250" y="2358118"/>
            <a:ext cx="3390900" cy="2179864"/>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2366F54-99D5-43BB-9598-2306099D04EE}"/>
              </a:ext>
            </a:extLst>
          </p:cNvPr>
          <p:cNvPicPr>
            <a:picLocks xmlns:a="http://schemas.openxmlformats.org/drawingml/2006/main" noChangeAspect="1"/>
          </p:cNvPicPr>
          <p:nvPr/>
        </p:nvPicPr>
        <p:blipFill>
          <a:blip xmlns:r="http://schemas.openxmlformats.org/officeDocument/2006/relationships" xmlns:a="http://schemas.openxmlformats.org/drawingml/2006/main" r:embed="Rf6147c6370ec4f78"/>
          <a:stretch xmlns:a="http://schemas.openxmlformats.org/drawingml/2006/main"/>
        </p:blipFill>
        <p:spPr>
          <a:xfrm xmlns:a="http://schemas.openxmlformats.org/drawingml/2006/main">
            <a:off x="8795238" y="1352550"/>
            <a:ext cx="1611923" cy="4191000"/>
          </a:xfrm>
          <a:prstGeom xmlns:a="http://schemas.openxmlformats.org/drawingml/2006/main" prst="rect">
            <a:avLst/>
          </a:prstGeom>
        </p:spPr>
      </p:pic>
      <p:sp>
        <p:nvSpPr>
          <p:cNvPr id="6" name="concepto-0">
            <a:extLst xmlns:a="http://schemas.openxmlformats.org/drawingml/2006/main">
              <a:ext uri="{FF2B5EF4-FFF2-40B4-BE49-F238E27FC236}">
                <a16:creationId xmlns:a16="http://schemas.microsoft.com/office/drawing/2014/main" id="{98379D9B-820F-423B-B448-CACA1DEA967B}"/>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Vasos</a:t>
            </a:r>
          </a:p>
        </p:txBody>
      </p:sp>
      <p:sp>
        <p:nvSpPr>
          <p:cNvPr id="7" name="concepto-1">
            <a:extLst xmlns:a="http://schemas.openxmlformats.org/drawingml/2006/main">
              <a:ext uri="{FF2B5EF4-FFF2-40B4-BE49-F238E27FC236}">
                <a16:creationId xmlns:a16="http://schemas.microsoft.com/office/drawing/2014/main" id="{E953D459-5CF9-44B7-9B10-338B83F77D98}"/>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Músculos</a:t>
            </a:r>
          </a:p>
        </p:txBody>
      </p:sp>
      <p:sp>
        <p:nvSpPr>
          <p:cNvPr id="8" name="concepto-2">
            <a:extLst xmlns:a="http://schemas.openxmlformats.org/drawingml/2006/main">
              <a:ext uri="{FF2B5EF4-FFF2-40B4-BE49-F238E27FC236}">
                <a16:creationId xmlns:a16="http://schemas.microsoft.com/office/drawing/2014/main" id="{224539C0-1888-420B-9943-E0C201F61C98}"/>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Órganos</a:t>
            </a:r>
          </a:p>
        </p:txBody>
      </p:sp>
      <p:sp>
        <p:nvSpPr>
          <p:cNvPr id="9" name="banda-idea">
            <a:extLst xmlns:a="http://schemas.openxmlformats.org/drawingml/2006/main">
              <a:ext uri="{FF2B5EF4-FFF2-40B4-BE49-F238E27FC236}">
                <a16:creationId xmlns:a16="http://schemas.microsoft.com/office/drawing/2014/main" id="{4B44B465-FC17-4FDF-8334-49B8FB751897}"/>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clave">
            <a:extLst xmlns:a="http://schemas.openxmlformats.org/drawingml/2006/main">
              <a:ext uri="{FF2B5EF4-FFF2-40B4-BE49-F238E27FC236}">
                <a16:creationId xmlns:a16="http://schemas.microsoft.com/office/drawing/2014/main" id="{BE847934-C57F-4CD8-8D63-3CCF06599115}"/>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Variación anatómica significa diferencia de estructura; no demuestra enfermedad por sí sola.</a:t>
            </a:r>
          </a:p>
        </p:txBody>
      </p:sp>
      <p:sp>
        <p:nvSpPr>
          <p:cNvPr id="11" name="numero">
            <a:extLst xmlns:a="http://schemas.openxmlformats.org/drawingml/2006/main">
              <a:ext uri="{FF2B5EF4-FFF2-40B4-BE49-F238E27FC236}">
                <a16:creationId xmlns:a16="http://schemas.microsoft.com/office/drawing/2014/main" id="{B41DDDE5-3507-4A85-A939-D847417394B3}"/>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15</a:t>
            </a:r>
          </a:p>
        </p:txBody>
      </p:sp>
    </p:spTree>
    <p:extLst>
      <p:ext uri="{BB962C8B-B14F-4D97-AF65-F5344CB8AC3E}">
        <p14:creationId xmlns:p14="http://schemas.microsoft.com/office/powerpoint/2010/main" val="138731740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26055F0-37A1-47CC-959C-F0E3640AACCE}"/>
              </a:ext>
            </a:extLst>
          </p:cNvPr>
          <p:cNvPicPr>
            <a:picLocks xmlns:a="http://schemas.openxmlformats.org/drawingml/2006/main" noChangeAspect="1"/>
          </p:cNvPicPr>
          <p:nvPr/>
        </p:nvPicPr>
        <p:blipFill>
          <a:blip xmlns:r="http://schemas.openxmlformats.org/officeDocument/2006/relationships" xmlns:a="http://schemas.openxmlformats.org/drawingml/2006/main" r:embed="R8f44e17233a84ed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E25DC250-3C77-4F5E-B1B3-F1F41F63675A}"/>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Disposición y ubicación visceral</a:t>
            </a:r>
          </a:p>
        </p:txBody>
      </p:sp>
      <p:pic>
        <p:nvPicPr>
          <p:cNvPr id="3" name="">
            <a:extLst xmlns:a="http://schemas.openxmlformats.org/drawingml/2006/main">
              <a:ext uri="{FF2B5EF4-FFF2-40B4-BE49-F238E27FC236}">
                <a16:creationId xmlns:a16="http://schemas.microsoft.com/office/drawing/2014/main" id="{81AE19A8-489B-4EB9-9A1E-1085AAA8CE02}"/>
              </a:ext>
            </a:extLst>
          </p:cNvPr>
          <p:cNvPicPr>
            <a:picLocks xmlns:a="http://schemas.openxmlformats.org/drawingml/2006/main" noChangeAspect="1"/>
          </p:cNvPicPr>
          <p:nvPr/>
        </p:nvPicPr>
        <p:blipFill>
          <a:blip xmlns:r="http://schemas.openxmlformats.org/officeDocument/2006/relationships" xmlns:a="http://schemas.openxmlformats.org/drawingml/2006/main" r:embed="R959fa204d1d94420"/>
          <a:stretch xmlns:a="http://schemas.openxmlformats.org/drawingml/2006/main"/>
        </p:blipFill>
        <p:spPr>
          <a:xfrm xmlns:a="http://schemas.openxmlformats.org/drawingml/2006/main">
            <a:off x="609600" y="1724467"/>
            <a:ext cx="8763000" cy="3504316"/>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5DB63260-CD16-4AA3-89B5-BE36D1C8F432}"/>
              </a:ext>
            </a:extLst>
          </p:cNvPr>
          <p:cNvPicPr>
            <a:picLocks xmlns:a="http://schemas.openxmlformats.org/drawingml/2006/main" noChangeAspect="1"/>
          </p:cNvPicPr>
          <p:nvPr/>
        </p:nvPicPr>
        <p:blipFill>
          <a:blip xmlns:r="http://schemas.openxmlformats.org/officeDocument/2006/relationships" xmlns:a="http://schemas.openxmlformats.org/drawingml/2006/main" r:embed="R8e548b14f2f14dc2"/>
          <a:stretch xmlns:a="http://schemas.openxmlformats.org/drawingml/2006/main"/>
        </p:blipFill>
        <p:spPr>
          <a:xfrm xmlns:a="http://schemas.openxmlformats.org/drawingml/2006/main">
            <a:off x="9760382" y="1352550"/>
            <a:ext cx="1510437" cy="1270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74CAEB6-D9B0-4774-B620-2F736DF3732B}"/>
              </a:ext>
            </a:extLst>
          </p:cNvPr>
          <p:cNvPicPr>
            <a:picLocks xmlns:a="http://schemas.openxmlformats.org/drawingml/2006/main" noChangeAspect="1"/>
          </p:cNvPicPr>
          <p:nvPr/>
        </p:nvPicPr>
        <p:blipFill>
          <a:blip xmlns:r="http://schemas.openxmlformats.org/officeDocument/2006/relationships" xmlns:a="http://schemas.openxmlformats.org/drawingml/2006/main" r:embed="R602cec30a3ad44e9"/>
          <a:stretch xmlns:a="http://schemas.openxmlformats.org/drawingml/2006/main"/>
        </p:blipFill>
        <p:spPr>
          <a:xfrm xmlns:a="http://schemas.openxmlformats.org/drawingml/2006/main">
            <a:off x="10294044" y="2755900"/>
            <a:ext cx="443112" cy="1270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2D21997-6D29-4B80-B8C1-ED014612F47C}"/>
              </a:ext>
            </a:extLst>
          </p:cNvPr>
          <p:cNvPicPr>
            <a:picLocks xmlns:a="http://schemas.openxmlformats.org/drawingml/2006/main" noChangeAspect="1"/>
          </p:cNvPicPr>
          <p:nvPr/>
        </p:nvPicPr>
        <p:blipFill>
          <a:blip xmlns:r="http://schemas.openxmlformats.org/officeDocument/2006/relationships" xmlns:a="http://schemas.openxmlformats.org/drawingml/2006/main" r:embed="Rcd77dcb224ac4141"/>
          <a:stretch xmlns:a="http://schemas.openxmlformats.org/drawingml/2006/main"/>
        </p:blipFill>
        <p:spPr>
          <a:xfrm xmlns:a="http://schemas.openxmlformats.org/drawingml/2006/main">
            <a:off x="9722768" y="4159250"/>
            <a:ext cx="1585665" cy="1270000"/>
          </a:xfrm>
          <a:prstGeom xmlns:a="http://schemas.openxmlformats.org/drawingml/2006/main" prst="rect">
            <a:avLst/>
          </a:prstGeom>
        </p:spPr>
      </p:pic>
      <p:sp>
        <p:nvSpPr>
          <p:cNvPr id="7" name="concepto-0">
            <a:extLst xmlns:a="http://schemas.openxmlformats.org/drawingml/2006/main">
              <a:ext uri="{FF2B5EF4-FFF2-40B4-BE49-F238E27FC236}">
                <a16:creationId xmlns:a16="http://schemas.microsoft.com/office/drawing/2014/main" id="{9EDC382A-87BD-4D99-B772-A4EF0C5EB1AE}"/>
              </a:ext>
            </a:extLst>
          </p:cNvPr>
          <p:cNvSpPr>
            <a:spLocks xmlns:a="http://schemas.openxmlformats.org/drawingml/2006/main" noGrp="1"/>
          </p:cNvSpPr>
          <p:nvPr/>
        </p:nvSpPr>
        <p:spPr>
          <a:xfrm xmlns:a="http://schemas.openxmlformats.org/drawingml/2006/main">
            <a:off x="6096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Habitual</a:t>
            </a:r>
          </a:p>
        </p:txBody>
      </p:sp>
      <p:sp>
        <p:nvSpPr>
          <p:cNvPr id="8" name="concepto-1">
            <a:extLst xmlns:a="http://schemas.openxmlformats.org/drawingml/2006/main">
              <a:ext uri="{FF2B5EF4-FFF2-40B4-BE49-F238E27FC236}">
                <a16:creationId xmlns:a16="http://schemas.microsoft.com/office/drawing/2014/main" id="{F4B91AFB-2C76-41B7-9CF2-94FA4863FF6E}"/>
              </a:ext>
            </a:extLst>
          </p:cNvPr>
          <p:cNvSpPr>
            <a:spLocks xmlns:a="http://schemas.openxmlformats.org/drawingml/2006/main" noGrp="1"/>
          </p:cNvSpPr>
          <p:nvPr/>
        </p:nvSpPr>
        <p:spPr>
          <a:xfrm xmlns:a="http://schemas.openxmlformats.org/drawingml/2006/main">
            <a:off x="33528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En espejo</a:t>
            </a:r>
          </a:p>
        </p:txBody>
      </p:sp>
      <p:sp>
        <p:nvSpPr>
          <p:cNvPr id="9" name="concepto-2">
            <a:extLst xmlns:a="http://schemas.openxmlformats.org/drawingml/2006/main">
              <a:ext uri="{FF2B5EF4-FFF2-40B4-BE49-F238E27FC236}">
                <a16:creationId xmlns:a16="http://schemas.microsoft.com/office/drawing/2014/main" id="{6107A6A5-C731-49C1-BADA-94BA440E6728}"/>
              </a:ext>
            </a:extLst>
          </p:cNvPr>
          <p:cNvSpPr>
            <a:spLocks xmlns:a="http://schemas.openxmlformats.org/drawingml/2006/main" noGrp="1"/>
          </p:cNvSpPr>
          <p:nvPr/>
        </p:nvSpPr>
        <p:spPr>
          <a:xfrm xmlns:a="http://schemas.openxmlformats.org/drawingml/2006/main">
            <a:off x="60960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Corazón a la derecha</a:t>
            </a:r>
          </a:p>
        </p:txBody>
      </p:sp>
      <p:sp>
        <p:nvSpPr>
          <p:cNvPr id="10" name="concepto-3">
            <a:extLst xmlns:a="http://schemas.openxmlformats.org/drawingml/2006/main">
              <a:ext uri="{FF2B5EF4-FFF2-40B4-BE49-F238E27FC236}">
                <a16:creationId xmlns:a16="http://schemas.microsoft.com/office/drawing/2014/main" id="{387461D6-3F36-4429-BBFF-57C34978886D}"/>
              </a:ext>
            </a:extLst>
          </p:cNvPr>
          <p:cNvSpPr>
            <a:spLocks xmlns:a="http://schemas.openxmlformats.org/drawingml/2006/main" noGrp="1"/>
          </p:cNvSpPr>
          <p:nvPr/>
        </p:nvSpPr>
        <p:spPr>
          <a:xfrm xmlns:a="http://schemas.openxmlformats.org/drawingml/2006/main">
            <a:off x="88392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Riñón pélvico</a:t>
            </a:r>
          </a:p>
        </p:txBody>
      </p:sp>
      <p:sp>
        <p:nvSpPr>
          <p:cNvPr id="11" name="banda-idea">
            <a:extLst xmlns:a="http://schemas.openxmlformats.org/drawingml/2006/main">
              <a:ext uri="{FF2B5EF4-FFF2-40B4-BE49-F238E27FC236}">
                <a16:creationId xmlns:a16="http://schemas.microsoft.com/office/drawing/2014/main" id="{DA9919E6-5AA2-4A82-9A6E-60CF4DFFF219}"/>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idea-clave">
            <a:extLst xmlns:a="http://schemas.openxmlformats.org/drawingml/2006/main">
              <a:ext uri="{FF2B5EF4-FFF2-40B4-BE49-F238E27FC236}">
                <a16:creationId xmlns:a16="http://schemas.microsoft.com/office/drawing/2014/main" id="{4B025F87-62D1-435D-AD52-85D32C6CFCAC}"/>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Invertir órganos, orientar el corazón y desplazar un riñón son situaciones distintas.</a:t>
            </a:r>
          </a:p>
        </p:txBody>
      </p:sp>
      <p:sp>
        <p:nvSpPr>
          <p:cNvPr id="13" name="numero">
            <a:extLst xmlns:a="http://schemas.openxmlformats.org/drawingml/2006/main">
              <a:ext uri="{FF2B5EF4-FFF2-40B4-BE49-F238E27FC236}">
                <a16:creationId xmlns:a16="http://schemas.microsoft.com/office/drawing/2014/main" id="{159B8F0B-4366-4C68-8CEB-EB53364706BA}"/>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16</a:t>
            </a:r>
          </a:p>
        </p:txBody>
      </p:sp>
    </p:spTree>
    <p:extLst>
      <p:ext uri="{BB962C8B-B14F-4D97-AF65-F5344CB8AC3E}">
        <p14:creationId xmlns:p14="http://schemas.microsoft.com/office/powerpoint/2010/main" val="153243715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54F80BA-9BDB-46B1-89E8-CE7A6E954B59}"/>
              </a:ext>
            </a:extLst>
          </p:cNvPr>
          <p:cNvPicPr>
            <a:picLocks xmlns:a="http://schemas.openxmlformats.org/drawingml/2006/main" noChangeAspect="1"/>
          </p:cNvPicPr>
          <p:nvPr/>
        </p:nvPicPr>
        <p:blipFill>
          <a:blip xmlns:r="http://schemas.openxmlformats.org/officeDocument/2006/relationships" xmlns:a="http://schemas.openxmlformats.org/drawingml/2006/main" r:embed="R96ca1e27060b4db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92CE50DC-3562-45D4-B1D3-8461A9151200}"/>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Las características de la vida</a:t>
            </a:r>
          </a:p>
        </p:txBody>
      </p:sp>
      <p:pic>
        <p:nvPicPr>
          <p:cNvPr id="3" name="">
            <a:extLst xmlns:a="http://schemas.openxmlformats.org/drawingml/2006/main">
              <a:ext uri="{FF2B5EF4-FFF2-40B4-BE49-F238E27FC236}">
                <a16:creationId xmlns:a16="http://schemas.microsoft.com/office/drawing/2014/main" id="{101B2BC2-09B4-4CE3-AA80-779233ACBABC}"/>
              </a:ext>
            </a:extLst>
          </p:cNvPr>
          <p:cNvPicPr>
            <a:picLocks xmlns:a="http://schemas.openxmlformats.org/drawingml/2006/main" noChangeAspect="1"/>
          </p:cNvPicPr>
          <p:nvPr/>
        </p:nvPicPr>
        <p:blipFill>
          <a:blip xmlns:r="http://schemas.openxmlformats.org/officeDocument/2006/relationships" xmlns:a="http://schemas.openxmlformats.org/drawingml/2006/main" r:embed="R31c977da92b14512"/>
          <a:stretch xmlns:a="http://schemas.openxmlformats.org/drawingml/2006/main"/>
        </p:blipFill>
        <p:spPr>
          <a:xfrm xmlns:a="http://schemas.openxmlformats.org/drawingml/2006/main">
            <a:off x="2304949" y="1285875"/>
            <a:ext cx="7582102" cy="4267200"/>
          </a:xfrm>
          <a:prstGeom xmlns:a="http://schemas.openxmlformats.org/drawingml/2006/main" prst="rect">
            <a:avLst/>
          </a:prstGeom>
        </p:spPr>
      </p:pic>
      <p:sp>
        <p:nvSpPr>
          <p:cNvPr id="4" name="concepto-0">
            <a:extLst xmlns:a="http://schemas.openxmlformats.org/drawingml/2006/main">
              <a:ext uri="{FF2B5EF4-FFF2-40B4-BE49-F238E27FC236}">
                <a16:creationId xmlns:a16="http://schemas.microsoft.com/office/drawing/2014/main" id="{173383F8-2F8A-4673-ACE5-FB01ED075C8A}"/>
              </a:ext>
            </a:extLst>
          </p:cNvPr>
          <p:cNvSpPr>
            <a:spLocks xmlns:a="http://schemas.openxmlformats.org/drawingml/2006/main" noGrp="1"/>
          </p:cNvSpPr>
          <p:nvPr/>
        </p:nvSpPr>
        <p:spPr>
          <a:xfrm xmlns:a="http://schemas.openxmlformats.org/drawingml/2006/main">
            <a:off x="609600" y="57721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73E4B"/>
                </a:solidFill>
                <a:latin typeface="Calibri"/>
                <a:ea typeface="Calibri"/>
                <a:cs typeface="Calibri"/>
              </a:defRPr>
            </a:defPPr>
            <a:lvl1pPr algn="ctr">
              <a:defRPr sz="1800" b="1">
                <a:solidFill>
                  <a:srgbClr val="173E4B"/>
                </a:solidFill>
                <a:latin typeface="Calibri"/>
                <a:ea typeface="Calibri"/>
                <a:cs typeface="Calibri"/>
              </a:defRPr>
            </a:lvl1pPr>
            <a:lvl2pPr algn="ctr">
              <a:defRPr sz="1800" b="1">
                <a:solidFill>
                  <a:srgbClr val="173E4B"/>
                </a:solidFill>
                <a:latin typeface="Calibri"/>
                <a:ea typeface="Calibri"/>
                <a:cs typeface="Calibri"/>
              </a:defRPr>
            </a:lvl2pPr>
            <a:lvl3pPr algn="ctr">
              <a:defRPr sz="1800" b="1">
                <a:solidFill>
                  <a:srgbClr val="173E4B"/>
                </a:solidFill>
                <a:latin typeface="Calibri"/>
                <a:ea typeface="Calibri"/>
                <a:cs typeface="Calibri"/>
              </a:defRPr>
            </a:lvl3pPr>
            <a:lvl4pPr algn="ctr">
              <a:defRPr sz="1800" b="1">
                <a:solidFill>
                  <a:srgbClr val="173E4B"/>
                </a:solidFill>
                <a:latin typeface="Calibri"/>
                <a:ea typeface="Calibri"/>
                <a:cs typeface="Calibri"/>
              </a:defRPr>
            </a:lvl4pPr>
            <a:lvl5pPr algn="ctr">
              <a:defRPr sz="1800" b="1">
                <a:solidFill>
                  <a:srgbClr val="173E4B"/>
                </a:solidFill>
                <a:latin typeface="Calibri"/>
                <a:ea typeface="Calibri"/>
                <a:cs typeface="Calibri"/>
              </a:defRPr>
            </a:lvl5pPr>
            <a:lvl6pPr algn="ctr">
              <a:defRPr sz="1800" b="1">
                <a:solidFill>
                  <a:srgbClr val="173E4B"/>
                </a:solidFill>
                <a:latin typeface="Calibri"/>
                <a:ea typeface="Calibri"/>
                <a:cs typeface="Calibri"/>
              </a:defRPr>
            </a:lvl6pPr>
            <a:lvl7pPr algn="ctr">
              <a:defRPr sz="1800" b="1">
                <a:solidFill>
                  <a:srgbClr val="173E4B"/>
                </a:solidFill>
                <a:latin typeface="Calibri"/>
                <a:ea typeface="Calibri"/>
                <a:cs typeface="Calibri"/>
              </a:defRPr>
            </a:lvl7pPr>
            <a:lvl8pPr algn="ctr">
              <a:defRPr sz="1800" b="1">
                <a:solidFill>
                  <a:srgbClr val="173E4B"/>
                </a:solidFill>
                <a:latin typeface="Calibri"/>
                <a:ea typeface="Calibri"/>
                <a:cs typeface="Calibri"/>
              </a:defRPr>
            </a:lvl8pPr>
            <a:lvl9pPr algn="ctr">
              <a:defRPr sz="1800" b="1">
                <a:solidFill>
                  <a:srgbClr val="173E4B"/>
                </a:solidFill>
                <a:latin typeface="Calibri"/>
                <a:ea typeface="Calibri"/>
                <a:cs typeface="Calibri"/>
              </a:defRPr>
            </a:lvl9pPr>
          </a:lstStyle>
          <a:p xmlns:a="http://schemas.openxmlformats.org/drawingml/2006/main">
            <a:pPr algn="ctr">
              <a:defRPr sz="1800" b="1">
                <a:solidFill>
                  <a:srgbClr val="173E4B"/>
                </a:solidFill>
                <a:latin typeface="Calibri"/>
                <a:ea typeface="Calibri"/>
                <a:cs typeface="Calibri"/>
              </a:defRPr>
            </a:pPr>
            <a:r>
              <a:rPr sz="1800" b="1">
                <a:solidFill>
                  <a:srgbClr val="173E4B"/>
                </a:solidFill>
                <a:latin typeface="Calibri"/>
                <a:ea typeface="Calibri"/>
                <a:cs typeface="Calibri"/>
              </a:rPr>
              <a:t>Organización</a:t>
            </a:r>
          </a:p>
        </p:txBody>
      </p:sp>
      <p:sp>
        <p:nvSpPr>
          <p:cNvPr id="5" name="concepto-1">
            <a:extLst xmlns:a="http://schemas.openxmlformats.org/drawingml/2006/main">
              <a:ext uri="{FF2B5EF4-FFF2-40B4-BE49-F238E27FC236}">
                <a16:creationId xmlns:a16="http://schemas.microsoft.com/office/drawing/2014/main" id="{C969BF26-E311-4B72-9AAD-96D4C7BDA0E2}"/>
              </a:ext>
            </a:extLst>
          </p:cNvPr>
          <p:cNvSpPr>
            <a:spLocks xmlns:a="http://schemas.openxmlformats.org/drawingml/2006/main" noGrp="1"/>
          </p:cNvSpPr>
          <p:nvPr/>
        </p:nvSpPr>
        <p:spPr>
          <a:xfrm xmlns:a="http://schemas.openxmlformats.org/drawingml/2006/main">
            <a:off x="2438400" y="57721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73E4B"/>
                </a:solidFill>
                <a:latin typeface="Calibri"/>
                <a:ea typeface="Calibri"/>
                <a:cs typeface="Calibri"/>
              </a:defRPr>
            </a:defPPr>
            <a:lvl1pPr algn="ctr">
              <a:defRPr sz="1800" b="1">
                <a:solidFill>
                  <a:srgbClr val="173E4B"/>
                </a:solidFill>
                <a:latin typeface="Calibri"/>
                <a:ea typeface="Calibri"/>
                <a:cs typeface="Calibri"/>
              </a:defRPr>
            </a:lvl1pPr>
            <a:lvl2pPr algn="ctr">
              <a:defRPr sz="1800" b="1">
                <a:solidFill>
                  <a:srgbClr val="173E4B"/>
                </a:solidFill>
                <a:latin typeface="Calibri"/>
                <a:ea typeface="Calibri"/>
                <a:cs typeface="Calibri"/>
              </a:defRPr>
            </a:lvl2pPr>
            <a:lvl3pPr algn="ctr">
              <a:defRPr sz="1800" b="1">
                <a:solidFill>
                  <a:srgbClr val="173E4B"/>
                </a:solidFill>
                <a:latin typeface="Calibri"/>
                <a:ea typeface="Calibri"/>
                <a:cs typeface="Calibri"/>
              </a:defRPr>
            </a:lvl3pPr>
            <a:lvl4pPr algn="ctr">
              <a:defRPr sz="1800" b="1">
                <a:solidFill>
                  <a:srgbClr val="173E4B"/>
                </a:solidFill>
                <a:latin typeface="Calibri"/>
                <a:ea typeface="Calibri"/>
                <a:cs typeface="Calibri"/>
              </a:defRPr>
            </a:lvl4pPr>
            <a:lvl5pPr algn="ctr">
              <a:defRPr sz="1800" b="1">
                <a:solidFill>
                  <a:srgbClr val="173E4B"/>
                </a:solidFill>
                <a:latin typeface="Calibri"/>
                <a:ea typeface="Calibri"/>
                <a:cs typeface="Calibri"/>
              </a:defRPr>
            </a:lvl5pPr>
            <a:lvl6pPr algn="ctr">
              <a:defRPr sz="1800" b="1">
                <a:solidFill>
                  <a:srgbClr val="173E4B"/>
                </a:solidFill>
                <a:latin typeface="Calibri"/>
                <a:ea typeface="Calibri"/>
                <a:cs typeface="Calibri"/>
              </a:defRPr>
            </a:lvl6pPr>
            <a:lvl7pPr algn="ctr">
              <a:defRPr sz="1800" b="1">
                <a:solidFill>
                  <a:srgbClr val="173E4B"/>
                </a:solidFill>
                <a:latin typeface="Calibri"/>
                <a:ea typeface="Calibri"/>
                <a:cs typeface="Calibri"/>
              </a:defRPr>
            </a:lvl7pPr>
            <a:lvl8pPr algn="ctr">
              <a:defRPr sz="1800" b="1">
                <a:solidFill>
                  <a:srgbClr val="173E4B"/>
                </a:solidFill>
                <a:latin typeface="Calibri"/>
                <a:ea typeface="Calibri"/>
                <a:cs typeface="Calibri"/>
              </a:defRPr>
            </a:lvl8pPr>
            <a:lvl9pPr algn="ctr">
              <a:defRPr sz="1800" b="1">
                <a:solidFill>
                  <a:srgbClr val="173E4B"/>
                </a:solidFill>
                <a:latin typeface="Calibri"/>
                <a:ea typeface="Calibri"/>
                <a:cs typeface="Calibri"/>
              </a:defRPr>
            </a:lvl9pPr>
          </a:lstStyle>
          <a:p xmlns:a="http://schemas.openxmlformats.org/drawingml/2006/main">
            <a:pPr algn="ctr">
              <a:defRPr sz="1800" b="1">
                <a:solidFill>
                  <a:srgbClr val="173E4B"/>
                </a:solidFill>
                <a:latin typeface="Calibri"/>
                <a:ea typeface="Calibri"/>
                <a:cs typeface="Calibri"/>
              </a:defRPr>
            </a:pPr>
            <a:r>
              <a:rPr sz="1800" b="1">
                <a:solidFill>
                  <a:srgbClr val="173E4B"/>
                </a:solidFill>
                <a:latin typeface="Calibri"/>
                <a:ea typeface="Calibri"/>
                <a:cs typeface="Calibri"/>
              </a:rPr>
              <a:t>Metabolismo</a:t>
            </a:r>
          </a:p>
        </p:txBody>
      </p:sp>
      <p:sp>
        <p:nvSpPr>
          <p:cNvPr id="6" name="concepto-2">
            <a:extLst xmlns:a="http://schemas.openxmlformats.org/drawingml/2006/main">
              <a:ext uri="{FF2B5EF4-FFF2-40B4-BE49-F238E27FC236}">
                <a16:creationId xmlns:a16="http://schemas.microsoft.com/office/drawing/2014/main" id="{F7811B8F-92D5-419C-A295-ADE8A67028B1}"/>
              </a:ext>
            </a:extLst>
          </p:cNvPr>
          <p:cNvSpPr>
            <a:spLocks xmlns:a="http://schemas.openxmlformats.org/drawingml/2006/main" noGrp="1"/>
          </p:cNvSpPr>
          <p:nvPr/>
        </p:nvSpPr>
        <p:spPr>
          <a:xfrm xmlns:a="http://schemas.openxmlformats.org/drawingml/2006/main">
            <a:off x="4267200" y="57721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73E4B"/>
                </a:solidFill>
                <a:latin typeface="Calibri"/>
                <a:ea typeface="Calibri"/>
                <a:cs typeface="Calibri"/>
              </a:defRPr>
            </a:defPPr>
            <a:lvl1pPr algn="ctr">
              <a:defRPr sz="1800" b="1">
                <a:solidFill>
                  <a:srgbClr val="173E4B"/>
                </a:solidFill>
                <a:latin typeface="Calibri"/>
                <a:ea typeface="Calibri"/>
                <a:cs typeface="Calibri"/>
              </a:defRPr>
            </a:lvl1pPr>
            <a:lvl2pPr algn="ctr">
              <a:defRPr sz="1800" b="1">
                <a:solidFill>
                  <a:srgbClr val="173E4B"/>
                </a:solidFill>
                <a:latin typeface="Calibri"/>
                <a:ea typeface="Calibri"/>
                <a:cs typeface="Calibri"/>
              </a:defRPr>
            </a:lvl2pPr>
            <a:lvl3pPr algn="ctr">
              <a:defRPr sz="1800" b="1">
                <a:solidFill>
                  <a:srgbClr val="173E4B"/>
                </a:solidFill>
                <a:latin typeface="Calibri"/>
                <a:ea typeface="Calibri"/>
                <a:cs typeface="Calibri"/>
              </a:defRPr>
            </a:lvl3pPr>
            <a:lvl4pPr algn="ctr">
              <a:defRPr sz="1800" b="1">
                <a:solidFill>
                  <a:srgbClr val="173E4B"/>
                </a:solidFill>
                <a:latin typeface="Calibri"/>
                <a:ea typeface="Calibri"/>
                <a:cs typeface="Calibri"/>
              </a:defRPr>
            </a:lvl4pPr>
            <a:lvl5pPr algn="ctr">
              <a:defRPr sz="1800" b="1">
                <a:solidFill>
                  <a:srgbClr val="173E4B"/>
                </a:solidFill>
                <a:latin typeface="Calibri"/>
                <a:ea typeface="Calibri"/>
                <a:cs typeface="Calibri"/>
              </a:defRPr>
            </a:lvl5pPr>
            <a:lvl6pPr algn="ctr">
              <a:defRPr sz="1800" b="1">
                <a:solidFill>
                  <a:srgbClr val="173E4B"/>
                </a:solidFill>
                <a:latin typeface="Calibri"/>
                <a:ea typeface="Calibri"/>
                <a:cs typeface="Calibri"/>
              </a:defRPr>
            </a:lvl6pPr>
            <a:lvl7pPr algn="ctr">
              <a:defRPr sz="1800" b="1">
                <a:solidFill>
                  <a:srgbClr val="173E4B"/>
                </a:solidFill>
                <a:latin typeface="Calibri"/>
                <a:ea typeface="Calibri"/>
                <a:cs typeface="Calibri"/>
              </a:defRPr>
            </a:lvl7pPr>
            <a:lvl8pPr algn="ctr">
              <a:defRPr sz="1800" b="1">
                <a:solidFill>
                  <a:srgbClr val="173E4B"/>
                </a:solidFill>
                <a:latin typeface="Calibri"/>
                <a:ea typeface="Calibri"/>
                <a:cs typeface="Calibri"/>
              </a:defRPr>
            </a:lvl8pPr>
            <a:lvl9pPr algn="ctr">
              <a:defRPr sz="1800" b="1">
                <a:solidFill>
                  <a:srgbClr val="173E4B"/>
                </a:solidFill>
                <a:latin typeface="Calibri"/>
                <a:ea typeface="Calibri"/>
                <a:cs typeface="Calibri"/>
              </a:defRPr>
            </a:lvl9pPr>
          </a:lstStyle>
          <a:p xmlns:a="http://schemas.openxmlformats.org/drawingml/2006/main">
            <a:pPr algn="ctr">
              <a:defRPr sz="1800" b="1">
                <a:solidFill>
                  <a:srgbClr val="173E4B"/>
                </a:solidFill>
                <a:latin typeface="Calibri"/>
                <a:ea typeface="Calibri"/>
                <a:cs typeface="Calibri"/>
              </a:defRPr>
            </a:pPr>
            <a:r>
              <a:rPr sz="1800" b="1">
                <a:solidFill>
                  <a:srgbClr val="173E4B"/>
                </a:solidFill>
                <a:latin typeface="Calibri"/>
                <a:ea typeface="Calibri"/>
                <a:cs typeface="Calibri"/>
              </a:rPr>
              <a:t>Respuesta</a:t>
            </a:r>
          </a:p>
        </p:txBody>
      </p:sp>
      <p:sp>
        <p:nvSpPr>
          <p:cNvPr id="7" name="concepto-3">
            <a:extLst xmlns:a="http://schemas.openxmlformats.org/drawingml/2006/main">
              <a:ext uri="{FF2B5EF4-FFF2-40B4-BE49-F238E27FC236}">
                <a16:creationId xmlns:a16="http://schemas.microsoft.com/office/drawing/2014/main" id="{5A70A572-ED7C-4748-8167-59A9444B420D}"/>
              </a:ext>
            </a:extLst>
          </p:cNvPr>
          <p:cNvSpPr>
            <a:spLocks xmlns:a="http://schemas.openxmlformats.org/drawingml/2006/main" noGrp="1"/>
          </p:cNvSpPr>
          <p:nvPr/>
        </p:nvSpPr>
        <p:spPr>
          <a:xfrm xmlns:a="http://schemas.openxmlformats.org/drawingml/2006/main">
            <a:off x="6096000" y="57721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73E4B"/>
                </a:solidFill>
                <a:latin typeface="Calibri"/>
                <a:ea typeface="Calibri"/>
                <a:cs typeface="Calibri"/>
              </a:defRPr>
            </a:defPPr>
            <a:lvl1pPr algn="ctr">
              <a:defRPr sz="1800" b="1">
                <a:solidFill>
                  <a:srgbClr val="173E4B"/>
                </a:solidFill>
                <a:latin typeface="Calibri"/>
                <a:ea typeface="Calibri"/>
                <a:cs typeface="Calibri"/>
              </a:defRPr>
            </a:lvl1pPr>
            <a:lvl2pPr algn="ctr">
              <a:defRPr sz="1800" b="1">
                <a:solidFill>
                  <a:srgbClr val="173E4B"/>
                </a:solidFill>
                <a:latin typeface="Calibri"/>
                <a:ea typeface="Calibri"/>
                <a:cs typeface="Calibri"/>
              </a:defRPr>
            </a:lvl2pPr>
            <a:lvl3pPr algn="ctr">
              <a:defRPr sz="1800" b="1">
                <a:solidFill>
                  <a:srgbClr val="173E4B"/>
                </a:solidFill>
                <a:latin typeface="Calibri"/>
                <a:ea typeface="Calibri"/>
                <a:cs typeface="Calibri"/>
              </a:defRPr>
            </a:lvl3pPr>
            <a:lvl4pPr algn="ctr">
              <a:defRPr sz="1800" b="1">
                <a:solidFill>
                  <a:srgbClr val="173E4B"/>
                </a:solidFill>
                <a:latin typeface="Calibri"/>
                <a:ea typeface="Calibri"/>
                <a:cs typeface="Calibri"/>
              </a:defRPr>
            </a:lvl4pPr>
            <a:lvl5pPr algn="ctr">
              <a:defRPr sz="1800" b="1">
                <a:solidFill>
                  <a:srgbClr val="173E4B"/>
                </a:solidFill>
                <a:latin typeface="Calibri"/>
                <a:ea typeface="Calibri"/>
                <a:cs typeface="Calibri"/>
              </a:defRPr>
            </a:lvl5pPr>
            <a:lvl6pPr algn="ctr">
              <a:defRPr sz="1800" b="1">
                <a:solidFill>
                  <a:srgbClr val="173E4B"/>
                </a:solidFill>
                <a:latin typeface="Calibri"/>
                <a:ea typeface="Calibri"/>
                <a:cs typeface="Calibri"/>
              </a:defRPr>
            </a:lvl6pPr>
            <a:lvl7pPr algn="ctr">
              <a:defRPr sz="1800" b="1">
                <a:solidFill>
                  <a:srgbClr val="173E4B"/>
                </a:solidFill>
                <a:latin typeface="Calibri"/>
                <a:ea typeface="Calibri"/>
                <a:cs typeface="Calibri"/>
              </a:defRPr>
            </a:lvl7pPr>
            <a:lvl8pPr algn="ctr">
              <a:defRPr sz="1800" b="1">
                <a:solidFill>
                  <a:srgbClr val="173E4B"/>
                </a:solidFill>
                <a:latin typeface="Calibri"/>
                <a:ea typeface="Calibri"/>
                <a:cs typeface="Calibri"/>
              </a:defRPr>
            </a:lvl8pPr>
            <a:lvl9pPr algn="ctr">
              <a:defRPr sz="1800" b="1">
                <a:solidFill>
                  <a:srgbClr val="173E4B"/>
                </a:solidFill>
                <a:latin typeface="Calibri"/>
                <a:ea typeface="Calibri"/>
                <a:cs typeface="Calibri"/>
              </a:defRPr>
            </a:lvl9pPr>
          </a:lstStyle>
          <a:p xmlns:a="http://schemas.openxmlformats.org/drawingml/2006/main">
            <a:pPr algn="ctr">
              <a:defRPr sz="1800" b="1">
                <a:solidFill>
                  <a:srgbClr val="173E4B"/>
                </a:solidFill>
                <a:latin typeface="Calibri"/>
                <a:ea typeface="Calibri"/>
                <a:cs typeface="Calibri"/>
              </a:defRPr>
            </a:pPr>
            <a:r>
              <a:rPr sz="1800" b="1">
                <a:solidFill>
                  <a:srgbClr val="173E4B"/>
                </a:solidFill>
                <a:latin typeface="Calibri"/>
                <a:ea typeface="Calibri"/>
                <a:cs typeface="Calibri"/>
              </a:rPr>
              <a:t>Desarrollo</a:t>
            </a:r>
          </a:p>
        </p:txBody>
      </p:sp>
      <p:sp>
        <p:nvSpPr>
          <p:cNvPr id="8" name="concepto-4">
            <a:extLst xmlns:a="http://schemas.openxmlformats.org/drawingml/2006/main">
              <a:ext uri="{FF2B5EF4-FFF2-40B4-BE49-F238E27FC236}">
                <a16:creationId xmlns:a16="http://schemas.microsoft.com/office/drawing/2014/main" id="{C25F1B4F-8E0C-4E3C-9603-4D7EBF0CBB54}"/>
              </a:ext>
            </a:extLst>
          </p:cNvPr>
          <p:cNvSpPr>
            <a:spLocks xmlns:a="http://schemas.openxmlformats.org/drawingml/2006/main" noGrp="1"/>
          </p:cNvSpPr>
          <p:nvPr/>
        </p:nvSpPr>
        <p:spPr>
          <a:xfrm xmlns:a="http://schemas.openxmlformats.org/drawingml/2006/main">
            <a:off x="7924800" y="57721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73E4B"/>
                </a:solidFill>
                <a:latin typeface="Calibri"/>
                <a:ea typeface="Calibri"/>
                <a:cs typeface="Calibri"/>
              </a:defRPr>
            </a:defPPr>
            <a:lvl1pPr algn="ctr">
              <a:defRPr sz="1800" b="1">
                <a:solidFill>
                  <a:srgbClr val="173E4B"/>
                </a:solidFill>
                <a:latin typeface="Calibri"/>
                <a:ea typeface="Calibri"/>
                <a:cs typeface="Calibri"/>
              </a:defRPr>
            </a:lvl1pPr>
            <a:lvl2pPr algn="ctr">
              <a:defRPr sz="1800" b="1">
                <a:solidFill>
                  <a:srgbClr val="173E4B"/>
                </a:solidFill>
                <a:latin typeface="Calibri"/>
                <a:ea typeface="Calibri"/>
                <a:cs typeface="Calibri"/>
              </a:defRPr>
            </a:lvl2pPr>
            <a:lvl3pPr algn="ctr">
              <a:defRPr sz="1800" b="1">
                <a:solidFill>
                  <a:srgbClr val="173E4B"/>
                </a:solidFill>
                <a:latin typeface="Calibri"/>
                <a:ea typeface="Calibri"/>
                <a:cs typeface="Calibri"/>
              </a:defRPr>
            </a:lvl3pPr>
            <a:lvl4pPr algn="ctr">
              <a:defRPr sz="1800" b="1">
                <a:solidFill>
                  <a:srgbClr val="173E4B"/>
                </a:solidFill>
                <a:latin typeface="Calibri"/>
                <a:ea typeface="Calibri"/>
                <a:cs typeface="Calibri"/>
              </a:defRPr>
            </a:lvl4pPr>
            <a:lvl5pPr algn="ctr">
              <a:defRPr sz="1800" b="1">
                <a:solidFill>
                  <a:srgbClr val="173E4B"/>
                </a:solidFill>
                <a:latin typeface="Calibri"/>
                <a:ea typeface="Calibri"/>
                <a:cs typeface="Calibri"/>
              </a:defRPr>
            </a:lvl5pPr>
            <a:lvl6pPr algn="ctr">
              <a:defRPr sz="1800" b="1">
                <a:solidFill>
                  <a:srgbClr val="173E4B"/>
                </a:solidFill>
                <a:latin typeface="Calibri"/>
                <a:ea typeface="Calibri"/>
                <a:cs typeface="Calibri"/>
              </a:defRPr>
            </a:lvl6pPr>
            <a:lvl7pPr algn="ctr">
              <a:defRPr sz="1800" b="1">
                <a:solidFill>
                  <a:srgbClr val="173E4B"/>
                </a:solidFill>
                <a:latin typeface="Calibri"/>
                <a:ea typeface="Calibri"/>
                <a:cs typeface="Calibri"/>
              </a:defRPr>
            </a:lvl7pPr>
            <a:lvl8pPr algn="ctr">
              <a:defRPr sz="1800" b="1">
                <a:solidFill>
                  <a:srgbClr val="173E4B"/>
                </a:solidFill>
                <a:latin typeface="Calibri"/>
                <a:ea typeface="Calibri"/>
                <a:cs typeface="Calibri"/>
              </a:defRPr>
            </a:lvl8pPr>
            <a:lvl9pPr algn="ctr">
              <a:defRPr sz="1800" b="1">
                <a:solidFill>
                  <a:srgbClr val="173E4B"/>
                </a:solidFill>
                <a:latin typeface="Calibri"/>
                <a:ea typeface="Calibri"/>
                <a:cs typeface="Calibri"/>
              </a:defRPr>
            </a:lvl9pPr>
          </a:lstStyle>
          <a:p xmlns:a="http://schemas.openxmlformats.org/drawingml/2006/main">
            <a:pPr algn="ctr">
              <a:defRPr sz="1800" b="1">
                <a:solidFill>
                  <a:srgbClr val="173E4B"/>
                </a:solidFill>
                <a:latin typeface="Calibri"/>
                <a:ea typeface="Calibri"/>
                <a:cs typeface="Calibri"/>
              </a:defRPr>
            </a:pPr>
            <a:r>
              <a:rPr sz="1800" b="1">
                <a:solidFill>
                  <a:srgbClr val="173E4B"/>
                </a:solidFill>
                <a:latin typeface="Calibri"/>
                <a:ea typeface="Calibri"/>
                <a:cs typeface="Calibri"/>
              </a:rPr>
              <a:t>Reproducción</a:t>
            </a:r>
          </a:p>
        </p:txBody>
      </p:sp>
      <p:sp>
        <p:nvSpPr>
          <p:cNvPr id="9" name="concepto-5">
            <a:extLst xmlns:a="http://schemas.openxmlformats.org/drawingml/2006/main">
              <a:ext uri="{FF2B5EF4-FFF2-40B4-BE49-F238E27FC236}">
                <a16:creationId xmlns:a16="http://schemas.microsoft.com/office/drawing/2014/main" id="{6CD1407D-AD2F-415C-B7C0-EC0776A9EB15}"/>
              </a:ext>
            </a:extLst>
          </p:cNvPr>
          <p:cNvSpPr>
            <a:spLocks xmlns:a="http://schemas.openxmlformats.org/drawingml/2006/main" noGrp="1"/>
          </p:cNvSpPr>
          <p:nvPr/>
        </p:nvSpPr>
        <p:spPr>
          <a:xfrm xmlns:a="http://schemas.openxmlformats.org/drawingml/2006/main">
            <a:off x="9753600" y="5772150"/>
            <a:ext cx="1714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73E4B"/>
                </a:solidFill>
                <a:latin typeface="Calibri"/>
                <a:ea typeface="Calibri"/>
                <a:cs typeface="Calibri"/>
              </a:defRPr>
            </a:defPPr>
            <a:lvl1pPr algn="ctr">
              <a:defRPr sz="1800" b="1">
                <a:solidFill>
                  <a:srgbClr val="173E4B"/>
                </a:solidFill>
                <a:latin typeface="Calibri"/>
                <a:ea typeface="Calibri"/>
                <a:cs typeface="Calibri"/>
              </a:defRPr>
            </a:lvl1pPr>
            <a:lvl2pPr algn="ctr">
              <a:defRPr sz="1800" b="1">
                <a:solidFill>
                  <a:srgbClr val="173E4B"/>
                </a:solidFill>
                <a:latin typeface="Calibri"/>
                <a:ea typeface="Calibri"/>
                <a:cs typeface="Calibri"/>
              </a:defRPr>
            </a:lvl2pPr>
            <a:lvl3pPr algn="ctr">
              <a:defRPr sz="1800" b="1">
                <a:solidFill>
                  <a:srgbClr val="173E4B"/>
                </a:solidFill>
                <a:latin typeface="Calibri"/>
                <a:ea typeface="Calibri"/>
                <a:cs typeface="Calibri"/>
              </a:defRPr>
            </a:lvl3pPr>
            <a:lvl4pPr algn="ctr">
              <a:defRPr sz="1800" b="1">
                <a:solidFill>
                  <a:srgbClr val="173E4B"/>
                </a:solidFill>
                <a:latin typeface="Calibri"/>
                <a:ea typeface="Calibri"/>
                <a:cs typeface="Calibri"/>
              </a:defRPr>
            </a:lvl4pPr>
            <a:lvl5pPr algn="ctr">
              <a:defRPr sz="1800" b="1">
                <a:solidFill>
                  <a:srgbClr val="173E4B"/>
                </a:solidFill>
                <a:latin typeface="Calibri"/>
                <a:ea typeface="Calibri"/>
                <a:cs typeface="Calibri"/>
              </a:defRPr>
            </a:lvl5pPr>
            <a:lvl6pPr algn="ctr">
              <a:defRPr sz="1800" b="1">
                <a:solidFill>
                  <a:srgbClr val="173E4B"/>
                </a:solidFill>
                <a:latin typeface="Calibri"/>
                <a:ea typeface="Calibri"/>
                <a:cs typeface="Calibri"/>
              </a:defRPr>
            </a:lvl6pPr>
            <a:lvl7pPr algn="ctr">
              <a:defRPr sz="1800" b="1">
                <a:solidFill>
                  <a:srgbClr val="173E4B"/>
                </a:solidFill>
                <a:latin typeface="Calibri"/>
                <a:ea typeface="Calibri"/>
                <a:cs typeface="Calibri"/>
              </a:defRPr>
            </a:lvl7pPr>
            <a:lvl8pPr algn="ctr">
              <a:defRPr sz="1800" b="1">
                <a:solidFill>
                  <a:srgbClr val="173E4B"/>
                </a:solidFill>
                <a:latin typeface="Calibri"/>
                <a:ea typeface="Calibri"/>
                <a:cs typeface="Calibri"/>
              </a:defRPr>
            </a:lvl8pPr>
            <a:lvl9pPr algn="ctr">
              <a:defRPr sz="1800" b="1">
                <a:solidFill>
                  <a:srgbClr val="173E4B"/>
                </a:solidFill>
                <a:latin typeface="Calibri"/>
                <a:ea typeface="Calibri"/>
                <a:cs typeface="Calibri"/>
              </a:defRPr>
            </a:lvl9pPr>
          </a:lstStyle>
          <a:p xmlns:a="http://schemas.openxmlformats.org/drawingml/2006/main">
            <a:pPr algn="ctr">
              <a:defRPr sz="1800" b="1">
                <a:solidFill>
                  <a:srgbClr val="173E4B"/>
                </a:solidFill>
                <a:latin typeface="Calibri"/>
                <a:ea typeface="Calibri"/>
                <a:cs typeface="Calibri"/>
              </a:defRPr>
            </a:pPr>
            <a:r>
              <a:rPr sz="1800" b="1">
                <a:solidFill>
                  <a:srgbClr val="173E4B"/>
                </a:solidFill>
                <a:latin typeface="Calibri"/>
                <a:ea typeface="Calibri"/>
                <a:cs typeface="Calibri"/>
              </a:rPr>
              <a:t>Evolución</a:t>
            </a:r>
          </a:p>
        </p:txBody>
      </p:sp>
      <p:sp>
        <p:nvSpPr>
          <p:cNvPr id="10" name="banda-idea">
            <a:extLst xmlns:a="http://schemas.openxmlformats.org/drawingml/2006/main">
              <a:ext uri="{FF2B5EF4-FFF2-40B4-BE49-F238E27FC236}">
                <a16:creationId xmlns:a16="http://schemas.microsoft.com/office/drawing/2014/main" id="{186E5197-FAB5-4463-B9FD-BEC498469661}"/>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idea-clave">
            <a:extLst xmlns:a="http://schemas.openxmlformats.org/drawingml/2006/main">
              <a:ext uri="{FF2B5EF4-FFF2-40B4-BE49-F238E27FC236}">
                <a16:creationId xmlns:a16="http://schemas.microsoft.com/office/drawing/2014/main" id="{6252924A-10D8-48C8-B5AE-C7254EBC6368}"/>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evolución corresponde a poblaciones a través de generaciones.</a:t>
            </a:r>
          </a:p>
        </p:txBody>
      </p:sp>
      <p:sp>
        <p:nvSpPr>
          <p:cNvPr id="12" name="numero">
            <a:extLst xmlns:a="http://schemas.openxmlformats.org/drawingml/2006/main">
              <a:ext uri="{FF2B5EF4-FFF2-40B4-BE49-F238E27FC236}">
                <a16:creationId xmlns:a16="http://schemas.microsoft.com/office/drawing/2014/main" id="{EE1566BC-1332-4C08-AE5B-722D4D35F0FF}"/>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17</a:t>
            </a:r>
          </a:p>
        </p:txBody>
      </p:sp>
    </p:spTree>
    <p:extLst>
      <p:ext uri="{BB962C8B-B14F-4D97-AF65-F5344CB8AC3E}">
        <p14:creationId xmlns:p14="http://schemas.microsoft.com/office/powerpoint/2010/main" val="178464298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7A7D6AD-D556-429C-B233-D5E9CFD59EC7}"/>
              </a:ext>
            </a:extLst>
          </p:cNvPr>
          <p:cNvPicPr>
            <a:picLocks xmlns:a="http://schemas.openxmlformats.org/drawingml/2006/main" noChangeAspect="1"/>
          </p:cNvPicPr>
          <p:nvPr/>
        </p:nvPicPr>
        <p:blipFill>
          <a:blip xmlns:r="http://schemas.openxmlformats.org/officeDocument/2006/relationships" xmlns:a="http://schemas.openxmlformats.org/drawingml/2006/main" r:embed="Rda23e1171483435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10D6D8A0-566A-4724-AC4C-A58DEF172DC8}"/>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Metabolismo</a:t>
            </a:r>
          </a:p>
        </p:txBody>
      </p:sp>
      <p:pic>
        <p:nvPicPr>
          <p:cNvPr id="3" name="">
            <a:extLst xmlns:a="http://schemas.openxmlformats.org/drawingml/2006/main">
              <a:ext uri="{FF2B5EF4-FFF2-40B4-BE49-F238E27FC236}">
                <a16:creationId xmlns:a16="http://schemas.microsoft.com/office/drawing/2014/main" id="{730D21E5-0FFD-42FF-9F1C-1CA71C0388F7}"/>
              </a:ext>
            </a:extLst>
          </p:cNvPr>
          <p:cNvPicPr>
            <a:picLocks xmlns:a="http://schemas.openxmlformats.org/drawingml/2006/main" noChangeAspect="1"/>
          </p:cNvPicPr>
          <p:nvPr/>
        </p:nvPicPr>
        <p:blipFill>
          <a:blip xmlns:r="http://schemas.openxmlformats.org/officeDocument/2006/relationships" xmlns:a="http://schemas.openxmlformats.org/drawingml/2006/main" r:embed="R88538495e0c144c8"/>
          <a:stretch xmlns:a="http://schemas.openxmlformats.org/drawingml/2006/main"/>
        </p:blipFill>
        <p:spPr>
          <a:xfrm xmlns:a="http://schemas.openxmlformats.org/drawingml/2006/main">
            <a:off x="666750" y="1467944"/>
            <a:ext cx="5238750" cy="1731361"/>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58EFECD5-AF06-41FB-9619-85ED753597C0}"/>
              </a:ext>
            </a:extLst>
          </p:cNvPr>
          <p:cNvPicPr>
            <a:picLocks xmlns:a="http://schemas.openxmlformats.org/drawingml/2006/main" noChangeAspect="1"/>
          </p:cNvPicPr>
          <p:nvPr/>
        </p:nvPicPr>
        <p:blipFill>
          <a:blip xmlns:r="http://schemas.openxmlformats.org/officeDocument/2006/relationships" xmlns:a="http://schemas.openxmlformats.org/drawingml/2006/main" r:embed="R4bf24ea0b3074f8e"/>
          <a:stretch xmlns:a="http://schemas.openxmlformats.org/drawingml/2006/main"/>
        </p:blipFill>
        <p:spPr>
          <a:xfrm xmlns:a="http://schemas.openxmlformats.org/drawingml/2006/main">
            <a:off x="6819433" y="1333500"/>
            <a:ext cx="3791885" cy="2000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B086F88-9B5D-4700-A477-D2230A872FED}"/>
              </a:ext>
            </a:extLst>
          </p:cNvPr>
          <p:cNvPicPr>
            <a:picLocks xmlns:a="http://schemas.openxmlformats.org/drawingml/2006/main" noChangeAspect="1"/>
          </p:cNvPicPr>
          <p:nvPr/>
        </p:nvPicPr>
        <p:blipFill>
          <a:blip xmlns:r="http://schemas.openxmlformats.org/officeDocument/2006/relationships" xmlns:a="http://schemas.openxmlformats.org/drawingml/2006/main" r:embed="Rd02cd38550c34be1"/>
          <a:stretch xmlns:a="http://schemas.openxmlformats.org/drawingml/2006/main"/>
        </p:blipFill>
        <p:spPr>
          <a:xfrm xmlns:a="http://schemas.openxmlformats.org/drawingml/2006/main">
            <a:off x="1783205" y="3467100"/>
            <a:ext cx="3005840" cy="2000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CE36D77-7102-41CD-82AA-6679067B2BA2}"/>
              </a:ext>
            </a:extLst>
          </p:cNvPr>
          <p:cNvPicPr>
            <a:picLocks xmlns:a="http://schemas.openxmlformats.org/drawingml/2006/main" noChangeAspect="1"/>
          </p:cNvPicPr>
          <p:nvPr/>
        </p:nvPicPr>
        <p:blipFill>
          <a:blip xmlns:r="http://schemas.openxmlformats.org/officeDocument/2006/relationships" xmlns:a="http://schemas.openxmlformats.org/drawingml/2006/main" r:embed="Rda04d0ba59fc4c1d"/>
          <a:stretch xmlns:a="http://schemas.openxmlformats.org/drawingml/2006/main"/>
        </p:blipFill>
        <p:spPr>
          <a:xfrm xmlns:a="http://schemas.openxmlformats.org/drawingml/2006/main">
            <a:off x="7159625" y="3467100"/>
            <a:ext cx="3111500" cy="2000250"/>
          </a:xfrm>
          <a:prstGeom xmlns:a="http://schemas.openxmlformats.org/drawingml/2006/main" prst="rect">
            <a:avLst/>
          </a:prstGeom>
        </p:spPr>
      </p:pic>
      <p:sp>
        <p:nvSpPr>
          <p:cNvPr id="7" name="concepto-0">
            <a:extLst xmlns:a="http://schemas.openxmlformats.org/drawingml/2006/main">
              <a:ext uri="{FF2B5EF4-FFF2-40B4-BE49-F238E27FC236}">
                <a16:creationId xmlns:a16="http://schemas.microsoft.com/office/drawing/2014/main" id="{2318BEE5-6D44-4944-8CE3-300CF00F08CA}"/>
              </a:ext>
            </a:extLst>
          </p:cNvPr>
          <p:cNvSpPr>
            <a:spLocks xmlns:a="http://schemas.openxmlformats.org/drawingml/2006/main" noGrp="1"/>
          </p:cNvSpPr>
          <p:nvPr/>
        </p:nvSpPr>
        <p:spPr>
          <a:xfrm xmlns:a="http://schemas.openxmlformats.org/drawingml/2006/main">
            <a:off x="6096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Catabolismo: degrada</a:t>
            </a:r>
          </a:p>
        </p:txBody>
      </p:sp>
      <p:sp>
        <p:nvSpPr>
          <p:cNvPr id="8" name="concepto-1">
            <a:extLst xmlns:a="http://schemas.openxmlformats.org/drawingml/2006/main">
              <a:ext uri="{FF2B5EF4-FFF2-40B4-BE49-F238E27FC236}">
                <a16:creationId xmlns:a16="http://schemas.microsoft.com/office/drawing/2014/main" id="{1091B96E-55B9-4AD0-9D4A-06569ADE2AC0}"/>
              </a:ext>
            </a:extLst>
          </p:cNvPr>
          <p:cNvSpPr>
            <a:spLocks xmlns:a="http://schemas.openxmlformats.org/drawingml/2006/main" noGrp="1"/>
          </p:cNvSpPr>
          <p:nvPr/>
        </p:nvSpPr>
        <p:spPr>
          <a:xfrm xmlns:a="http://schemas.openxmlformats.org/drawingml/2006/main">
            <a:off x="60960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Anabolismo: construye</a:t>
            </a:r>
          </a:p>
        </p:txBody>
      </p:sp>
      <p:sp>
        <p:nvSpPr>
          <p:cNvPr id="9" name="banda-idea">
            <a:extLst xmlns:a="http://schemas.openxmlformats.org/drawingml/2006/main">
              <a:ext uri="{FF2B5EF4-FFF2-40B4-BE49-F238E27FC236}">
                <a16:creationId xmlns:a16="http://schemas.microsoft.com/office/drawing/2014/main" id="{6657DB61-94AB-4115-8D27-080569A705A4}"/>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clave">
            <a:extLst xmlns:a="http://schemas.openxmlformats.org/drawingml/2006/main">
              <a:ext uri="{FF2B5EF4-FFF2-40B4-BE49-F238E27FC236}">
                <a16:creationId xmlns:a16="http://schemas.microsoft.com/office/drawing/2014/main" id="{D936CAD9-1ED7-4208-9DB4-AE7E62FDDEB5}"/>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Catabolismo: descomponer · Anabolismo: sintetizar.</a:t>
            </a:r>
          </a:p>
        </p:txBody>
      </p:sp>
      <p:sp>
        <p:nvSpPr>
          <p:cNvPr id="11" name="numero">
            <a:extLst xmlns:a="http://schemas.openxmlformats.org/drawingml/2006/main">
              <a:ext uri="{FF2B5EF4-FFF2-40B4-BE49-F238E27FC236}">
                <a16:creationId xmlns:a16="http://schemas.microsoft.com/office/drawing/2014/main" id="{EF97B7F5-77C2-4BCA-B96E-82C139900E96}"/>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18</a:t>
            </a:r>
          </a:p>
        </p:txBody>
      </p:sp>
    </p:spTree>
    <p:extLst>
      <p:ext uri="{BB962C8B-B14F-4D97-AF65-F5344CB8AC3E}">
        <p14:creationId xmlns:p14="http://schemas.microsoft.com/office/powerpoint/2010/main" val="177012011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DB5D298E-0E90-4337-A5E0-C0780E14E1A7}"/>
              </a:ext>
            </a:extLst>
          </p:cNvPr>
          <p:cNvPicPr>
            <a:picLocks xmlns:a="http://schemas.openxmlformats.org/drawingml/2006/main" noChangeAspect="1"/>
          </p:cNvPicPr>
          <p:nvPr/>
        </p:nvPicPr>
        <p:blipFill>
          <a:blip xmlns:r="http://schemas.openxmlformats.org/officeDocument/2006/relationships" xmlns:a="http://schemas.openxmlformats.org/drawingml/2006/main" r:embed="Refc78a63708e48f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37D2D4F4-33A1-40EE-8E5C-F8C86E045561}"/>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Respuesta y desarrollo</a:t>
            </a:r>
          </a:p>
        </p:txBody>
      </p:sp>
      <p:pic>
        <p:nvPicPr>
          <p:cNvPr id="3" name="">
            <a:extLst xmlns:a="http://schemas.openxmlformats.org/drawingml/2006/main">
              <a:ext uri="{FF2B5EF4-FFF2-40B4-BE49-F238E27FC236}">
                <a16:creationId xmlns:a16="http://schemas.microsoft.com/office/drawing/2014/main" id="{3C9107EF-C052-4B8D-9C66-B3E0EB2D3912}"/>
              </a:ext>
            </a:extLst>
          </p:cNvPr>
          <p:cNvPicPr>
            <a:picLocks xmlns:a="http://schemas.openxmlformats.org/drawingml/2006/main" noChangeAspect="1"/>
          </p:cNvPicPr>
          <p:nvPr/>
        </p:nvPicPr>
        <p:blipFill>
          <a:blip xmlns:r="http://schemas.openxmlformats.org/officeDocument/2006/relationships" xmlns:a="http://schemas.openxmlformats.org/drawingml/2006/main" r:embed="Rdc2cf3da9d494032"/>
          <a:stretch xmlns:a="http://schemas.openxmlformats.org/drawingml/2006/main"/>
        </p:blipFill>
        <p:spPr>
          <a:xfrm xmlns:a="http://schemas.openxmlformats.org/drawingml/2006/main">
            <a:off x="666750" y="1626870"/>
            <a:ext cx="2524125" cy="141351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45CE8AFB-9187-4D35-8507-42D591D85FF9}"/>
              </a:ext>
            </a:extLst>
          </p:cNvPr>
          <p:cNvPicPr>
            <a:picLocks xmlns:a="http://schemas.openxmlformats.org/drawingml/2006/main" noChangeAspect="1"/>
          </p:cNvPicPr>
          <p:nvPr/>
        </p:nvPicPr>
        <p:blipFill>
          <a:blip xmlns:r="http://schemas.openxmlformats.org/officeDocument/2006/relationships" xmlns:a="http://schemas.openxmlformats.org/drawingml/2006/main" r:embed="R825671684c6e4d96"/>
          <a:stretch xmlns:a="http://schemas.openxmlformats.org/drawingml/2006/main"/>
        </p:blipFill>
        <p:spPr>
          <a:xfrm xmlns:a="http://schemas.openxmlformats.org/drawingml/2006/main">
            <a:off x="3381375" y="1388296"/>
            <a:ext cx="2524125" cy="1890657"/>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CEE95D07-DC41-4358-A86E-CDAB7B8E8C41}"/>
              </a:ext>
            </a:extLst>
          </p:cNvPr>
          <p:cNvPicPr>
            <a:picLocks xmlns:a="http://schemas.openxmlformats.org/drawingml/2006/main" noChangeAspect="1"/>
          </p:cNvPicPr>
          <p:nvPr/>
        </p:nvPicPr>
        <p:blipFill>
          <a:blip xmlns:r="http://schemas.openxmlformats.org/officeDocument/2006/relationships" xmlns:a="http://schemas.openxmlformats.org/drawingml/2006/main" r:embed="Rf711820d75814fe3"/>
          <a:stretch xmlns:a="http://schemas.openxmlformats.org/drawingml/2006/main"/>
        </p:blipFill>
        <p:spPr>
          <a:xfrm xmlns:a="http://schemas.openxmlformats.org/drawingml/2006/main">
            <a:off x="6096000" y="1492250"/>
            <a:ext cx="2524125" cy="16827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2165218-C596-4BE7-882D-A514257E0688}"/>
              </a:ext>
            </a:extLst>
          </p:cNvPr>
          <p:cNvPicPr>
            <a:picLocks xmlns:a="http://schemas.openxmlformats.org/drawingml/2006/main" noChangeAspect="1"/>
          </p:cNvPicPr>
          <p:nvPr/>
        </p:nvPicPr>
        <p:blipFill>
          <a:blip xmlns:r="http://schemas.openxmlformats.org/officeDocument/2006/relationships" xmlns:a="http://schemas.openxmlformats.org/drawingml/2006/main" r:embed="Rab2db560cd8a41d8"/>
          <a:stretch xmlns:a="http://schemas.openxmlformats.org/drawingml/2006/main"/>
        </p:blipFill>
        <p:spPr>
          <a:xfrm xmlns:a="http://schemas.openxmlformats.org/drawingml/2006/main">
            <a:off x="8810625" y="1419626"/>
            <a:ext cx="2524125" cy="1827998"/>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35795096-0CB7-43E7-83B6-70AC3055DA5A}"/>
              </a:ext>
            </a:extLst>
          </p:cNvPr>
          <p:cNvPicPr>
            <a:picLocks xmlns:a="http://schemas.openxmlformats.org/drawingml/2006/main" noChangeAspect="1"/>
          </p:cNvPicPr>
          <p:nvPr/>
        </p:nvPicPr>
        <p:blipFill>
          <a:blip xmlns:r="http://schemas.openxmlformats.org/officeDocument/2006/relationships" xmlns:a="http://schemas.openxmlformats.org/drawingml/2006/main" r:embed="R6417153e9e96457e"/>
          <a:stretch xmlns:a="http://schemas.openxmlformats.org/drawingml/2006/main"/>
        </p:blipFill>
        <p:spPr>
          <a:xfrm xmlns:a="http://schemas.openxmlformats.org/drawingml/2006/main">
            <a:off x="2311839" y="3467100"/>
            <a:ext cx="1948572" cy="2000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F1E42AC-E12A-488B-9DA5-71F48CAC4E8D}"/>
              </a:ext>
            </a:extLst>
          </p:cNvPr>
          <p:cNvPicPr>
            <a:picLocks xmlns:a="http://schemas.openxmlformats.org/drawingml/2006/main" noChangeAspect="1"/>
          </p:cNvPicPr>
          <p:nvPr/>
        </p:nvPicPr>
        <p:blipFill>
          <a:blip xmlns:r="http://schemas.openxmlformats.org/officeDocument/2006/relationships" xmlns:a="http://schemas.openxmlformats.org/drawingml/2006/main" r:embed="Rf34fb0a26aba4d63"/>
          <a:stretch xmlns:a="http://schemas.openxmlformats.org/drawingml/2006/main"/>
        </p:blipFill>
        <p:spPr>
          <a:xfrm xmlns:a="http://schemas.openxmlformats.org/drawingml/2006/main">
            <a:off x="4738688" y="4180606"/>
            <a:ext cx="2524125" cy="57323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811123B-9F36-4D8F-8549-32665E0F93D8}"/>
              </a:ext>
            </a:extLst>
          </p:cNvPr>
          <p:cNvPicPr>
            <a:picLocks xmlns:a="http://schemas.openxmlformats.org/drawingml/2006/main" noChangeAspect="1"/>
          </p:cNvPicPr>
          <p:nvPr/>
        </p:nvPicPr>
        <p:blipFill>
          <a:blip xmlns:r="http://schemas.openxmlformats.org/officeDocument/2006/relationships" xmlns:a="http://schemas.openxmlformats.org/drawingml/2006/main" r:embed="Rb374961f4c15479d"/>
          <a:stretch xmlns:a="http://schemas.openxmlformats.org/drawingml/2006/main"/>
        </p:blipFill>
        <p:spPr>
          <a:xfrm xmlns:a="http://schemas.openxmlformats.org/drawingml/2006/main">
            <a:off x="7597311" y="3467100"/>
            <a:ext cx="2236129" cy="2000250"/>
          </a:xfrm>
          <a:prstGeom xmlns:a="http://schemas.openxmlformats.org/drawingml/2006/main" prst="rect">
            <a:avLst/>
          </a:prstGeom>
        </p:spPr>
      </p:pic>
      <p:sp>
        <p:nvSpPr>
          <p:cNvPr id="10" name="concepto-0">
            <a:extLst xmlns:a="http://schemas.openxmlformats.org/drawingml/2006/main">
              <a:ext uri="{FF2B5EF4-FFF2-40B4-BE49-F238E27FC236}">
                <a16:creationId xmlns:a16="http://schemas.microsoft.com/office/drawing/2014/main" id="{1A74D1CB-621D-4395-A8A9-B7C539E83163}"/>
              </a:ext>
            </a:extLst>
          </p:cNvPr>
          <p:cNvSpPr>
            <a:spLocks xmlns:a="http://schemas.openxmlformats.org/drawingml/2006/main" noGrp="1"/>
          </p:cNvSpPr>
          <p:nvPr/>
        </p:nvSpPr>
        <p:spPr>
          <a:xfrm xmlns:a="http://schemas.openxmlformats.org/drawingml/2006/main">
            <a:off x="6096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Estímulo y respuesta</a:t>
            </a:r>
          </a:p>
        </p:txBody>
      </p:sp>
      <p:sp>
        <p:nvSpPr>
          <p:cNvPr id="11" name="concepto-1">
            <a:extLst xmlns:a="http://schemas.openxmlformats.org/drawingml/2006/main">
              <a:ext uri="{FF2B5EF4-FFF2-40B4-BE49-F238E27FC236}">
                <a16:creationId xmlns:a16="http://schemas.microsoft.com/office/drawing/2014/main" id="{C3ED4769-D04E-4FCE-9EE2-41066ECC2038}"/>
              </a:ext>
            </a:extLst>
          </p:cNvPr>
          <p:cNvSpPr>
            <a:spLocks xmlns:a="http://schemas.openxmlformats.org/drawingml/2006/main" noGrp="1"/>
          </p:cNvSpPr>
          <p:nvPr/>
        </p:nvSpPr>
        <p:spPr>
          <a:xfrm xmlns:a="http://schemas.openxmlformats.org/drawingml/2006/main">
            <a:off x="33528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Crecimiento</a:t>
            </a:r>
          </a:p>
        </p:txBody>
      </p:sp>
      <p:sp>
        <p:nvSpPr>
          <p:cNvPr id="12" name="concepto-2">
            <a:extLst xmlns:a="http://schemas.openxmlformats.org/drawingml/2006/main">
              <a:ext uri="{FF2B5EF4-FFF2-40B4-BE49-F238E27FC236}">
                <a16:creationId xmlns:a16="http://schemas.microsoft.com/office/drawing/2014/main" id="{C12C86F5-AC6B-4A0C-A33C-1EFD82221010}"/>
              </a:ext>
            </a:extLst>
          </p:cNvPr>
          <p:cNvSpPr>
            <a:spLocks xmlns:a="http://schemas.openxmlformats.org/drawingml/2006/main" noGrp="1"/>
          </p:cNvSpPr>
          <p:nvPr/>
        </p:nvSpPr>
        <p:spPr>
          <a:xfrm xmlns:a="http://schemas.openxmlformats.org/drawingml/2006/main">
            <a:off x="60960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Diferenciación</a:t>
            </a:r>
          </a:p>
        </p:txBody>
      </p:sp>
      <p:sp>
        <p:nvSpPr>
          <p:cNvPr id="13" name="concepto-3">
            <a:extLst xmlns:a="http://schemas.openxmlformats.org/drawingml/2006/main">
              <a:ext uri="{FF2B5EF4-FFF2-40B4-BE49-F238E27FC236}">
                <a16:creationId xmlns:a16="http://schemas.microsoft.com/office/drawing/2014/main" id="{4995F722-67D7-43F7-B23F-1C1B94EC0A51}"/>
              </a:ext>
            </a:extLst>
          </p:cNvPr>
          <p:cNvSpPr>
            <a:spLocks xmlns:a="http://schemas.openxmlformats.org/drawingml/2006/main" noGrp="1"/>
          </p:cNvSpPr>
          <p:nvPr/>
        </p:nvSpPr>
        <p:spPr>
          <a:xfrm xmlns:a="http://schemas.openxmlformats.org/drawingml/2006/main">
            <a:off x="8839200" y="5772150"/>
            <a:ext cx="2628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Generaciones</a:t>
            </a:r>
          </a:p>
        </p:txBody>
      </p:sp>
      <p:sp>
        <p:nvSpPr>
          <p:cNvPr id="14" name="banda-idea">
            <a:extLst xmlns:a="http://schemas.openxmlformats.org/drawingml/2006/main">
              <a:ext uri="{FF2B5EF4-FFF2-40B4-BE49-F238E27FC236}">
                <a16:creationId xmlns:a16="http://schemas.microsoft.com/office/drawing/2014/main" id="{412A5EEB-DBCC-490C-8C37-F8E223F64440}"/>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5" name="idea-clave">
            <a:extLst xmlns:a="http://schemas.openxmlformats.org/drawingml/2006/main">
              <a:ext uri="{FF2B5EF4-FFF2-40B4-BE49-F238E27FC236}">
                <a16:creationId xmlns:a16="http://schemas.microsoft.com/office/drawing/2014/main" id="{C87CCE07-211D-4DBE-92B2-BED36B4A4795}"/>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Respuesta: reaccionar al estímulo · Desarrollo: crecer y diferenciarse.</a:t>
            </a:r>
          </a:p>
        </p:txBody>
      </p:sp>
      <p:sp>
        <p:nvSpPr>
          <p:cNvPr id="16" name="numero">
            <a:extLst xmlns:a="http://schemas.openxmlformats.org/drawingml/2006/main">
              <a:ext uri="{FF2B5EF4-FFF2-40B4-BE49-F238E27FC236}">
                <a16:creationId xmlns:a16="http://schemas.microsoft.com/office/drawing/2014/main" id="{3A6238D1-0851-4E9E-95BC-DB8532E1B1BD}"/>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19</a:t>
            </a:r>
          </a:p>
        </p:txBody>
      </p:sp>
    </p:spTree>
    <p:extLst>
      <p:ext uri="{BB962C8B-B14F-4D97-AF65-F5344CB8AC3E}">
        <p14:creationId xmlns:p14="http://schemas.microsoft.com/office/powerpoint/2010/main" val="94658213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65B983A-A252-489D-933A-1041F048F6C5}"/>
              </a:ext>
            </a:extLst>
          </p:cNvPr>
          <p:cNvPicPr>
            <a:picLocks xmlns:a="http://schemas.openxmlformats.org/drawingml/2006/main" noChangeAspect="1"/>
          </p:cNvPicPr>
          <p:nvPr/>
        </p:nvPicPr>
        <p:blipFill>
          <a:blip xmlns:r="http://schemas.openxmlformats.org/officeDocument/2006/relationships" xmlns:a="http://schemas.openxmlformats.org/drawingml/2006/main" r:embed="R01ffddab8cba42a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F0CA5BAE-9116-481A-BE49-C46EE6F4FD47}"/>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 fisiología también varía</a:t>
            </a:r>
          </a:p>
        </p:txBody>
      </p:sp>
      <p:pic>
        <p:nvPicPr>
          <p:cNvPr id="3" name="">
            <a:extLst xmlns:a="http://schemas.openxmlformats.org/drawingml/2006/main">
              <a:ext uri="{FF2B5EF4-FFF2-40B4-BE49-F238E27FC236}">
                <a16:creationId xmlns:a16="http://schemas.microsoft.com/office/drawing/2014/main" id="{73EB32F0-CCFD-40E4-BAC3-FA302B72A3AF}"/>
              </a:ext>
            </a:extLst>
          </p:cNvPr>
          <p:cNvPicPr>
            <a:picLocks xmlns:a="http://schemas.openxmlformats.org/drawingml/2006/main" noChangeAspect="1"/>
          </p:cNvPicPr>
          <p:nvPr/>
        </p:nvPicPr>
        <p:blipFill>
          <a:blip xmlns:r="http://schemas.openxmlformats.org/officeDocument/2006/relationships" xmlns:a="http://schemas.openxmlformats.org/drawingml/2006/main" r:embed="R17acddce46024b53"/>
          <a:stretch xmlns:a="http://schemas.openxmlformats.org/drawingml/2006/main"/>
        </p:blipFill>
        <p:spPr>
          <a:xfrm xmlns:a="http://schemas.openxmlformats.org/drawingml/2006/main">
            <a:off x="955712" y="1333500"/>
            <a:ext cx="10280575" cy="4238625"/>
          </a:xfrm>
          <a:prstGeom xmlns:a="http://schemas.openxmlformats.org/drawingml/2006/main" prst="rect">
            <a:avLst/>
          </a:prstGeom>
        </p:spPr>
      </p:pic>
      <p:sp>
        <p:nvSpPr>
          <p:cNvPr id="4" name="concepto-0">
            <a:extLst xmlns:a="http://schemas.openxmlformats.org/drawingml/2006/main">
              <a:ext uri="{FF2B5EF4-FFF2-40B4-BE49-F238E27FC236}">
                <a16:creationId xmlns:a16="http://schemas.microsoft.com/office/drawing/2014/main" id="{42374507-629A-43D9-A268-3BA03854B48C}"/>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Edad</a:t>
            </a:r>
          </a:p>
        </p:txBody>
      </p:sp>
      <p:sp>
        <p:nvSpPr>
          <p:cNvPr id="5" name="concepto-1">
            <a:extLst xmlns:a="http://schemas.openxmlformats.org/drawingml/2006/main">
              <a:ext uri="{FF2B5EF4-FFF2-40B4-BE49-F238E27FC236}">
                <a16:creationId xmlns:a16="http://schemas.microsoft.com/office/drawing/2014/main" id="{1065414F-5856-4C43-8B79-0213B580133C}"/>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Actividad</a:t>
            </a:r>
          </a:p>
        </p:txBody>
      </p:sp>
      <p:sp>
        <p:nvSpPr>
          <p:cNvPr id="6" name="concepto-2">
            <a:extLst xmlns:a="http://schemas.openxmlformats.org/drawingml/2006/main">
              <a:ext uri="{FF2B5EF4-FFF2-40B4-BE49-F238E27FC236}">
                <a16:creationId xmlns:a16="http://schemas.microsoft.com/office/drawing/2014/main" id="{C729827F-58F7-4F93-8551-903E7B4F6751}"/>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Entorno</a:t>
            </a:r>
          </a:p>
        </p:txBody>
      </p:sp>
      <p:sp>
        <p:nvSpPr>
          <p:cNvPr id="7" name="banda-idea">
            <a:extLst xmlns:a="http://schemas.openxmlformats.org/drawingml/2006/main">
              <a:ext uri="{FF2B5EF4-FFF2-40B4-BE49-F238E27FC236}">
                <a16:creationId xmlns:a16="http://schemas.microsoft.com/office/drawing/2014/main" id="{E98D689A-292F-4853-88DB-B8E01E034880}"/>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idea-clave">
            <a:extLst xmlns:a="http://schemas.openxmlformats.org/drawingml/2006/main">
              <a:ext uri="{FF2B5EF4-FFF2-40B4-BE49-F238E27FC236}">
                <a16:creationId xmlns:a16="http://schemas.microsoft.com/office/drawing/2014/main" id="{4387C79D-43C2-49CD-A986-691CBDC5560E}"/>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Un valor fisiológico se interpreta según la edad, la actividad y el entorno.</a:t>
            </a:r>
          </a:p>
        </p:txBody>
      </p:sp>
      <p:sp>
        <p:nvSpPr>
          <p:cNvPr id="9" name="numero">
            <a:extLst xmlns:a="http://schemas.openxmlformats.org/drawingml/2006/main">
              <a:ext uri="{FF2B5EF4-FFF2-40B4-BE49-F238E27FC236}">
                <a16:creationId xmlns:a16="http://schemas.microsoft.com/office/drawing/2014/main" id="{A792F5BC-4363-456C-BFA4-F55E6CFB3196}"/>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20</a:t>
            </a:r>
          </a:p>
        </p:txBody>
      </p:sp>
    </p:spTree>
    <p:extLst>
      <p:ext uri="{BB962C8B-B14F-4D97-AF65-F5344CB8AC3E}">
        <p14:creationId xmlns:p14="http://schemas.microsoft.com/office/powerpoint/2010/main" val="50272091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889F585-D36A-4DC4-B59E-6B1A353AC67B}"/>
              </a:ext>
            </a:extLst>
          </p:cNvPr>
          <p:cNvPicPr>
            <a:picLocks xmlns:a="http://schemas.openxmlformats.org/drawingml/2006/main" noChangeAspect="1"/>
          </p:cNvPicPr>
          <p:nvPr/>
        </p:nvPicPr>
        <p:blipFill>
          <a:blip xmlns:r="http://schemas.openxmlformats.org/officeDocument/2006/relationships" xmlns:a="http://schemas.openxmlformats.org/drawingml/2006/main" r:embed="Rc1487311dac44e9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378694A4-99DA-448A-BB1D-578F131DEBF3}"/>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Homeostasis: detectar y ajustar</a:t>
            </a:r>
          </a:p>
        </p:txBody>
      </p:sp>
      <p:pic>
        <p:nvPicPr>
          <p:cNvPr id="3" name="">
            <a:extLst xmlns:a="http://schemas.openxmlformats.org/drawingml/2006/main">
              <a:ext uri="{FF2B5EF4-FFF2-40B4-BE49-F238E27FC236}">
                <a16:creationId xmlns:a16="http://schemas.microsoft.com/office/drawing/2014/main" id="{04801EF6-E5D9-4A69-BFDC-6098EA12CBD7}"/>
              </a:ext>
            </a:extLst>
          </p:cNvPr>
          <p:cNvPicPr>
            <a:picLocks xmlns:a="http://schemas.openxmlformats.org/drawingml/2006/main" noChangeAspect="1"/>
          </p:cNvPicPr>
          <p:nvPr/>
        </p:nvPicPr>
        <p:blipFill>
          <a:blip xmlns:r="http://schemas.openxmlformats.org/officeDocument/2006/relationships" xmlns:a="http://schemas.openxmlformats.org/drawingml/2006/main" r:embed="R44534bc8e9e8440e"/>
          <a:stretch xmlns:a="http://schemas.openxmlformats.org/drawingml/2006/main"/>
        </p:blipFill>
        <p:spPr>
          <a:xfrm xmlns:a="http://schemas.openxmlformats.org/drawingml/2006/main">
            <a:off x="2018322" y="1333500"/>
            <a:ext cx="2535606" cy="2000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E16AD887-F605-4A8A-8640-C693E295631C}"/>
              </a:ext>
            </a:extLst>
          </p:cNvPr>
          <p:cNvPicPr>
            <a:picLocks xmlns:a="http://schemas.openxmlformats.org/drawingml/2006/main" noChangeAspect="1"/>
          </p:cNvPicPr>
          <p:nvPr/>
        </p:nvPicPr>
        <p:blipFill>
          <a:blip xmlns:r="http://schemas.openxmlformats.org/officeDocument/2006/relationships" xmlns:a="http://schemas.openxmlformats.org/drawingml/2006/main" r:embed="Rcffc293a91c64f09"/>
          <a:stretch xmlns:a="http://schemas.openxmlformats.org/drawingml/2006/main"/>
        </p:blipFill>
        <p:spPr>
          <a:xfrm xmlns:a="http://schemas.openxmlformats.org/drawingml/2006/main">
            <a:off x="7631906" y="1333500"/>
            <a:ext cx="2166937" cy="2000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AD1B8030-CDBE-4429-92F8-2DA98807DC11}"/>
              </a:ext>
            </a:extLst>
          </p:cNvPr>
          <p:cNvPicPr>
            <a:picLocks xmlns:a="http://schemas.openxmlformats.org/drawingml/2006/main" noChangeAspect="1"/>
          </p:cNvPicPr>
          <p:nvPr/>
        </p:nvPicPr>
        <p:blipFill>
          <a:blip xmlns:r="http://schemas.openxmlformats.org/officeDocument/2006/relationships" xmlns:a="http://schemas.openxmlformats.org/drawingml/2006/main" r:embed="Rea5ae40b5d55448d"/>
          <a:stretch xmlns:a="http://schemas.openxmlformats.org/drawingml/2006/main"/>
        </p:blipFill>
        <p:spPr>
          <a:xfrm xmlns:a="http://schemas.openxmlformats.org/drawingml/2006/main">
            <a:off x="2506851" y="3467100"/>
            <a:ext cx="1558547" cy="2000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50367D4-3156-4732-B461-87B74CD17F8A}"/>
              </a:ext>
            </a:extLst>
          </p:cNvPr>
          <p:cNvPicPr>
            <a:picLocks xmlns:a="http://schemas.openxmlformats.org/drawingml/2006/main" noChangeAspect="1"/>
          </p:cNvPicPr>
          <p:nvPr/>
        </p:nvPicPr>
        <p:blipFill>
          <a:blip xmlns:r="http://schemas.openxmlformats.org/officeDocument/2006/relationships" xmlns:a="http://schemas.openxmlformats.org/drawingml/2006/main" r:embed="Rf8966f6d83a348bb"/>
          <a:stretch xmlns:a="http://schemas.openxmlformats.org/drawingml/2006/main"/>
        </p:blipFill>
        <p:spPr>
          <a:xfrm xmlns:a="http://schemas.openxmlformats.org/drawingml/2006/main">
            <a:off x="7715250" y="3467100"/>
            <a:ext cx="2000250" cy="2000250"/>
          </a:xfrm>
          <a:prstGeom xmlns:a="http://schemas.openxmlformats.org/drawingml/2006/main" prst="rect">
            <a:avLst/>
          </a:prstGeom>
        </p:spPr>
      </p:pic>
      <p:sp>
        <p:nvSpPr>
          <p:cNvPr id="7" name="concepto-0">
            <a:extLst xmlns:a="http://schemas.openxmlformats.org/drawingml/2006/main">
              <a:ext uri="{FF2B5EF4-FFF2-40B4-BE49-F238E27FC236}">
                <a16:creationId xmlns:a16="http://schemas.microsoft.com/office/drawing/2014/main" id="{A7FD930D-F2A0-4DA4-98C7-91BA587D6EE8}"/>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Receptor</a:t>
            </a:r>
          </a:p>
        </p:txBody>
      </p:sp>
      <p:sp>
        <p:nvSpPr>
          <p:cNvPr id="8" name="concepto-1">
            <a:extLst xmlns:a="http://schemas.openxmlformats.org/drawingml/2006/main">
              <a:ext uri="{FF2B5EF4-FFF2-40B4-BE49-F238E27FC236}">
                <a16:creationId xmlns:a16="http://schemas.microsoft.com/office/drawing/2014/main" id="{0D021CDC-3542-4D25-B09E-6EEBA4C8A05C}"/>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Centro integrador</a:t>
            </a:r>
          </a:p>
        </p:txBody>
      </p:sp>
      <p:sp>
        <p:nvSpPr>
          <p:cNvPr id="9" name="concepto-2">
            <a:extLst xmlns:a="http://schemas.openxmlformats.org/drawingml/2006/main">
              <a:ext uri="{FF2B5EF4-FFF2-40B4-BE49-F238E27FC236}">
                <a16:creationId xmlns:a16="http://schemas.microsoft.com/office/drawing/2014/main" id="{2BB321BE-902F-4BDB-9D53-7E11ED5D9EDB}"/>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Efector</a:t>
            </a:r>
          </a:p>
        </p:txBody>
      </p:sp>
      <p:sp>
        <p:nvSpPr>
          <p:cNvPr id="10" name="banda-idea">
            <a:extLst xmlns:a="http://schemas.openxmlformats.org/drawingml/2006/main">
              <a:ext uri="{FF2B5EF4-FFF2-40B4-BE49-F238E27FC236}">
                <a16:creationId xmlns:a16="http://schemas.microsoft.com/office/drawing/2014/main" id="{55472574-5A0F-4910-853C-F9639F9DE123}"/>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idea-clave">
            <a:extLst xmlns:a="http://schemas.openxmlformats.org/drawingml/2006/main">
              <a:ext uri="{FF2B5EF4-FFF2-40B4-BE49-F238E27FC236}">
                <a16:creationId xmlns:a16="http://schemas.microsoft.com/office/drawing/2014/main" id="{4BCA7288-8059-4A39-989C-497BFF173053}"/>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Receptor detecta → integrador procesa → efector responde.</a:t>
            </a:r>
          </a:p>
        </p:txBody>
      </p:sp>
      <p:sp>
        <p:nvSpPr>
          <p:cNvPr id="12" name="numero">
            <a:extLst xmlns:a="http://schemas.openxmlformats.org/drawingml/2006/main">
              <a:ext uri="{FF2B5EF4-FFF2-40B4-BE49-F238E27FC236}">
                <a16:creationId xmlns:a16="http://schemas.microsoft.com/office/drawing/2014/main" id="{D09ED325-A9D9-4045-B09A-3E4299347933}"/>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21</a:t>
            </a:r>
          </a:p>
        </p:txBody>
      </p:sp>
    </p:spTree>
    <p:extLst>
      <p:ext uri="{BB962C8B-B14F-4D97-AF65-F5344CB8AC3E}">
        <p14:creationId xmlns:p14="http://schemas.microsoft.com/office/powerpoint/2010/main" val="166368884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4E89C56-328F-4536-A1A6-3BDFCD25C43B}"/>
              </a:ext>
            </a:extLst>
          </p:cNvPr>
          <p:cNvPicPr>
            <a:picLocks xmlns:a="http://schemas.openxmlformats.org/drawingml/2006/main" noChangeAspect="1"/>
          </p:cNvPicPr>
          <p:nvPr/>
        </p:nvPicPr>
        <p:blipFill>
          <a:blip xmlns:r="http://schemas.openxmlformats.org/officeDocument/2006/relationships" xmlns:a="http://schemas.openxmlformats.org/drawingml/2006/main" r:embed="R7bca75ea975b47d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EBBEA0E7-A770-4026-84E5-E1F8AA3B6063}"/>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Dos direcciones de respuesta</a:t>
            </a:r>
          </a:p>
        </p:txBody>
      </p:sp>
      <p:pic>
        <p:nvPicPr>
          <p:cNvPr id="3" name="">
            <a:extLst xmlns:a="http://schemas.openxmlformats.org/drawingml/2006/main">
              <a:ext uri="{FF2B5EF4-FFF2-40B4-BE49-F238E27FC236}">
                <a16:creationId xmlns:a16="http://schemas.microsoft.com/office/drawing/2014/main" id="{AA85B450-FBF0-4B14-B0DC-23CB191CE443}"/>
              </a:ext>
            </a:extLst>
          </p:cNvPr>
          <p:cNvPicPr>
            <a:picLocks xmlns:a="http://schemas.openxmlformats.org/drawingml/2006/main" noChangeAspect="1"/>
          </p:cNvPicPr>
          <p:nvPr/>
        </p:nvPicPr>
        <p:blipFill>
          <a:blip xmlns:r="http://schemas.openxmlformats.org/officeDocument/2006/relationships" xmlns:a="http://schemas.openxmlformats.org/drawingml/2006/main" r:embed="R90aecf747ae94b2b"/>
          <a:stretch xmlns:a="http://schemas.openxmlformats.org/drawingml/2006/main"/>
        </p:blipFill>
        <p:spPr>
          <a:xfrm xmlns:a="http://schemas.openxmlformats.org/drawingml/2006/main">
            <a:off x="1267746" y="1381125"/>
            <a:ext cx="7446708" cy="4191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897A5C06-CBCC-4C6C-A202-00B40BCFDFE8}"/>
              </a:ext>
            </a:extLst>
          </p:cNvPr>
          <p:cNvPicPr>
            <a:picLocks xmlns:a="http://schemas.openxmlformats.org/drawingml/2006/main" noChangeAspect="1"/>
          </p:cNvPicPr>
          <p:nvPr/>
        </p:nvPicPr>
        <p:blipFill>
          <a:blip xmlns:r="http://schemas.openxmlformats.org/officeDocument/2006/relationships" xmlns:a="http://schemas.openxmlformats.org/drawingml/2006/main" r:embed="R7d93e9544c494232"/>
          <a:stretch xmlns:a="http://schemas.openxmlformats.org/drawingml/2006/main"/>
        </p:blipFill>
        <p:spPr>
          <a:xfrm xmlns:a="http://schemas.openxmlformats.org/drawingml/2006/main">
            <a:off x="9525000" y="2207164"/>
            <a:ext cx="1981200" cy="2291272"/>
          </a:xfrm>
          <a:prstGeom xmlns:a="http://schemas.openxmlformats.org/drawingml/2006/main" prst="rect">
            <a:avLst/>
          </a:prstGeom>
        </p:spPr>
      </p:pic>
      <p:sp>
        <p:nvSpPr>
          <p:cNvPr id="5" name="concepto-0">
            <a:extLst xmlns:a="http://schemas.openxmlformats.org/drawingml/2006/main">
              <a:ext uri="{FF2B5EF4-FFF2-40B4-BE49-F238E27FC236}">
                <a16:creationId xmlns:a16="http://schemas.microsoft.com/office/drawing/2014/main" id="{F87EEE48-17E4-459C-AB77-7311A2717608}"/>
              </a:ext>
            </a:extLst>
          </p:cNvPr>
          <p:cNvSpPr>
            <a:spLocks xmlns:a="http://schemas.openxmlformats.org/drawingml/2006/main" noGrp="1"/>
          </p:cNvSpPr>
          <p:nvPr/>
        </p:nvSpPr>
        <p:spPr>
          <a:xfrm xmlns:a="http://schemas.openxmlformats.org/drawingml/2006/main">
            <a:off x="6096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Negativa: contrarresta</a:t>
            </a:r>
          </a:p>
        </p:txBody>
      </p:sp>
      <p:sp>
        <p:nvSpPr>
          <p:cNvPr id="6" name="concepto-1">
            <a:extLst xmlns:a="http://schemas.openxmlformats.org/drawingml/2006/main">
              <a:ext uri="{FF2B5EF4-FFF2-40B4-BE49-F238E27FC236}">
                <a16:creationId xmlns:a16="http://schemas.microsoft.com/office/drawing/2014/main" id="{A532044A-2366-4138-8BE0-EAEAF469A723}"/>
              </a:ext>
            </a:extLst>
          </p:cNvPr>
          <p:cNvSpPr>
            <a:spLocks xmlns:a="http://schemas.openxmlformats.org/drawingml/2006/main" noGrp="1"/>
          </p:cNvSpPr>
          <p:nvPr/>
        </p:nvSpPr>
        <p:spPr>
          <a:xfrm xmlns:a="http://schemas.openxmlformats.org/drawingml/2006/main">
            <a:off x="60960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Positiva: amplifica</a:t>
            </a:r>
          </a:p>
        </p:txBody>
      </p:sp>
      <p:sp>
        <p:nvSpPr>
          <p:cNvPr id="7" name="banda-idea">
            <a:extLst xmlns:a="http://schemas.openxmlformats.org/drawingml/2006/main">
              <a:ext uri="{FF2B5EF4-FFF2-40B4-BE49-F238E27FC236}">
                <a16:creationId xmlns:a16="http://schemas.microsoft.com/office/drawing/2014/main" id="{6EA7C302-916D-4E9C-94EC-DD21C36812FB}"/>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idea-clave">
            <a:extLst xmlns:a="http://schemas.openxmlformats.org/drawingml/2006/main">
              <a:ext uri="{FF2B5EF4-FFF2-40B4-BE49-F238E27FC236}">
                <a16:creationId xmlns:a16="http://schemas.microsoft.com/office/drawing/2014/main" id="{864B52B2-CBB9-4C25-A644-39C91784AEB7}"/>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Negativa: contrarresta el cambio · Positiva: lo amplifica mientras persiste el estímulo.</a:t>
            </a:r>
          </a:p>
        </p:txBody>
      </p:sp>
      <p:sp>
        <p:nvSpPr>
          <p:cNvPr id="9" name="numero">
            <a:extLst xmlns:a="http://schemas.openxmlformats.org/drawingml/2006/main">
              <a:ext uri="{FF2B5EF4-FFF2-40B4-BE49-F238E27FC236}">
                <a16:creationId xmlns:a16="http://schemas.microsoft.com/office/drawing/2014/main" id="{B62E45CC-1980-472F-AB96-5BBFF6FF40F8}"/>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22</a:t>
            </a:r>
          </a:p>
        </p:txBody>
      </p:sp>
    </p:spTree>
    <p:extLst>
      <p:ext uri="{BB962C8B-B14F-4D97-AF65-F5344CB8AC3E}">
        <p14:creationId xmlns:p14="http://schemas.microsoft.com/office/powerpoint/2010/main" val="713830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491851E-15F7-48FD-8CE5-B7927C6794FD}"/>
              </a:ext>
            </a:extLst>
          </p:cNvPr>
          <p:cNvPicPr>
            <a:picLocks xmlns:a="http://schemas.openxmlformats.org/drawingml/2006/main" noChangeAspect="1"/>
          </p:cNvPicPr>
          <p:nvPr/>
        </p:nvPicPr>
        <p:blipFill>
          <a:blip xmlns:r="http://schemas.openxmlformats.org/officeDocument/2006/relationships" xmlns:a="http://schemas.openxmlformats.org/drawingml/2006/main" r:embed="R9689e7663cfc47b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27356134-807C-4C4C-B67A-DC61255C8F68}"/>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 regulación en ejemplos</a:t>
            </a:r>
          </a:p>
        </p:txBody>
      </p:sp>
      <p:pic>
        <p:nvPicPr>
          <p:cNvPr id="3" name="">
            <a:extLst xmlns:a="http://schemas.openxmlformats.org/drawingml/2006/main">
              <a:ext uri="{FF2B5EF4-FFF2-40B4-BE49-F238E27FC236}">
                <a16:creationId xmlns:a16="http://schemas.microsoft.com/office/drawing/2014/main" id="{8BF6F7FE-FA0E-46C0-B421-FABB9707D753}"/>
              </a:ext>
            </a:extLst>
          </p:cNvPr>
          <p:cNvPicPr>
            <a:picLocks xmlns:a="http://schemas.openxmlformats.org/drawingml/2006/main" noChangeAspect="1"/>
          </p:cNvPicPr>
          <p:nvPr/>
        </p:nvPicPr>
        <p:blipFill>
          <a:blip xmlns:r="http://schemas.openxmlformats.org/officeDocument/2006/relationships" xmlns:a="http://schemas.openxmlformats.org/drawingml/2006/main" r:embed="Rb4ee89e3462c468d"/>
          <a:stretch xmlns:a="http://schemas.openxmlformats.org/drawingml/2006/main"/>
        </p:blipFill>
        <p:spPr>
          <a:xfrm xmlns:a="http://schemas.openxmlformats.org/drawingml/2006/main">
            <a:off x="1401785" y="1352550"/>
            <a:ext cx="3730580" cy="4191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03764B4A-CBEB-4437-8469-F6F85E446C25}"/>
              </a:ext>
            </a:extLst>
          </p:cNvPr>
          <p:cNvPicPr>
            <a:picLocks xmlns:a="http://schemas.openxmlformats.org/drawingml/2006/main" noChangeAspect="1"/>
          </p:cNvPicPr>
          <p:nvPr/>
        </p:nvPicPr>
        <p:blipFill>
          <a:blip xmlns:r="http://schemas.openxmlformats.org/officeDocument/2006/relationships" xmlns:a="http://schemas.openxmlformats.org/drawingml/2006/main" r:embed="R02289f731c704dee"/>
          <a:stretch xmlns:a="http://schemas.openxmlformats.org/drawingml/2006/main"/>
        </p:blipFill>
        <p:spPr>
          <a:xfrm xmlns:a="http://schemas.openxmlformats.org/drawingml/2006/main">
            <a:off x="6096000" y="1483337"/>
            <a:ext cx="5200650" cy="3929426"/>
          </a:xfrm>
          <a:prstGeom xmlns:a="http://schemas.openxmlformats.org/drawingml/2006/main" prst="rect">
            <a:avLst/>
          </a:prstGeom>
        </p:spPr>
      </p:pic>
      <p:sp>
        <p:nvSpPr>
          <p:cNvPr id="5" name="concepto-0">
            <a:extLst xmlns:a="http://schemas.openxmlformats.org/drawingml/2006/main">
              <a:ext uri="{FF2B5EF4-FFF2-40B4-BE49-F238E27FC236}">
                <a16:creationId xmlns:a16="http://schemas.microsoft.com/office/drawing/2014/main" id="{0BF516A9-B559-4E4B-B826-33653F15F6DA}"/>
              </a:ext>
            </a:extLst>
          </p:cNvPr>
          <p:cNvSpPr>
            <a:spLocks xmlns:a="http://schemas.openxmlformats.org/drawingml/2006/main" noGrp="1"/>
          </p:cNvSpPr>
          <p:nvPr/>
        </p:nvSpPr>
        <p:spPr>
          <a:xfrm xmlns:a="http://schemas.openxmlformats.org/drawingml/2006/main">
            <a:off x="6096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Presión arterial</a:t>
            </a:r>
          </a:p>
        </p:txBody>
      </p:sp>
      <p:sp>
        <p:nvSpPr>
          <p:cNvPr id="6" name="concepto-1">
            <a:extLst xmlns:a="http://schemas.openxmlformats.org/drawingml/2006/main">
              <a:ext uri="{FF2B5EF4-FFF2-40B4-BE49-F238E27FC236}">
                <a16:creationId xmlns:a16="http://schemas.microsoft.com/office/drawing/2014/main" id="{43E6E1E1-00BF-4A4B-A422-EED7B529F617}"/>
              </a:ext>
            </a:extLst>
          </p:cNvPr>
          <p:cNvSpPr>
            <a:spLocks xmlns:a="http://schemas.openxmlformats.org/drawingml/2006/main" noGrp="1"/>
          </p:cNvSpPr>
          <p:nvPr/>
        </p:nvSpPr>
        <p:spPr>
          <a:xfrm xmlns:a="http://schemas.openxmlformats.org/drawingml/2006/main">
            <a:off x="60960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Contracciones del parto</a:t>
            </a:r>
          </a:p>
        </p:txBody>
      </p:sp>
      <p:sp>
        <p:nvSpPr>
          <p:cNvPr id="7" name="banda-idea">
            <a:extLst xmlns:a="http://schemas.openxmlformats.org/drawingml/2006/main">
              <a:ext uri="{FF2B5EF4-FFF2-40B4-BE49-F238E27FC236}">
                <a16:creationId xmlns:a16="http://schemas.microsoft.com/office/drawing/2014/main" id="{BA782743-CF67-40FB-8184-707CDC515E30}"/>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 name="idea-clave">
            <a:extLst xmlns:a="http://schemas.openxmlformats.org/drawingml/2006/main">
              <a:ext uri="{FF2B5EF4-FFF2-40B4-BE49-F238E27FC236}">
                <a16:creationId xmlns:a16="http://schemas.microsoft.com/office/drawing/2014/main" id="{0AEE9C22-D333-4379-A546-BBEF97F94EB1}"/>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En el parto, el nacimiento interrumpe el estímulo que mantiene el ciclo.</a:t>
            </a:r>
          </a:p>
        </p:txBody>
      </p:sp>
      <p:sp>
        <p:nvSpPr>
          <p:cNvPr id="9" name="numero">
            <a:extLst xmlns:a="http://schemas.openxmlformats.org/drawingml/2006/main">
              <a:ext uri="{FF2B5EF4-FFF2-40B4-BE49-F238E27FC236}">
                <a16:creationId xmlns:a16="http://schemas.microsoft.com/office/drawing/2014/main" id="{27A3D631-CACB-424F-81D4-9D00C75631F6}"/>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23</a:t>
            </a:r>
          </a:p>
        </p:txBody>
      </p:sp>
    </p:spTree>
    <p:extLst>
      <p:ext uri="{BB962C8B-B14F-4D97-AF65-F5344CB8AC3E}">
        <p14:creationId xmlns:p14="http://schemas.microsoft.com/office/powerpoint/2010/main" val="212249170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C286CA0-962D-45E8-8E13-67091A884EDA}"/>
              </a:ext>
            </a:extLst>
          </p:cNvPr>
          <p:cNvPicPr>
            <a:picLocks xmlns:a="http://schemas.openxmlformats.org/drawingml/2006/main" noChangeAspect="1"/>
          </p:cNvPicPr>
          <p:nvPr/>
        </p:nvPicPr>
        <p:blipFill>
          <a:blip xmlns:r="http://schemas.openxmlformats.org/officeDocument/2006/relationships" xmlns:a="http://schemas.openxmlformats.org/drawingml/2006/main" r:embed="Rff5749c1568540f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0321C9B3-67C9-449C-A665-2605358762F0}"/>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Las imágenes médicas</a:t>
            </a:r>
          </a:p>
        </p:txBody>
      </p:sp>
      <p:pic>
        <p:nvPicPr>
          <p:cNvPr id="3" name="">
            <a:extLst xmlns:a="http://schemas.openxmlformats.org/drawingml/2006/main">
              <a:ext uri="{FF2B5EF4-FFF2-40B4-BE49-F238E27FC236}">
                <a16:creationId xmlns:a16="http://schemas.microsoft.com/office/drawing/2014/main" id="{E1282246-6B70-4340-B6EB-7B863A28BDEC}"/>
              </a:ext>
            </a:extLst>
          </p:cNvPr>
          <p:cNvPicPr>
            <a:picLocks xmlns:a="http://schemas.openxmlformats.org/drawingml/2006/main" noChangeAspect="1"/>
          </p:cNvPicPr>
          <p:nvPr/>
        </p:nvPicPr>
        <p:blipFill>
          <a:blip xmlns:r="http://schemas.openxmlformats.org/officeDocument/2006/relationships" xmlns:a="http://schemas.openxmlformats.org/drawingml/2006/main" r:embed="Rb2577a7edced4e08"/>
          <a:stretch xmlns:a="http://schemas.openxmlformats.org/drawingml/2006/main"/>
        </p:blipFill>
        <p:spPr>
          <a:xfrm xmlns:a="http://schemas.openxmlformats.org/drawingml/2006/main">
            <a:off x="760655" y="1285875"/>
            <a:ext cx="10670691" cy="4267200"/>
          </a:xfrm>
          <a:prstGeom xmlns:a="http://schemas.openxmlformats.org/drawingml/2006/main" prst="rect">
            <a:avLst/>
          </a:prstGeom>
        </p:spPr>
      </p:pic>
      <p:sp>
        <p:nvSpPr>
          <p:cNvPr id="4" name="concepto-0">
            <a:extLst xmlns:a="http://schemas.openxmlformats.org/drawingml/2006/main">
              <a:ext uri="{FF2B5EF4-FFF2-40B4-BE49-F238E27FC236}">
                <a16:creationId xmlns:a16="http://schemas.microsoft.com/office/drawing/2014/main" id="{BD669DF2-FC38-45C7-9718-2FFF635FD718}"/>
              </a:ext>
            </a:extLst>
          </p:cNvPr>
          <p:cNvSpPr>
            <a:spLocks xmlns:a="http://schemas.openxmlformats.org/drawingml/2006/main" noGrp="1"/>
          </p:cNvSpPr>
          <p:nvPr/>
        </p:nvSpPr>
        <p:spPr>
          <a:xfrm xmlns:a="http://schemas.openxmlformats.org/drawingml/2006/main">
            <a:off x="609600" y="5772150"/>
            <a:ext cx="208026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73E4B"/>
                </a:solidFill>
                <a:latin typeface="Calibri"/>
                <a:ea typeface="Calibri"/>
                <a:cs typeface="Calibri"/>
              </a:defRPr>
            </a:defPPr>
            <a:lvl1pPr algn="ctr">
              <a:defRPr sz="1800" b="1">
                <a:solidFill>
                  <a:srgbClr val="173E4B"/>
                </a:solidFill>
                <a:latin typeface="Calibri"/>
                <a:ea typeface="Calibri"/>
                <a:cs typeface="Calibri"/>
              </a:defRPr>
            </a:lvl1pPr>
            <a:lvl2pPr algn="ctr">
              <a:defRPr sz="1800" b="1">
                <a:solidFill>
                  <a:srgbClr val="173E4B"/>
                </a:solidFill>
                <a:latin typeface="Calibri"/>
                <a:ea typeface="Calibri"/>
                <a:cs typeface="Calibri"/>
              </a:defRPr>
            </a:lvl2pPr>
            <a:lvl3pPr algn="ctr">
              <a:defRPr sz="1800" b="1">
                <a:solidFill>
                  <a:srgbClr val="173E4B"/>
                </a:solidFill>
                <a:latin typeface="Calibri"/>
                <a:ea typeface="Calibri"/>
                <a:cs typeface="Calibri"/>
              </a:defRPr>
            </a:lvl3pPr>
            <a:lvl4pPr algn="ctr">
              <a:defRPr sz="1800" b="1">
                <a:solidFill>
                  <a:srgbClr val="173E4B"/>
                </a:solidFill>
                <a:latin typeface="Calibri"/>
                <a:ea typeface="Calibri"/>
                <a:cs typeface="Calibri"/>
              </a:defRPr>
            </a:lvl4pPr>
            <a:lvl5pPr algn="ctr">
              <a:defRPr sz="1800" b="1">
                <a:solidFill>
                  <a:srgbClr val="173E4B"/>
                </a:solidFill>
                <a:latin typeface="Calibri"/>
                <a:ea typeface="Calibri"/>
                <a:cs typeface="Calibri"/>
              </a:defRPr>
            </a:lvl5pPr>
            <a:lvl6pPr algn="ctr">
              <a:defRPr sz="1800" b="1">
                <a:solidFill>
                  <a:srgbClr val="173E4B"/>
                </a:solidFill>
                <a:latin typeface="Calibri"/>
                <a:ea typeface="Calibri"/>
                <a:cs typeface="Calibri"/>
              </a:defRPr>
            </a:lvl6pPr>
            <a:lvl7pPr algn="ctr">
              <a:defRPr sz="1800" b="1">
                <a:solidFill>
                  <a:srgbClr val="173E4B"/>
                </a:solidFill>
                <a:latin typeface="Calibri"/>
                <a:ea typeface="Calibri"/>
                <a:cs typeface="Calibri"/>
              </a:defRPr>
            </a:lvl7pPr>
            <a:lvl8pPr algn="ctr">
              <a:defRPr sz="1800" b="1">
                <a:solidFill>
                  <a:srgbClr val="173E4B"/>
                </a:solidFill>
                <a:latin typeface="Calibri"/>
                <a:ea typeface="Calibri"/>
                <a:cs typeface="Calibri"/>
              </a:defRPr>
            </a:lvl8pPr>
            <a:lvl9pPr algn="ctr">
              <a:defRPr sz="1800" b="1">
                <a:solidFill>
                  <a:srgbClr val="173E4B"/>
                </a:solidFill>
                <a:latin typeface="Calibri"/>
                <a:ea typeface="Calibri"/>
                <a:cs typeface="Calibri"/>
              </a:defRPr>
            </a:lvl9pPr>
          </a:lstStyle>
          <a:p xmlns:a="http://schemas.openxmlformats.org/drawingml/2006/main">
            <a:pPr algn="ctr">
              <a:defRPr sz="1800" b="1">
                <a:solidFill>
                  <a:srgbClr val="173E4B"/>
                </a:solidFill>
                <a:latin typeface="Calibri"/>
                <a:ea typeface="Calibri"/>
                <a:cs typeface="Calibri"/>
              </a:defRPr>
            </a:pPr>
            <a:r>
              <a:rPr sz="1800" b="1">
                <a:solidFill>
                  <a:srgbClr val="173E4B"/>
                </a:solidFill>
                <a:latin typeface="Calibri"/>
                <a:ea typeface="Calibri"/>
                <a:cs typeface="Calibri"/>
              </a:rPr>
              <a:t>Radiografía</a:t>
            </a:r>
          </a:p>
        </p:txBody>
      </p:sp>
      <p:sp>
        <p:nvSpPr>
          <p:cNvPr id="5" name="concepto-1">
            <a:extLst xmlns:a="http://schemas.openxmlformats.org/drawingml/2006/main">
              <a:ext uri="{FF2B5EF4-FFF2-40B4-BE49-F238E27FC236}">
                <a16:creationId xmlns:a16="http://schemas.microsoft.com/office/drawing/2014/main" id="{391EBB6D-2EB1-40BB-875B-CCFD696CAAF4}"/>
              </a:ext>
            </a:extLst>
          </p:cNvPr>
          <p:cNvSpPr>
            <a:spLocks xmlns:a="http://schemas.openxmlformats.org/drawingml/2006/main" noGrp="1"/>
          </p:cNvSpPr>
          <p:nvPr/>
        </p:nvSpPr>
        <p:spPr>
          <a:xfrm xmlns:a="http://schemas.openxmlformats.org/drawingml/2006/main">
            <a:off x="2804160" y="5772150"/>
            <a:ext cx="208026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73E4B"/>
                </a:solidFill>
                <a:latin typeface="Calibri"/>
                <a:ea typeface="Calibri"/>
                <a:cs typeface="Calibri"/>
              </a:defRPr>
            </a:defPPr>
            <a:lvl1pPr algn="ctr">
              <a:defRPr sz="1800" b="1">
                <a:solidFill>
                  <a:srgbClr val="173E4B"/>
                </a:solidFill>
                <a:latin typeface="Calibri"/>
                <a:ea typeface="Calibri"/>
                <a:cs typeface="Calibri"/>
              </a:defRPr>
            </a:lvl1pPr>
            <a:lvl2pPr algn="ctr">
              <a:defRPr sz="1800" b="1">
                <a:solidFill>
                  <a:srgbClr val="173E4B"/>
                </a:solidFill>
                <a:latin typeface="Calibri"/>
                <a:ea typeface="Calibri"/>
                <a:cs typeface="Calibri"/>
              </a:defRPr>
            </a:lvl2pPr>
            <a:lvl3pPr algn="ctr">
              <a:defRPr sz="1800" b="1">
                <a:solidFill>
                  <a:srgbClr val="173E4B"/>
                </a:solidFill>
                <a:latin typeface="Calibri"/>
                <a:ea typeface="Calibri"/>
                <a:cs typeface="Calibri"/>
              </a:defRPr>
            </a:lvl3pPr>
            <a:lvl4pPr algn="ctr">
              <a:defRPr sz="1800" b="1">
                <a:solidFill>
                  <a:srgbClr val="173E4B"/>
                </a:solidFill>
                <a:latin typeface="Calibri"/>
                <a:ea typeface="Calibri"/>
                <a:cs typeface="Calibri"/>
              </a:defRPr>
            </a:lvl4pPr>
            <a:lvl5pPr algn="ctr">
              <a:defRPr sz="1800" b="1">
                <a:solidFill>
                  <a:srgbClr val="173E4B"/>
                </a:solidFill>
                <a:latin typeface="Calibri"/>
                <a:ea typeface="Calibri"/>
                <a:cs typeface="Calibri"/>
              </a:defRPr>
            </a:lvl5pPr>
            <a:lvl6pPr algn="ctr">
              <a:defRPr sz="1800" b="1">
                <a:solidFill>
                  <a:srgbClr val="173E4B"/>
                </a:solidFill>
                <a:latin typeface="Calibri"/>
                <a:ea typeface="Calibri"/>
                <a:cs typeface="Calibri"/>
              </a:defRPr>
            </a:lvl6pPr>
            <a:lvl7pPr algn="ctr">
              <a:defRPr sz="1800" b="1">
                <a:solidFill>
                  <a:srgbClr val="173E4B"/>
                </a:solidFill>
                <a:latin typeface="Calibri"/>
                <a:ea typeface="Calibri"/>
                <a:cs typeface="Calibri"/>
              </a:defRPr>
            </a:lvl7pPr>
            <a:lvl8pPr algn="ctr">
              <a:defRPr sz="1800" b="1">
                <a:solidFill>
                  <a:srgbClr val="173E4B"/>
                </a:solidFill>
                <a:latin typeface="Calibri"/>
                <a:ea typeface="Calibri"/>
                <a:cs typeface="Calibri"/>
              </a:defRPr>
            </a:lvl8pPr>
            <a:lvl9pPr algn="ctr">
              <a:defRPr sz="1800" b="1">
                <a:solidFill>
                  <a:srgbClr val="173E4B"/>
                </a:solidFill>
                <a:latin typeface="Calibri"/>
                <a:ea typeface="Calibri"/>
                <a:cs typeface="Calibri"/>
              </a:defRPr>
            </a:lvl9pPr>
          </a:lstStyle>
          <a:p xmlns:a="http://schemas.openxmlformats.org/drawingml/2006/main">
            <a:pPr algn="ctr">
              <a:defRPr sz="1800" b="1">
                <a:solidFill>
                  <a:srgbClr val="173E4B"/>
                </a:solidFill>
                <a:latin typeface="Calibri"/>
                <a:ea typeface="Calibri"/>
                <a:cs typeface="Calibri"/>
              </a:defRPr>
            </a:pPr>
            <a:r>
              <a:rPr sz="1800" b="1">
                <a:solidFill>
                  <a:srgbClr val="173E4B"/>
                </a:solidFill>
                <a:latin typeface="Calibri"/>
                <a:ea typeface="Calibri"/>
                <a:cs typeface="Calibri"/>
              </a:rPr>
              <a:t>TC</a:t>
            </a:r>
          </a:p>
        </p:txBody>
      </p:sp>
      <p:sp>
        <p:nvSpPr>
          <p:cNvPr id="6" name="concepto-2">
            <a:extLst xmlns:a="http://schemas.openxmlformats.org/drawingml/2006/main">
              <a:ext uri="{FF2B5EF4-FFF2-40B4-BE49-F238E27FC236}">
                <a16:creationId xmlns:a16="http://schemas.microsoft.com/office/drawing/2014/main" id="{76389AA6-7167-48A6-8BC9-CA14EE6E6785}"/>
              </a:ext>
            </a:extLst>
          </p:cNvPr>
          <p:cNvSpPr>
            <a:spLocks xmlns:a="http://schemas.openxmlformats.org/drawingml/2006/main" noGrp="1"/>
          </p:cNvSpPr>
          <p:nvPr/>
        </p:nvSpPr>
        <p:spPr>
          <a:xfrm xmlns:a="http://schemas.openxmlformats.org/drawingml/2006/main">
            <a:off x="4998720" y="5772150"/>
            <a:ext cx="208026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73E4B"/>
                </a:solidFill>
                <a:latin typeface="Calibri"/>
                <a:ea typeface="Calibri"/>
                <a:cs typeface="Calibri"/>
              </a:defRPr>
            </a:defPPr>
            <a:lvl1pPr algn="ctr">
              <a:defRPr sz="1800" b="1">
                <a:solidFill>
                  <a:srgbClr val="173E4B"/>
                </a:solidFill>
                <a:latin typeface="Calibri"/>
                <a:ea typeface="Calibri"/>
                <a:cs typeface="Calibri"/>
              </a:defRPr>
            </a:lvl1pPr>
            <a:lvl2pPr algn="ctr">
              <a:defRPr sz="1800" b="1">
                <a:solidFill>
                  <a:srgbClr val="173E4B"/>
                </a:solidFill>
                <a:latin typeface="Calibri"/>
                <a:ea typeface="Calibri"/>
                <a:cs typeface="Calibri"/>
              </a:defRPr>
            </a:lvl2pPr>
            <a:lvl3pPr algn="ctr">
              <a:defRPr sz="1800" b="1">
                <a:solidFill>
                  <a:srgbClr val="173E4B"/>
                </a:solidFill>
                <a:latin typeface="Calibri"/>
                <a:ea typeface="Calibri"/>
                <a:cs typeface="Calibri"/>
              </a:defRPr>
            </a:lvl3pPr>
            <a:lvl4pPr algn="ctr">
              <a:defRPr sz="1800" b="1">
                <a:solidFill>
                  <a:srgbClr val="173E4B"/>
                </a:solidFill>
                <a:latin typeface="Calibri"/>
                <a:ea typeface="Calibri"/>
                <a:cs typeface="Calibri"/>
              </a:defRPr>
            </a:lvl4pPr>
            <a:lvl5pPr algn="ctr">
              <a:defRPr sz="1800" b="1">
                <a:solidFill>
                  <a:srgbClr val="173E4B"/>
                </a:solidFill>
                <a:latin typeface="Calibri"/>
                <a:ea typeface="Calibri"/>
                <a:cs typeface="Calibri"/>
              </a:defRPr>
            </a:lvl5pPr>
            <a:lvl6pPr algn="ctr">
              <a:defRPr sz="1800" b="1">
                <a:solidFill>
                  <a:srgbClr val="173E4B"/>
                </a:solidFill>
                <a:latin typeface="Calibri"/>
                <a:ea typeface="Calibri"/>
                <a:cs typeface="Calibri"/>
              </a:defRPr>
            </a:lvl6pPr>
            <a:lvl7pPr algn="ctr">
              <a:defRPr sz="1800" b="1">
                <a:solidFill>
                  <a:srgbClr val="173E4B"/>
                </a:solidFill>
                <a:latin typeface="Calibri"/>
                <a:ea typeface="Calibri"/>
                <a:cs typeface="Calibri"/>
              </a:defRPr>
            </a:lvl7pPr>
            <a:lvl8pPr algn="ctr">
              <a:defRPr sz="1800" b="1">
                <a:solidFill>
                  <a:srgbClr val="173E4B"/>
                </a:solidFill>
                <a:latin typeface="Calibri"/>
                <a:ea typeface="Calibri"/>
                <a:cs typeface="Calibri"/>
              </a:defRPr>
            </a:lvl8pPr>
            <a:lvl9pPr algn="ctr">
              <a:defRPr sz="1800" b="1">
                <a:solidFill>
                  <a:srgbClr val="173E4B"/>
                </a:solidFill>
                <a:latin typeface="Calibri"/>
                <a:ea typeface="Calibri"/>
                <a:cs typeface="Calibri"/>
              </a:defRPr>
            </a:lvl9pPr>
          </a:lstStyle>
          <a:p xmlns:a="http://schemas.openxmlformats.org/drawingml/2006/main">
            <a:pPr algn="ctr">
              <a:defRPr sz="1800" b="1">
                <a:solidFill>
                  <a:srgbClr val="173E4B"/>
                </a:solidFill>
                <a:latin typeface="Calibri"/>
                <a:ea typeface="Calibri"/>
                <a:cs typeface="Calibri"/>
              </a:defRPr>
            </a:pPr>
            <a:r>
              <a:rPr sz="1800" b="1">
                <a:solidFill>
                  <a:srgbClr val="173E4B"/>
                </a:solidFill>
                <a:latin typeface="Calibri"/>
                <a:ea typeface="Calibri"/>
                <a:cs typeface="Calibri"/>
              </a:rPr>
              <a:t>RM</a:t>
            </a:r>
          </a:p>
        </p:txBody>
      </p:sp>
      <p:sp>
        <p:nvSpPr>
          <p:cNvPr id="7" name="concepto-3">
            <a:extLst xmlns:a="http://schemas.openxmlformats.org/drawingml/2006/main">
              <a:ext uri="{FF2B5EF4-FFF2-40B4-BE49-F238E27FC236}">
                <a16:creationId xmlns:a16="http://schemas.microsoft.com/office/drawing/2014/main" id="{0BD6D708-AAC7-4389-93CC-39516B0EC8D7}"/>
              </a:ext>
            </a:extLst>
          </p:cNvPr>
          <p:cNvSpPr>
            <a:spLocks xmlns:a="http://schemas.openxmlformats.org/drawingml/2006/main" noGrp="1"/>
          </p:cNvSpPr>
          <p:nvPr/>
        </p:nvSpPr>
        <p:spPr>
          <a:xfrm xmlns:a="http://schemas.openxmlformats.org/drawingml/2006/main">
            <a:off x="7193280" y="5772150"/>
            <a:ext cx="208026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73E4B"/>
                </a:solidFill>
                <a:latin typeface="Calibri"/>
                <a:ea typeface="Calibri"/>
                <a:cs typeface="Calibri"/>
              </a:defRPr>
            </a:defPPr>
            <a:lvl1pPr algn="ctr">
              <a:defRPr sz="1800" b="1">
                <a:solidFill>
                  <a:srgbClr val="173E4B"/>
                </a:solidFill>
                <a:latin typeface="Calibri"/>
                <a:ea typeface="Calibri"/>
                <a:cs typeface="Calibri"/>
              </a:defRPr>
            </a:lvl1pPr>
            <a:lvl2pPr algn="ctr">
              <a:defRPr sz="1800" b="1">
                <a:solidFill>
                  <a:srgbClr val="173E4B"/>
                </a:solidFill>
                <a:latin typeface="Calibri"/>
                <a:ea typeface="Calibri"/>
                <a:cs typeface="Calibri"/>
              </a:defRPr>
            </a:lvl2pPr>
            <a:lvl3pPr algn="ctr">
              <a:defRPr sz="1800" b="1">
                <a:solidFill>
                  <a:srgbClr val="173E4B"/>
                </a:solidFill>
                <a:latin typeface="Calibri"/>
                <a:ea typeface="Calibri"/>
                <a:cs typeface="Calibri"/>
              </a:defRPr>
            </a:lvl3pPr>
            <a:lvl4pPr algn="ctr">
              <a:defRPr sz="1800" b="1">
                <a:solidFill>
                  <a:srgbClr val="173E4B"/>
                </a:solidFill>
                <a:latin typeface="Calibri"/>
                <a:ea typeface="Calibri"/>
                <a:cs typeface="Calibri"/>
              </a:defRPr>
            </a:lvl4pPr>
            <a:lvl5pPr algn="ctr">
              <a:defRPr sz="1800" b="1">
                <a:solidFill>
                  <a:srgbClr val="173E4B"/>
                </a:solidFill>
                <a:latin typeface="Calibri"/>
                <a:ea typeface="Calibri"/>
                <a:cs typeface="Calibri"/>
              </a:defRPr>
            </a:lvl5pPr>
            <a:lvl6pPr algn="ctr">
              <a:defRPr sz="1800" b="1">
                <a:solidFill>
                  <a:srgbClr val="173E4B"/>
                </a:solidFill>
                <a:latin typeface="Calibri"/>
                <a:ea typeface="Calibri"/>
                <a:cs typeface="Calibri"/>
              </a:defRPr>
            </a:lvl6pPr>
            <a:lvl7pPr algn="ctr">
              <a:defRPr sz="1800" b="1">
                <a:solidFill>
                  <a:srgbClr val="173E4B"/>
                </a:solidFill>
                <a:latin typeface="Calibri"/>
                <a:ea typeface="Calibri"/>
                <a:cs typeface="Calibri"/>
              </a:defRPr>
            </a:lvl7pPr>
            <a:lvl8pPr algn="ctr">
              <a:defRPr sz="1800" b="1">
                <a:solidFill>
                  <a:srgbClr val="173E4B"/>
                </a:solidFill>
                <a:latin typeface="Calibri"/>
                <a:ea typeface="Calibri"/>
                <a:cs typeface="Calibri"/>
              </a:defRPr>
            </a:lvl8pPr>
            <a:lvl9pPr algn="ctr">
              <a:defRPr sz="1800" b="1">
                <a:solidFill>
                  <a:srgbClr val="173E4B"/>
                </a:solidFill>
                <a:latin typeface="Calibri"/>
                <a:ea typeface="Calibri"/>
                <a:cs typeface="Calibri"/>
              </a:defRPr>
            </a:lvl9pPr>
          </a:lstStyle>
          <a:p xmlns:a="http://schemas.openxmlformats.org/drawingml/2006/main">
            <a:pPr algn="ctr">
              <a:defRPr sz="1800" b="1">
                <a:solidFill>
                  <a:srgbClr val="173E4B"/>
                </a:solidFill>
                <a:latin typeface="Calibri"/>
                <a:ea typeface="Calibri"/>
                <a:cs typeface="Calibri"/>
              </a:defRPr>
            </a:pPr>
            <a:r>
              <a:rPr sz="1800" b="1">
                <a:solidFill>
                  <a:srgbClr val="173E4B"/>
                </a:solidFill>
                <a:latin typeface="Calibri"/>
                <a:ea typeface="Calibri"/>
                <a:cs typeface="Calibri"/>
              </a:rPr>
              <a:t>Ecografía</a:t>
            </a:r>
          </a:p>
        </p:txBody>
      </p:sp>
      <p:sp>
        <p:nvSpPr>
          <p:cNvPr id="8" name="concepto-4">
            <a:extLst xmlns:a="http://schemas.openxmlformats.org/drawingml/2006/main">
              <a:ext uri="{FF2B5EF4-FFF2-40B4-BE49-F238E27FC236}">
                <a16:creationId xmlns:a16="http://schemas.microsoft.com/office/drawing/2014/main" id="{722A24D2-A3BC-49A5-B1D0-6C8184209463}"/>
              </a:ext>
            </a:extLst>
          </p:cNvPr>
          <p:cNvSpPr>
            <a:spLocks xmlns:a="http://schemas.openxmlformats.org/drawingml/2006/main" noGrp="1"/>
          </p:cNvSpPr>
          <p:nvPr/>
        </p:nvSpPr>
        <p:spPr>
          <a:xfrm xmlns:a="http://schemas.openxmlformats.org/drawingml/2006/main">
            <a:off x="9387840" y="5772150"/>
            <a:ext cx="208026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73E4B"/>
                </a:solidFill>
                <a:latin typeface="Calibri"/>
                <a:ea typeface="Calibri"/>
                <a:cs typeface="Calibri"/>
              </a:defRPr>
            </a:defPPr>
            <a:lvl1pPr algn="ctr">
              <a:defRPr sz="1800" b="1">
                <a:solidFill>
                  <a:srgbClr val="173E4B"/>
                </a:solidFill>
                <a:latin typeface="Calibri"/>
                <a:ea typeface="Calibri"/>
                <a:cs typeface="Calibri"/>
              </a:defRPr>
            </a:lvl1pPr>
            <a:lvl2pPr algn="ctr">
              <a:defRPr sz="1800" b="1">
                <a:solidFill>
                  <a:srgbClr val="173E4B"/>
                </a:solidFill>
                <a:latin typeface="Calibri"/>
                <a:ea typeface="Calibri"/>
                <a:cs typeface="Calibri"/>
              </a:defRPr>
            </a:lvl2pPr>
            <a:lvl3pPr algn="ctr">
              <a:defRPr sz="1800" b="1">
                <a:solidFill>
                  <a:srgbClr val="173E4B"/>
                </a:solidFill>
                <a:latin typeface="Calibri"/>
                <a:ea typeface="Calibri"/>
                <a:cs typeface="Calibri"/>
              </a:defRPr>
            </a:lvl3pPr>
            <a:lvl4pPr algn="ctr">
              <a:defRPr sz="1800" b="1">
                <a:solidFill>
                  <a:srgbClr val="173E4B"/>
                </a:solidFill>
                <a:latin typeface="Calibri"/>
                <a:ea typeface="Calibri"/>
                <a:cs typeface="Calibri"/>
              </a:defRPr>
            </a:lvl4pPr>
            <a:lvl5pPr algn="ctr">
              <a:defRPr sz="1800" b="1">
                <a:solidFill>
                  <a:srgbClr val="173E4B"/>
                </a:solidFill>
                <a:latin typeface="Calibri"/>
                <a:ea typeface="Calibri"/>
                <a:cs typeface="Calibri"/>
              </a:defRPr>
            </a:lvl5pPr>
            <a:lvl6pPr algn="ctr">
              <a:defRPr sz="1800" b="1">
                <a:solidFill>
                  <a:srgbClr val="173E4B"/>
                </a:solidFill>
                <a:latin typeface="Calibri"/>
                <a:ea typeface="Calibri"/>
                <a:cs typeface="Calibri"/>
              </a:defRPr>
            </a:lvl6pPr>
            <a:lvl7pPr algn="ctr">
              <a:defRPr sz="1800" b="1">
                <a:solidFill>
                  <a:srgbClr val="173E4B"/>
                </a:solidFill>
                <a:latin typeface="Calibri"/>
                <a:ea typeface="Calibri"/>
                <a:cs typeface="Calibri"/>
              </a:defRPr>
            </a:lvl7pPr>
            <a:lvl8pPr algn="ctr">
              <a:defRPr sz="1800" b="1">
                <a:solidFill>
                  <a:srgbClr val="173E4B"/>
                </a:solidFill>
                <a:latin typeface="Calibri"/>
                <a:ea typeface="Calibri"/>
                <a:cs typeface="Calibri"/>
              </a:defRPr>
            </a:lvl8pPr>
            <a:lvl9pPr algn="ctr">
              <a:defRPr sz="1800" b="1">
                <a:solidFill>
                  <a:srgbClr val="173E4B"/>
                </a:solidFill>
                <a:latin typeface="Calibri"/>
                <a:ea typeface="Calibri"/>
                <a:cs typeface="Calibri"/>
              </a:defRPr>
            </a:lvl9pPr>
          </a:lstStyle>
          <a:p xmlns:a="http://schemas.openxmlformats.org/drawingml/2006/main">
            <a:pPr algn="ctr">
              <a:defRPr sz="1800" b="1">
                <a:solidFill>
                  <a:srgbClr val="173E4B"/>
                </a:solidFill>
                <a:latin typeface="Calibri"/>
                <a:ea typeface="Calibri"/>
                <a:cs typeface="Calibri"/>
              </a:defRPr>
            </a:pPr>
            <a:r>
              <a:rPr sz="1800" b="1">
                <a:solidFill>
                  <a:srgbClr val="173E4B"/>
                </a:solidFill>
                <a:latin typeface="Calibri"/>
                <a:ea typeface="Calibri"/>
                <a:cs typeface="Calibri"/>
              </a:rPr>
              <a:t>PET</a:t>
            </a:r>
          </a:p>
        </p:txBody>
      </p:sp>
      <p:sp>
        <p:nvSpPr>
          <p:cNvPr id="9" name="banda-idea">
            <a:extLst xmlns:a="http://schemas.openxmlformats.org/drawingml/2006/main">
              <a:ext uri="{FF2B5EF4-FFF2-40B4-BE49-F238E27FC236}">
                <a16:creationId xmlns:a16="http://schemas.microsoft.com/office/drawing/2014/main" id="{ACAABC59-3A41-4397-8D80-23883D1F4010}"/>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clave">
            <a:extLst xmlns:a="http://schemas.openxmlformats.org/drawingml/2006/main">
              <a:ext uri="{FF2B5EF4-FFF2-40B4-BE49-F238E27FC236}">
                <a16:creationId xmlns:a16="http://schemas.microsoft.com/office/drawing/2014/main" id="{95245B27-A36D-49D2-9900-E291007CA360}"/>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técnica de imagen determina qué estructura o actividad podemos observar.</a:t>
            </a:r>
          </a:p>
        </p:txBody>
      </p:sp>
      <p:sp>
        <p:nvSpPr>
          <p:cNvPr id="11" name="numero">
            <a:extLst xmlns:a="http://schemas.openxmlformats.org/drawingml/2006/main">
              <a:ext uri="{FF2B5EF4-FFF2-40B4-BE49-F238E27FC236}">
                <a16:creationId xmlns:a16="http://schemas.microsoft.com/office/drawing/2014/main" id="{F155132B-8E6F-42AF-94AA-3D8094EF6962}"/>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24</a:t>
            </a:r>
          </a:p>
        </p:txBody>
      </p:sp>
    </p:spTree>
    <p:extLst>
      <p:ext uri="{BB962C8B-B14F-4D97-AF65-F5344CB8AC3E}">
        <p14:creationId xmlns:p14="http://schemas.microsoft.com/office/powerpoint/2010/main" val="79489757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4B7B61DF-A3A2-4D8A-95F0-C05B2C0740B1}"/>
              </a:ext>
            </a:extLst>
          </p:cNvPr>
          <p:cNvPicPr>
            <a:picLocks xmlns:a="http://schemas.openxmlformats.org/drawingml/2006/main" noChangeAspect="1"/>
          </p:cNvPicPr>
          <p:nvPr/>
        </p:nvPicPr>
        <p:blipFill>
          <a:blip xmlns:r="http://schemas.openxmlformats.org/officeDocument/2006/relationships" xmlns:a="http://schemas.openxmlformats.org/drawingml/2006/main" r:embed="Rc8ad8c8790c449d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CF1DFCAD-F1BF-4501-AD97-5BDC7960C195}"/>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Rayos X y cortes</a:t>
            </a:r>
          </a:p>
        </p:txBody>
      </p:sp>
      <p:pic>
        <p:nvPicPr>
          <p:cNvPr id="3" name="">
            <a:extLst xmlns:a="http://schemas.openxmlformats.org/drawingml/2006/main">
              <a:ext uri="{FF2B5EF4-FFF2-40B4-BE49-F238E27FC236}">
                <a16:creationId xmlns:a16="http://schemas.microsoft.com/office/drawing/2014/main" id="{A51D93DF-4FCC-427D-B881-368BEB37F07C}"/>
              </a:ext>
            </a:extLst>
          </p:cNvPr>
          <p:cNvPicPr>
            <a:picLocks xmlns:a="http://schemas.openxmlformats.org/drawingml/2006/main" noChangeAspect="1"/>
          </p:cNvPicPr>
          <p:nvPr/>
        </p:nvPicPr>
        <p:blipFill>
          <a:blip xmlns:r="http://schemas.openxmlformats.org/officeDocument/2006/relationships" xmlns:a="http://schemas.openxmlformats.org/drawingml/2006/main" r:embed="Rdba6915a174a4696"/>
          <a:stretch xmlns:a="http://schemas.openxmlformats.org/drawingml/2006/main"/>
        </p:blipFill>
        <p:spPr>
          <a:xfrm xmlns:a="http://schemas.openxmlformats.org/drawingml/2006/main">
            <a:off x="1655072" y="1333500"/>
            <a:ext cx="1452355" cy="2000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2AB03103-F15C-4E70-929C-DB1192830A3E}"/>
              </a:ext>
            </a:extLst>
          </p:cNvPr>
          <p:cNvPicPr>
            <a:picLocks xmlns:a="http://schemas.openxmlformats.org/drawingml/2006/main" noChangeAspect="1"/>
          </p:cNvPicPr>
          <p:nvPr/>
        </p:nvPicPr>
        <p:blipFill>
          <a:blip xmlns:r="http://schemas.openxmlformats.org/officeDocument/2006/relationships" xmlns:a="http://schemas.openxmlformats.org/drawingml/2006/main" r:embed="R449c977af12f4f2d"/>
          <a:stretch xmlns:a="http://schemas.openxmlformats.org/drawingml/2006/main"/>
        </p:blipFill>
        <p:spPr>
          <a:xfrm xmlns:a="http://schemas.openxmlformats.org/drawingml/2006/main">
            <a:off x="4589550" y="1333500"/>
            <a:ext cx="2822400" cy="2000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F0566B3F-C9C3-4685-98CA-C200B4D9D857}"/>
              </a:ext>
            </a:extLst>
          </p:cNvPr>
          <p:cNvPicPr>
            <a:picLocks xmlns:a="http://schemas.openxmlformats.org/drawingml/2006/main" noChangeAspect="1"/>
          </p:cNvPicPr>
          <p:nvPr/>
        </p:nvPicPr>
        <p:blipFill>
          <a:blip xmlns:r="http://schemas.openxmlformats.org/officeDocument/2006/relationships" xmlns:a="http://schemas.openxmlformats.org/drawingml/2006/main" r:embed="R52cfde06b4dd43ec"/>
          <a:stretch xmlns:a="http://schemas.openxmlformats.org/drawingml/2006/main"/>
        </p:blipFill>
        <p:spPr>
          <a:xfrm xmlns:a="http://schemas.openxmlformats.org/drawingml/2006/main">
            <a:off x="8864846" y="1333500"/>
            <a:ext cx="1510807" cy="2000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6BB675E-070F-4B56-9CDF-9631033AD91A}"/>
              </a:ext>
            </a:extLst>
          </p:cNvPr>
          <p:cNvPicPr>
            <a:picLocks xmlns:a="http://schemas.openxmlformats.org/drawingml/2006/main" noChangeAspect="1"/>
          </p:cNvPicPr>
          <p:nvPr/>
        </p:nvPicPr>
        <p:blipFill>
          <a:blip xmlns:r="http://schemas.openxmlformats.org/officeDocument/2006/relationships" xmlns:a="http://schemas.openxmlformats.org/drawingml/2006/main" r:embed="Rdde5e0827f1641ad"/>
          <a:stretch xmlns:a="http://schemas.openxmlformats.org/drawingml/2006/main"/>
        </p:blipFill>
        <p:spPr>
          <a:xfrm xmlns:a="http://schemas.openxmlformats.org/drawingml/2006/main">
            <a:off x="1525834" y="3467100"/>
            <a:ext cx="1710832" cy="20002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90340318-D984-414C-B3E2-E0F7BD4CACA0}"/>
              </a:ext>
            </a:extLst>
          </p:cNvPr>
          <p:cNvPicPr>
            <a:picLocks xmlns:a="http://schemas.openxmlformats.org/drawingml/2006/main" noChangeAspect="1"/>
          </p:cNvPicPr>
          <p:nvPr/>
        </p:nvPicPr>
        <p:blipFill>
          <a:blip xmlns:r="http://schemas.openxmlformats.org/officeDocument/2006/relationships" xmlns:a="http://schemas.openxmlformats.org/drawingml/2006/main" r:embed="R89a6c3588e914fd5"/>
          <a:stretch xmlns:a="http://schemas.openxmlformats.org/drawingml/2006/main"/>
        </p:blipFill>
        <p:spPr>
          <a:xfrm xmlns:a="http://schemas.openxmlformats.org/drawingml/2006/main">
            <a:off x="5089583" y="3467100"/>
            <a:ext cx="1822335" cy="2000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D67C28F-4603-425D-BF9B-DC89D31EA1D1}"/>
              </a:ext>
            </a:extLst>
          </p:cNvPr>
          <p:cNvPicPr>
            <a:picLocks xmlns:a="http://schemas.openxmlformats.org/drawingml/2006/main" noChangeAspect="1"/>
          </p:cNvPicPr>
          <p:nvPr/>
        </p:nvPicPr>
        <p:blipFill>
          <a:blip xmlns:r="http://schemas.openxmlformats.org/officeDocument/2006/relationships" xmlns:a="http://schemas.openxmlformats.org/drawingml/2006/main" r:embed="R405e8794cfda44ec"/>
          <a:stretch xmlns:a="http://schemas.openxmlformats.org/drawingml/2006/main"/>
        </p:blipFill>
        <p:spPr>
          <a:xfrm xmlns:a="http://schemas.openxmlformats.org/drawingml/2006/main">
            <a:off x="8117330" y="3467100"/>
            <a:ext cx="3005840" cy="2000250"/>
          </a:xfrm>
          <a:prstGeom xmlns:a="http://schemas.openxmlformats.org/drawingml/2006/main" prst="rect">
            <a:avLst/>
          </a:prstGeom>
        </p:spPr>
      </p:pic>
      <p:sp>
        <p:nvSpPr>
          <p:cNvPr id="9" name="concepto-0">
            <a:extLst xmlns:a="http://schemas.openxmlformats.org/drawingml/2006/main">
              <a:ext uri="{FF2B5EF4-FFF2-40B4-BE49-F238E27FC236}">
                <a16:creationId xmlns:a16="http://schemas.microsoft.com/office/drawing/2014/main" id="{72802631-6F4A-4327-998C-6D408FC2F42F}"/>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Radiografía</a:t>
            </a:r>
          </a:p>
        </p:txBody>
      </p:sp>
      <p:sp>
        <p:nvSpPr>
          <p:cNvPr id="10" name="concepto-1">
            <a:extLst xmlns:a="http://schemas.openxmlformats.org/drawingml/2006/main">
              <a:ext uri="{FF2B5EF4-FFF2-40B4-BE49-F238E27FC236}">
                <a16:creationId xmlns:a16="http://schemas.microsoft.com/office/drawing/2014/main" id="{25C3FD0F-C0DB-4246-AD5D-B7D0E3A6FD3F}"/>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Contraste</a:t>
            </a:r>
          </a:p>
        </p:txBody>
      </p:sp>
      <p:sp>
        <p:nvSpPr>
          <p:cNvPr id="11" name="concepto-2">
            <a:extLst xmlns:a="http://schemas.openxmlformats.org/drawingml/2006/main">
              <a:ext uri="{FF2B5EF4-FFF2-40B4-BE49-F238E27FC236}">
                <a16:creationId xmlns:a16="http://schemas.microsoft.com/office/drawing/2014/main" id="{C43DE25A-A72E-43F8-8440-A921B0B83C85}"/>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Tomografía computarizada</a:t>
            </a:r>
          </a:p>
        </p:txBody>
      </p:sp>
      <p:sp>
        <p:nvSpPr>
          <p:cNvPr id="12" name="banda-idea">
            <a:extLst xmlns:a="http://schemas.openxmlformats.org/drawingml/2006/main">
              <a:ext uri="{FF2B5EF4-FFF2-40B4-BE49-F238E27FC236}">
                <a16:creationId xmlns:a16="http://schemas.microsoft.com/office/drawing/2014/main" id="{E3005723-75DE-468A-874F-17ABF1A2E6F2}"/>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idea-clave">
            <a:extLst xmlns:a="http://schemas.openxmlformats.org/drawingml/2006/main">
              <a:ext uri="{FF2B5EF4-FFF2-40B4-BE49-F238E27FC236}">
                <a16:creationId xmlns:a16="http://schemas.microsoft.com/office/drawing/2014/main" id="{C7A16671-C4CA-4292-839D-751C997382EC}"/>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Radiografía: proyección · TC: cortes reconstruidos con rayos X.</a:t>
            </a:r>
          </a:p>
        </p:txBody>
      </p:sp>
      <p:sp>
        <p:nvSpPr>
          <p:cNvPr id="14" name="numero">
            <a:extLst xmlns:a="http://schemas.openxmlformats.org/drawingml/2006/main">
              <a:ext uri="{FF2B5EF4-FFF2-40B4-BE49-F238E27FC236}">
                <a16:creationId xmlns:a16="http://schemas.microsoft.com/office/drawing/2014/main" id="{098CE439-D8FE-4F44-8695-67BAACEF5507}"/>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25</a:t>
            </a:r>
          </a:p>
        </p:txBody>
      </p:sp>
    </p:spTree>
    <p:extLst>
      <p:ext uri="{BB962C8B-B14F-4D97-AF65-F5344CB8AC3E}">
        <p14:creationId xmlns:p14="http://schemas.microsoft.com/office/powerpoint/2010/main" val="19542750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E1FD258-42C0-481B-AF94-375DC8607B3A}"/>
              </a:ext>
            </a:extLst>
          </p:cNvPr>
          <p:cNvPicPr>
            <a:picLocks xmlns:a="http://schemas.openxmlformats.org/drawingml/2006/main" noChangeAspect="1"/>
          </p:cNvPicPr>
          <p:nvPr/>
        </p:nvPicPr>
        <p:blipFill>
          <a:blip xmlns:r="http://schemas.openxmlformats.org/officeDocument/2006/relationships" xmlns:a="http://schemas.openxmlformats.org/drawingml/2006/main" r:embed="R2d5641ba63a0442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CB5BA938-3B3F-4D51-98DE-5FECEBEB90C4}"/>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Estructura y actividad</a:t>
            </a:r>
          </a:p>
        </p:txBody>
      </p:sp>
      <p:pic>
        <p:nvPicPr>
          <p:cNvPr id="3" name="">
            <a:extLst xmlns:a="http://schemas.openxmlformats.org/drawingml/2006/main">
              <a:ext uri="{FF2B5EF4-FFF2-40B4-BE49-F238E27FC236}">
                <a16:creationId xmlns:a16="http://schemas.microsoft.com/office/drawing/2014/main" id="{7796D51E-8547-4946-8975-263AAAED0CE8}"/>
              </a:ext>
            </a:extLst>
          </p:cNvPr>
          <p:cNvPicPr>
            <a:picLocks xmlns:a="http://schemas.openxmlformats.org/drawingml/2006/main" noChangeAspect="1"/>
          </p:cNvPicPr>
          <p:nvPr/>
        </p:nvPicPr>
        <p:blipFill>
          <a:blip xmlns:r="http://schemas.openxmlformats.org/officeDocument/2006/relationships" xmlns:a="http://schemas.openxmlformats.org/drawingml/2006/main" r:embed="R6243c83c453c49f7"/>
          <a:stretch xmlns:a="http://schemas.openxmlformats.org/drawingml/2006/main"/>
        </p:blipFill>
        <p:spPr>
          <a:xfrm xmlns:a="http://schemas.openxmlformats.org/drawingml/2006/main">
            <a:off x="1604322" y="1333500"/>
            <a:ext cx="1553857" cy="2000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4AF3F590-C4A8-4C7A-94FD-DC8C37B4B266}"/>
              </a:ext>
            </a:extLst>
          </p:cNvPr>
          <p:cNvPicPr>
            <a:picLocks xmlns:a="http://schemas.openxmlformats.org/drawingml/2006/main" noChangeAspect="1"/>
          </p:cNvPicPr>
          <p:nvPr/>
        </p:nvPicPr>
        <p:blipFill>
          <a:blip xmlns:r="http://schemas.openxmlformats.org/officeDocument/2006/relationships" xmlns:a="http://schemas.openxmlformats.org/drawingml/2006/main" r:embed="R67c6ad4cd6ea4344"/>
          <a:stretch xmlns:a="http://schemas.openxmlformats.org/drawingml/2006/main"/>
        </p:blipFill>
        <p:spPr>
          <a:xfrm xmlns:a="http://schemas.openxmlformats.org/drawingml/2006/main">
            <a:off x="4544046" y="1333500"/>
            <a:ext cx="2913408" cy="2000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309E00E-545B-44E7-A004-49824D09A14A}"/>
              </a:ext>
            </a:extLst>
          </p:cNvPr>
          <p:cNvPicPr>
            <a:picLocks xmlns:a="http://schemas.openxmlformats.org/drawingml/2006/main" noChangeAspect="1"/>
          </p:cNvPicPr>
          <p:nvPr/>
        </p:nvPicPr>
        <p:blipFill>
          <a:blip xmlns:r="http://schemas.openxmlformats.org/officeDocument/2006/relationships" xmlns:a="http://schemas.openxmlformats.org/drawingml/2006/main" r:embed="R1a65719ffd0441e8"/>
          <a:stretch xmlns:a="http://schemas.openxmlformats.org/drawingml/2006/main"/>
        </p:blipFill>
        <p:spPr>
          <a:xfrm xmlns:a="http://schemas.openxmlformats.org/drawingml/2006/main">
            <a:off x="8286251" y="1333500"/>
            <a:ext cx="2667998" cy="2000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22B552B-3CD0-487C-879E-369AB80C7B65}"/>
              </a:ext>
            </a:extLst>
          </p:cNvPr>
          <p:cNvPicPr>
            <a:picLocks xmlns:a="http://schemas.openxmlformats.org/drawingml/2006/main" noChangeAspect="1"/>
          </p:cNvPicPr>
          <p:nvPr/>
        </p:nvPicPr>
        <p:blipFill>
          <a:blip xmlns:r="http://schemas.openxmlformats.org/officeDocument/2006/relationships" xmlns:a="http://schemas.openxmlformats.org/drawingml/2006/main" r:embed="R3fe26eb910c54e1d"/>
          <a:stretch xmlns:a="http://schemas.openxmlformats.org/drawingml/2006/main"/>
        </p:blipFill>
        <p:spPr>
          <a:xfrm xmlns:a="http://schemas.openxmlformats.org/drawingml/2006/main">
            <a:off x="2476500" y="3806151"/>
            <a:ext cx="3429000" cy="1322147"/>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39FC2A66-E679-4C7B-AAA3-CBFE9A60BFCF}"/>
              </a:ext>
            </a:extLst>
          </p:cNvPr>
          <p:cNvPicPr>
            <a:picLocks xmlns:a="http://schemas.openxmlformats.org/drawingml/2006/main" noChangeAspect="1"/>
          </p:cNvPicPr>
          <p:nvPr/>
        </p:nvPicPr>
        <p:blipFill>
          <a:blip xmlns:r="http://schemas.openxmlformats.org/officeDocument/2006/relationships" xmlns:a="http://schemas.openxmlformats.org/drawingml/2006/main" r:embed="R24c043ea21024f3e"/>
          <a:stretch xmlns:a="http://schemas.openxmlformats.org/drawingml/2006/main"/>
        </p:blipFill>
        <p:spPr>
          <a:xfrm xmlns:a="http://schemas.openxmlformats.org/drawingml/2006/main">
            <a:off x="6215273" y="3467100"/>
            <a:ext cx="3190455" cy="2000250"/>
          </a:xfrm>
          <a:prstGeom xmlns:a="http://schemas.openxmlformats.org/drawingml/2006/main" prst="rect">
            <a:avLst/>
          </a:prstGeom>
        </p:spPr>
      </p:pic>
      <p:sp>
        <p:nvSpPr>
          <p:cNvPr id="8" name="concepto-0">
            <a:extLst xmlns:a="http://schemas.openxmlformats.org/drawingml/2006/main">
              <a:ext uri="{FF2B5EF4-FFF2-40B4-BE49-F238E27FC236}">
                <a16:creationId xmlns:a16="http://schemas.microsoft.com/office/drawing/2014/main" id="{5067CDD6-E87A-434E-BA58-53331AA599B5}"/>
              </a:ext>
            </a:extLst>
          </p:cNvPr>
          <p:cNvSpPr>
            <a:spLocks xmlns:a="http://schemas.openxmlformats.org/drawingml/2006/main" noGrp="1"/>
          </p:cNvSpPr>
          <p:nvPr/>
        </p:nvSpPr>
        <p:spPr>
          <a:xfrm xmlns:a="http://schemas.openxmlformats.org/drawingml/2006/main">
            <a:off x="6096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PET: actividad metabólica</a:t>
            </a:r>
          </a:p>
        </p:txBody>
      </p:sp>
      <p:sp>
        <p:nvSpPr>
          <p:cNvPr id="9" name="concepto-1">
            <a:extLst xmlns:a="http://schemas.openxmlformats.org/drawingml/2006/main">
              <a:ext uri="{FF2B5EF4-FFF2-40B4-BE49-F238E27FC236}">
                <a16:creationId xmlns:a16="http://schemas.microsoft.com/office/drawing/2014/main" id="{415CB3D6-C5E3-4A97-9C44-C3D1BD784370}"/>
              </a:ext>
            </a:extLst>
          </p:cNvPr>
          <p:cNvSpPr>
            <a:spLocks xmlns:a="http://schemas.openxmlformats.org/drawingml/2006/main" noGrp="1"/>
          </p:cNvSpPr>
          <p:nvPr/>
        </p:nvSpPr>
        <p:spPr>
          <a:xfrm xmlns:a="http://schemas.openxmlformats.org/drawingml/2006/main">
            <a:off x="60960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RM: estructuras internas</a:t>
            </a:r>
          </a:p>
        </p:txBody>
      </p:sp>
      <p:sp>
        <p:nvSpPr>
          <p:cNvPr id="10" name="banda-idea">
            <a:extLst xmlns:a="http://schemas.openxmlformats.org/drawingml/2006/main">
              <a:ext uri="{FF2B5EF4-FFF2-40B4-BE49-F238E27FC236}">
                <a16:creationId xmlns:a16="http://schemas.microsoft.com/office/drawing/2014/main" id="{DAC1DC93-CB17-4EF0-8520-7BFE8D528404}"/>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idea-clave">
            <a:extLst xmlns:a="http://schemas.openxmlformats.org/drawingml/2006/main">
              <a:ext uri="{FF2B5EF4-FFF2-40B4-BE49-F238E27FC236}">
                <a16:creationId xmlns:a16="http://schemas.microsoft.com/office/drawing/2014/main" id="{B8EF0ACF-F118-4AFA-A4CF-574241C47021}"/>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PET: información metabólica · RM: imagen mediante campo magnético y radiofrecuencia.</a:t>
            </a:r>
          </a:p>
        </p:txBody>
      </p:sp>
      <p:sp>
        <p:nvSpPr>
          <p:cNvPr id="12" name="numero">
            <a:extLst xmlns:a="http://schemas.openxmlformats.org/drawingml/2006/main">
              <a:ext uri="{FF2B5EF4-FFF2-40B4-BE49-F238E27FC236}">
                <a16:creationId xmlns:a16="http://schemas.microsoft.com/office/drawing/2014/main" id="{9C761BDC-4B5C-4CB6-81BF-6036B6E50A7A}"/>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26</a:t>
            </a:r>
          </a:p>
        </p:txBody>
      </p:sp>
    </p:spTree>
    <p:extLst>
      <p:ext uri="{BB962C8B-B14F-4D97-AF65-F5344CB8AC3E}">
        <p14:creationId xmlns:p14="http://schemas.microsoft.com/office/powerpoint/2010/main" val="152595685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B28FFF5-FBEA-4489-8662-7F4D8F130A69}"/>
              </a:ext>
            </a:extLst>
          </p:cNvPr>
          <p:cNvPicPr>
            <a:picLocks xmlns:a="http://schemas.openxmlformats.org/drawingml/2006/main" noChangeAspect="1"/>
          </p:cNvPicPr>
          <p:nvPr/>
        </p:nvPicPr>
        <p:blipFill>
          <a:blip xmlns:r="http://schemas.openxmlformats.org/officeDocument/2006/relationships" xmlns:a="http://schemas.openxmlformats.org/drawingml/2006/main" r:embed="R9d6a145a1f9f4c8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A9A0E1BC-7488-4AB8-81C0-DE617111B66A}"/>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Ecografía</a:t>
            </a:r>
          </a:p>
        </p:txBody>
      </p:sp>
      <p:pic>
        <p:nvPicPr>
          <p:cNvPr id="3" name="">
            <a:extLst xmlns:a="http://schemas.openxmlformats.org/drawingml/2006/main">
              <a:ext uri="{FF2B5EF4-FFF2-40B4-BE49-F238E27FC236}">
                <a16:creationId xmlns:a16="http://schemas.microsoft.com/office/drawing/2014/main" id="{F4E7D9BE-20B8-4305-90CA-3AF4594359FF}"/>
              </a:ext>
            </a:extLst>
          </p:cNvPr>
          <p:cNvPicPr>
            <a:picLocks xmlns:a="http://schemas.openxmlformats.org/drawingml/2006/main" noChangeAspect="1"/>
          </p:cNvPicPr>
          <p:nvPr/>
        </p:nvPicPr>
        <p:blipFill>
          <a:blip xmlns:r="http://schemas.openxmlformats.org/officeDocument/2006/relationships" xmlns:a="http://schemas.openxmlformats.org/drawingml/2006/main" r:embed="R50d294cb17194d75"/>
          <a:stretch xmlns:a="http://schemas.openxmlformats.org/drawingml/2006/main"/>
        </p:blipFill>
        <p:spPr>
          <a:xfrm xmlns:a="http://schemas.openxmlformats.org/drawingml/2006/main">
            <a:off x="666750" y="1716333"/>
            <a:ext cx="5200650" cy="346343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445451E6-EB7D-4300-BF38-180E5C73AB36}"/>
              </a:ext>
            </a:extLst>
          </p:cNvPr>
          <p:cNvPicPr>
            <a:picLocks xmlns:a="http://schemas.openxmlformats.org/drawingml/2006/main" noChangeAspect="1"/>
          </p:cNvPicPr>
          <p:nvPr/>
        </p:nvPicPr>
        <p:blipFill>
          <a:blip xmlns:r="http://schemas.openxmlformats.org/officeDocument/2006/relationships" xmlns:a="http://schemas.openxmlformats.org/drawingml/2006/main" r:embed="R9912379556e741f6"/>
          <a:stretch xmlns:a="http://schemas.openxmlformats.org/drawingml/2006/main"/>
        </p:blipFill>
        <p:spPr>
          <a:xfrm xmlns:a="http://schemas.openxmlformats.org/drawingml/2006/main">
            <a:off x="6614629" y="1352550"/>
            <a:ext cx="4163391" cy="4191000"/>
          </a:xfrm>
          <a:prstGeom xmlns:a="http://schemas.openxmlformats.org/drawingml/2006/main" prst="rect">
            <a:avLst/>
          </a:prstGeom>
        </p:spPr>
      </p:pic>
      <p:sp>
        <p:nvSpPr>
          <p:cNvPr id="5" name="concepto-0">
            <a:extLst xmlns:a="http://schemas.openxmlformats.org/drawingml/2006/main">
              <a:ext uri="{FF2B5EF4-FFF2-40B4-BE49-F238E27FC236}">
                <a16:creationId xmlns:a16="http://schemas.microsoft.com/office/drawing/2014/main" id="{A6D9EB0D-7923-417E-A1C5-D525D6FBCB1E}"/>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Sonido</a:t>
            </a:r>
          </a:p>
        </p:txBody>
      </p:sp>
      <p:sp>
        <p:nvSpPr>
          <p:cNvPr id="6" name="concepto-1">
            <a:extLst xmlns:a="http://schemas.openxmlformats.org/drawingml/2006/main">
              <a:ext uri="{FF2B5EF4-FFF2-40B4-BE49-F238E27FC236}">
                <a16:creationId xmlns:a16="http://schemas.microsoft.com/office/drawing/2014/main" id="{283271B8-480B-45F6-B05C-D468823A2D5B}"/>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Reflexión</a:t>
            </a:r>
          </a:p>
        </p:txBody>
      </p:sp>
      <p:sp>
        <p:nvSpPr>
          <p:cNvPr id="7" name="concepto-2">
            <a:extLst xmlns:a="http://schemas.openxmlformats.org/drawingml/2006/main">
              <a:ext uri="{FF2B5EF4-FFF2-40B4-BE49-F238E27FC236}">
                <a16:creationId xmlns:a16="http://schemas.microsoft.com/office/drawing/2014/main" id="{F1B9CFD5-FE5C-4056-ACD5-1029C2225B60}"/>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Imagen</a:t>
            </a:r>
          </a:p>
        </p:txBody>
      </p:sp>
      <p:sp>
        <p:nvSpPr>
          <p:cNvPr id="8" name="banda-idea">
            <a:extLst xmlns:a="http://schemas.openxmlformats.org/drawingml/2006/main">
              <a:ext uri="{FF2B5EF4-FFF2-40B4-BE49-F238E27FC236}">
                <a16:creationId xmlns:a16="http://schemas.microsoft.com/office/drawing/2014/main" id="{87268C37-932B-478D-ABFD-B281DA4291FB}"/>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clave">
            <a:extLst xmlns:a="http://schemas.openxmlformats.org/drawingml/2006/main">
              <a:ext uri="{FF2B5EF4-FFF2-40B4-BE49-F238E27FC236}">
                <a16:creationId xmlns:a16="http://schemas.microsoft.com/office/drawing/2014/main" id="{07C7696F-4F1D-4A9B-9407-C109C5A69C35}"/>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La ecografía forma imágenes con los ecos del sonido.</a:t>
            </a:r>
          </a:p>
        </p:txBody>
      </p:sp>
      <p:sp>
        <p:nvSpPr>
          <p:cNvPr id="10" name="numero">
            <a:extLst xmlns:a="http://schemas.openxmlformats.org/drawingml/2006/main">
              <a:ext uri="{FF2B5EF4-FFF2-40B4-BE49-F238E27FC236}">
                <a16:creationId xmlns:a16="http://schemas.microsoft.com/office/drawing/2014/main" id="{C85EFA48-7F21-4C81-8C7C-9FD8E22ACA9E}"/>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27</a:t>
            </a:r>
          </a:p>
        </p:txBody>
      </p:sp>
    </p:spTree>
    <p:extLst>
      <p:ext uri="{BB962C8B-B14F-4D97-AF65-F5344CB8AC3E}">
        <p14:creationId xmlns:p14="http://schemas.microsoft.com/office/powerpoint/2010/main" val="148000667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F159421-929F-4687-9927-FBED33FD1880}"/>
              </a:ext>
            </a:extLst>
          </p:cNvPr>
          <p:cNvPicPr>
            <a:picLocks xmlns:a="http://schemas.openxmlformats.org/drawingml/2006/main" noChangeAspect="1"/>
          </p:cNvPicPr>
          <p:nvPr/>
        </p:nvPicPr>
        <p:blipFill>
          <a:blip xmlns:r="http://schemas.openxmlformats.org/officeDocument/2006/relationships" xmlns:a="http://schemas.openxmlformats.org/drawingml/2006/main" r:embed="Rf7e50839345f445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899DF860-5798-402D-B0F8-E281B615FFA1}"/>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 posición de referencia</a:t>
            </a:r>
          </a:p>
        </p:txBody>
      </p:sp>
      <p:pic>
        <p:nvPicPr>
          <p:cNvPr id="3" name="">
            <a:extLst xmlns:a="http://schemas.openxmlformats.org/drawingml/2006/main">
              <a:ext uri="{FF2B5EF4-FFF2-40B4-BE49-F238E27FC236}">
                <a16:creationId xmlns:a16="http://schemas.microsoft.com/office/drawing/2014/main" id="{EECD27F8-9767-4A27-BB36-3F1BF4D6D73C}"/>
              </a:ext>
            </a:extLst>
          </p:cNvPr>
          <p:cNvPicPr>
            <a:picLocks xmlns:a="http://schemas.openxmlformats.org/drawingml/2006/main" noChangeAspect="1"/>
          </p:cNvPicPr>
          <p:nvPr/>
        </p:nvPicPr>
        <p:blipFill>
          <a:blip xmlns:r="http://schemas.openxmlformats.org/officeDocument/2006/relationships" xmlns:a="http://schemas.openxmlformats.org/drawingml/2006/main" r:embed="R6ab844fb29be4d67"/>
          <a:stretch xmlns:a="http://schemas.openxmlformats.org/drawingml/2006/main"/>
        </p:blipFill>
        <p:spPr>
          <a:xfrm xmlns:a="http://schemas.openxmlformats.org/drawingml/2006/main">
            <a:off x="2605794" y="1333500"/>
            <a:ext cx="1360661" cy="2000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46207ABD-653F-4E9D-8E62-4A1AC9BC8552}"/>
              </a:ext>
            </a:extLst>
          </p:cNvPr>
          <p:cNvPicPr>
            <a:picLocks xmlns:a="http://schemas.openxmlformats.org/drawingml/2006/main" noChangeAspect="1"/>
          </p:cNvPicPr>
          <p:nvPr/>
        </p:nvPicPr>
        <p:blipFill>
          <a:blip xmlns:r="http://schemas.openxmlformats.org/officeDocument/2006/relationships" xmlns:a="http://schemas.openxmlformats.org/drawingml/2006/main" r:embed="Rc3f11261df904562"/>
          <a:stretch xmlns:a="http://schemas.openxmlformats.org/drawingml/2006/main"/>
        </p:blipFill>
        <p:spPr>
          <a:xfrm xmlns:a="http://schemas.openxmlformats.org/drawingml/2006/main">
            <a:off x="7452027" y="1333500"/>
            <a:ext cx="2526696" cy="2000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FB34E2F-1A79-4D4B-85F7-466A02B5B57E}"/>
              </a:ext>
            </a:extLst>
          </p:cNvPr>
          <p:cNvPicPr>
            <a:picLocks xmlns:a="http://schemas.openxmlformats.org/drawingml/2006/main" noChangeAspect="1"/>
          </p:cNvPicPr>
          <p:nvPr/>
        </p:nvPicPr>
        <p:blipFill>
          <a:blip xmlns:r="http://schemas.openxmlformats.org/officeDocument/2006/relationships" xmlns:a="http://schemas.openxmlformats.org/drawingml/2006/main" r:embed="R0ea021f7ee28460e"/>
          <a:stretch xmlns:a="http://schemas.openxmlformats.org/drawingml/2006/main"/>
        </p:blipFill>
        <p:spPr>
          <a:xfrm xmlns:a="http://schemas.openxmlformats.org/drawingml/2006/main">
            <a:off x="2637298" y="3467100"/>
            <a:ext cx="1297653" cy="2000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698B528C-418A-45C1-85C1-B3FCD0ADB331}"/>
              </a:ext>
            </a:extLst>
          </p:cNvPr>
          <p:cNvPicPr>
            <a:picLocks xmlns:a="http://schemas.openxmlformats.org/drawingml/2006/main" noChangeAspect="1"/>
          </p:cNvPicPr>
          <p:nvPr/>
        </p:nvPicPr>
        <p:blipFill>
          <a:blip xmlns:r="http://schemas.openxmlformats.org/officeDocument/2006/relationships" xmlns:a="http://schemas.openxmlformats.org/drawingml/2006/main" r:embed="R47b46fc6889d4df4"/>
          <a:stretch xmlns:a="http://schemas.openxmlformats.org/drawingml/2006/main"/>
        </p:blipFill>
        <p:spPr>
          <a:xfrm xmlns:a="http://schemas.openxmlformats.org/drawingml/2006/main">
            <a:off x="7380157" y="3467100"/>
            <a:ext cx="2670437" cy="2000250"/>
          </a:xfrm>
          <a:prstGeom xmlns:a="http://schemas.openxmlformats.org/drawingml/2006/main" prst="rect">
            <a:avLst/>
          </a:prstGeom>
        </p:spPr>
      </p:pic>
      <p:sp>
        <p:nvSpPr>
          <p:cNvPr id="7" name="concepto-0">
            <a:extLst xmlns:a="http://schemas.openxmlformats.org/drawingml/2006/main">
              <a:ext uri="{FF2B5EF4-FFF2-40B4-BE49-F238E27FC236}">
                <a16:creationId xmlns:a16="http://schemas.microsoft.com/office/drawing/2014/main" id="{3AF98E70-B7A9-41C2-9A82-0889150E1267}"/>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De pie</a:t>
            </a:r>
          </a:p>
        </p:txBody>
      </p:sp>
      <p:sp>
        <p:nvSpPr>
          <p:cNvPr id="8" name="concepto-1">
            <a:extLst xmlns:a="http://schemas.openxmlformats.org/drawingml/2006/main">
              <a:ext uri="{FF2B5EF4-FFF2-40B4-BE49-F238E27FC236}">
                <a16:creationId xmlns:a16="http://schemas.microsoft.com/office/drawing/2014/main" id="{88C44535-AD86-4ACC-ACF7-0184ABC02A77}"/>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Palmas al frente</a:t>
            </a:r>
          </a:p>
        </p:txBody>
      </p:sp>
      <p:sp>
        <p:nvSpPr>
          <p:cNvPr id="9" name="concepto-2">
            <a:extLst xmlns:a="http://schemas.openxmlformats.org/drawingml/2006/main">
              <a:ext uri="{FF2B5EF4-FFF2-40B4-BE49-F238E27FC236}">
                <a16:creationId xmlns:a16="http://schemas.microsoft.com/office/drawing/2014/main" id="{09B3EB8B-105D-4B91-895B-72FAC5293642}"/>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Derecha del paciente</a:t>
            </a:r>
          </a:p>
        </p:txBody>
      </p:sp>
      <p:sp>
        <p:nvSpPr>
          <p:cNvPr id="10" name="banda-idea">
            <a:extLst xmlns:a="http://schemas.openxmlformats.org/drawingml/2006/main">
              <a:ext uri="{FF2B5EF4-FFF2-40B4-BE49-F238E27FC236}">
                <a16:creationId xmlns:a16="http://schemas.microsoft.com/office/drawing/2014/main" id="{82BA06D7-1083-4F57-B213-D6EE7BD3F07A}"/>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idea-clave">
            <a:extLst xmlns:a="http://schemas.openxmlformats.org/drawingml/2006/main">
              <a:ext uri="{FF2B5EF4-FFF2-40B4-BE49-F238E27FC236}">
                <a16:creationId xmlns:a16="http://schemas.microsoft.com/office/drawing/2014/main" id="{F0DBCCFB-D61C-45DC-8E4B-2A5C7D988A2A}"/>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Derecha e izquierda siempre pertenecen al paciente.</a:t>
            </a:r>
          </a:p>
        </p:txBody>
      </p:sp>
      <p:sp>
        <p:nvSpPr>
          <p:cNvPr id="12" name="numero">
            <a:extLst xmlns:a="http://schemas.openxmlformats.org/drawingml/2006/main">
              <a:ext uri="{FF2B5EF4-FFF2-40B4-BE49-F238E27FC236}">
                <a16:creationId xmlns:a16="http://schemas.microsoft.com/office/drawing/2014/main" id="{C2DAB9AC-BEE6-4431-8B14-3A89C44797CD}"/>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28</a:t>
            </a:r>
          </a:p>
        </p:txBody>
      </p:sp>
    </p:spTree>
    <p:extLst>
      <p:ext uri="{BB962C8B-B14F-4D97-AF65-F5344CB8AC3E}">
        <p14:creationId xmlns:p14="http://schemas.microsoft.com/office/powerpoint/2010/main" val="42137656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F8120F9-B4BE-4C0B-A49D-56BF80CA0614}"/>
              </a:ext>
            </a:extLst>
          </p:cNvPr>
          <p:cNvPicPr>
            <a:picLocks xmlns:a="http://schemas.openxmlformats.org/drawingml/2006/main" noChangeAspect="1"/>
          </p:cNvPicPr>
          <p:nvPr/>
        </p:nvPicPr>
        <p:blipFill>
          <a:blip xmlns:r="http://schemas.openxmlformats.org/officeDocument/2006/relationships" xmlns:a="http://schemas.openxmlformats.org/drawingml/2006/main" r:embed="Rfa0168ee1d4d4c7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E8D0634E-5273-4153-B7EC-BF76949204D3}"/>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Supino y prono</a:t>
            </a:r>
          </a:p>
        </p:txBody>
      </p:sp>
      <p:pic>
        <p:nvPicPr>
          <p:cNvPr id="3" name="">
            <a:extLst xmlns:a="http://schemas.openxmlformats.org/drawingml/2006/main">
              <a:ext uri="{FF2B5EF4-FFF2-40B4-BE49-F238E27FC236}">
                <a16:creationId xmlns:a16="http://schemas.microsoft.com/office/drawing/2014/main" id="{D8AFE999-C0AC-4D20-9DB0-99C927603BB3}"/>
              </a:ext>
            </a:extLst>
          </p:cNvPr>
          <p:cNvPicPr>
            <a:picLocks xmlns:a="http://schemas.openxmlformats.org/drawingml/2006/main" noChangeAspect="1"/>
          </p:cNvPicPr>
          <p:nvPr/>
        </p:nvPicPr>
        <p:blipFill>
          <a:blip xmlns:r="http://schemas.openxmlformats.org/officeDocument/2006/relationships" xmlns:a="http://schemas.openxmlformats.org/drawingml/2006/main" r:embed="Rd1c46e6f3a0c42c6"/>
          <a:stretch xmlns:a="http://schemas.openxmlformats.org/drawingml/2006/main"/>
        </p:blipFill>
        <p:spPr>
          <a:xfrm xmlns:a="http://schemas.openxmlformats.org/drawingml/2006/main">
            <a:off x="666750" y="2490315"/>
            <a:ext cx="3390900" cy="191547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3C04E0C2-2065-4C50-A5C8-FED651C117F5}"/>
              </a:ext>
            </a:extLst>
          </p:cNvPr>
          <p:cNvPicPr>
            <a:picLocks xmlns:a="http://schemas.openxmlformats.org/drawingml/2006/main" noChangeAspect="1"/>
          </p:cNvPicPr>
          <p:nvPr/>
        </p:nvPicPr>
        <p:blipFill>
          <a:blip xmlns:r="http://schemas.openxmlformats.org/officeDocument/2006/relationships" xmlns:a="http://schemas.openxmlformats.org/drawingml/2006/main" r:embed="Rdac4b873fd664349"/>
          <a:stretch xmlns:a="http://schemas.openxmlformats.org/drawingml/2006/main"/>
        </p:blipFill>
        <p:spPr>
          <a:xfrm xmlns:a="http://schemas.openxmlformats.org/drawingml/2006/main">
            <a:off x="4622254" y="1352550"/>
            <a:ext cx="2718892" cy="41910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FF964AF1-A2A2-4617-BF63-97345CB7A08C}"/>
              </a:ext>
            </a:extLst>
          </p:cNvPr>
          <p:cNvPicPr>
            <a:picLocks xmlns:a="http://schemas.openxmlformats.org/drawingml/2006/main" noChangeAspect="1"/>
          </p:cNvPicPr>
          <p:nvPr/>
        </p:nvPicPr>
        <p:blipFill>
          <a:blip xmlns:r="http://schemas.openxmlformats.org/officeDocument/2006/relationships" xmlns:a="http://schemas.openxmlformats.org/drawingml/2006/main" r:embed="R2c5d3841efe94311"/>
          <a:stretch xmlns:a="http://schemas.openxmlformats.org/drawingml/2006/main"/>
        </p:blipFill>
        <p:spPr>
          <a:xfrm xmlns:a="http://schemas.openxmlformats.org/drawingml/2006/main">
            <a:off x="7905750" y="2178099"/>
            <a:ext cx="3390900" cy="2539902"/>
          </a:xfrm>
          <a:prstGeom xmlns:a="http://schemas.openxmlformats.org/drawingml/2006/main" prst="rect">
            <a:avLst/>
          </a:prstGeom>
        </p:spPr>
      </p:pic>
      <p:sp>
        <p:nvSpPr>
          <p:cNvPr id="6" name="concepto-0">
            <a:extLst xmlns:a="http://schemas.openxmlformats.org/drawingml/2006/main">
              <a:ext uri="{FF2B5EF4-FFF2-40B4-BE49-F238E27FC236}">
                <a16:creationId xmlns:a16="http://schemas.microsoft.com/office/drawing/2014/main" id="{AFFA5AE9-52B3-436A-A5C2-571C0EA6FADE}"/>
              </a:ext>
            </a:extLst>
          </p:cNvPr>
          <p:cNvSpPr>
            <a:spLocks xmlns:a="http://schemas.openxmlformats.org/drawingml/2006/main" noGrp="1"/>
          </p:cNvSpPr>
          <p:nvPr/>
        </p:nvSpPr>
        <p:spPr>
          <a:xfrm xmlns:a="http://schemas.openxmlformats.org/drawingml/2006/main">
            <a:off x="6096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Supino: boca arriba</a:t>
            </a:r>
          </a:p>
        </p:txBody>
      </p:sp>
      <p:sp>
        <p:nvSpPr>
          <p:cNvPr id="7" name="concepto-1">
            <a:extLst xmlns:a="http://schemas.openxmlformats.org/drawingml/2006/main">
              <a:ext uri="{FF2B5EF4-FFF2-40B4-BE49-F238E27FC236}">
                <a16:creationId xmlns:a16="http://schemas.microsoft.com/office/drawing/2014/main" id="{33774A7C-1CAC-4BA0-B243-BF4139D72E0D}"/>
              </a:ext>
            </a:extLst>
          </p:cNvPr>
          <p:cNvSpPr>
            <a:spLocks xmlns:a="http://schemas.openxmlformats.org/drawingml/2006/main" noGrp="1"/>
          </p:cNvSpPr>
          <p:nvPr/>
        </p:nvSpPr>
        <p:spPr>
          <a:xfrm xmlns:a="http://schemas.openxmlformats.org/drawingml/2006/main">
            <a:off x="6096000" y="5772150"/>
            <a:ext cx="5372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Prono: boca abajo</a:t>
            </a:r>
          </a:p>
        </p:txBody>
      </p:sp>
      <p:sp>
        <p:nvSpPr>
          <p:cNvPr id="8" name="banda-idea">
            <a:extLst xmlns:a="http://schemas.openxmlformats.org/drawingml/2006/main">
              <a:ext uri="{FF2B5EF4-FFF2-40B4-BE49-F238E27FC236}">
                <a16:creationId xmlns:a16="http://schemas.microsoft.com/office/drawing/2014/main" id="{168640E2-A583-4134-98D6-38B83387DD22}"/>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clave">
            <a:extLst xmlns:a="http://schemas.openxmlformats.org/drawingml/2006/main">
              <a:ext uri="{FF2B5EF4-FFF2-40B4-BE49-F238E27FC236}">
                <a16:creationId xmlns:a16="http://schemas.microsoft.com/office/drawing/2014/main" id="{B2D7CFB8-7D17-4C88-9888-E8487FE52CCC}"/>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Supino: boca arriba · Prono: boca abajo; no confundir con el giro del antebrazo.</a:t>
            </a:r>
          </a:p>
        </p:txBody>
      </p:sp>
      <p:sp>
        <p:nvSpPr>
          <p:cNvPr id="10" name="numero">
            <a:extLst xmlns:a="http://schemas.openxmlformats.org/drawingml/2006/main">
              <a:ext uri="{FF2B5EF4-FFF2-40B4-BE49-F238E27FC236}">
                <a16:creationId xmlns:a16="http://schemas.microsoft.com/office/drawing/2014/main" id="{49B1B081-9890-4959-8EDE-4D612B7FD50E}"/>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29</a:t>
            </a:r>
          </a:p>
        </p:txBody>
      </p:sp>
    </p:spTree>
    <p:extLst>
      <p:ext uri="{BB962C8B-B14F-4D97-AF65-F5344CB8AC3E}">
        <p14:creationId xmlns:p14="http://schemas.microsoft.com/office/powerpoint/2010/main" val="137603126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19D67A16-BAE2-4B2D-A1D5-5E566F430851}"/>
              </a:ext>
            </a:extLst>
          </p:cNvPr>
          <p:cNvPicPr>
            <a:picLocks xmlns:a="http://schemas.openxmlformats.org/drawingml/2006/main" noChangeAspect="1"/>
          </p:cNvPicPr>
          <p:nvPr/>
        </p:nvPicPr>
        <p:blipFill>
          <a:blip xmlns:r="http://schemas.openxmlformats.org/officeDocument/2006/relationships" xmlns:a="http://schemas.openxmlformats.org/drawingml/2006/main" r:embed="Raf59cbfb9275438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6CC55E68-CA39-4CEB-9D55-A2F12B763B14}"/>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Los planos del cuerpo</a:t>
            </a:r>
          </a:p>
        </p:txBody>
      </p:sp>
      <p:sp>
        <p:nvSpPr>
          <p:cNvPr id="3" name="fondo-cortes">
            <a:extLst xmlns:a="http://schemas.openxmlformats.org/drawingml/2006/main">
              <a:ext uri="{FF2B5EF4-FFF2-40B4-BE49-F238E27FC236}">
                <a16:creationId xmlns:a16="http://schemas.microsoft.com/office/drawing/2014/main" id="{A6A40E5D-6509-435D-AA17-BEA9A2B8FA98}"/>
              </a:ext>
            </a:extLst>
          </p:cNvPr>
          <p:cNvSpPr>
            <a:spLocks xmlns:a="http://schemas.openxmlformats.org/drawingml/2006/main" noGrp="1"/>
          </p:cNvSpPr>
          <p:nvPr/>
        </p:nvSpPr>
        <p:spPr>
          <a:xfrm xmlns:a="http://schemas.openxmlformats.org/drawingml/2006/main">
            <a:off x="609600" y="1333500"/>
            <a:ext cx="10972800" cy="4572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plano-0">
            <a:extLst xmlns:a="http://schemas.openxmlformats.org/drawingml/2006/main">
              <a:ext uri="{FF2B5EF4-FFF2-40B4-BE49-F238E27FC236}">
                <a16:creationId xmlns:a16="http://schemas.microsoft.com/office/drawing/2014/main" id="{A706F036-8CFC-42DF-AEA2-42FE59AD3F59}"/>
              </a:ext>
            </a:extLst>
          </p:cNvPr>
          <p:cNvSpPr>
            <a:spLocks xmlns:a="http://schemas.openxmlformats.org/drawingml/2006/main" noGrp="1"/>
          </p:cNvSpPr>
          <p:nvPr/>
        </p:nvSpPr>
        <p:spPr>
          <a:xfrm xmlns:a="http://schemas.openxmlformats.org/drawingml/2006/main">
            <a:off x="685800" y="1381125"/>
            <a:ext cx="350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1">
                <a:solidFill>
                  <a:srgbClr val="237A86"/>
                </a:solidFill>
                <a:latin typeface="Calibri"/>
                <a:ea typeface="Calibri"/>
                <a:cs typeface="Calibri"/>
              </a:defRPr>
            </a:defPPr>
            <a:lvl1pPr algn="ctr">
              <a:defRPr sz="2400" b="1">
                <a:solidFill>
                  <a:srgbClr val="237A86"/>
                </a:solidFill>
                <a:latin typeface="Calibri"/>
                <a:ea typeface="Calibri"/>
                <a:cs typeface="Calibri"/>
              </a:defRPr>
            </a:lvl1pPr>
            <a:lvl2pPr algn="ctr">
              <a:defRPr sz="2400" b="1">
                <a:solidFill>
                  <a:srgbClr val="237A86"/>
                </a:solidFill>
                <a:latin typeface="Calibri"/>
                <a:ea typeface="Calibri"/>
                <a:cs typeface="Calibri"/>
              </a:defRPr>
            </a:lvl2pPr>
            <a:lvl3pPr algn="ctr">
              <a:defRPr sz="2400" b="1">
                <a:solidFill>
                  <a:srgbClr val="237A86"/>
                </a:solidFill>
                <a:latin typeface="Calibri"/>
                <a:ea typeface="Calibri"/>
                <a:cs typeface="Calibri"/>
              </a:defRPr>
            </a:lvl3pPr>
            <a:lvl4pPr algn="ctr">
              <a:defRPr sz="2400" b="1">
                <a:solidFill>
                  <a:srgbClr val="237A86"/>
                </a:solidFill>
                <a:latin typeface="Calibri"/>
                <a:ea typeface="Calibri"/>
                <a:cs typeface="Calibri"/>
              </a:defRPr>
            </a:lvl4pPr>
            <a:lvl5pPr algn="ctr">
              <a:defRPr sz="2400" b="1">
                <a:solidFill>
                  <a:srgbClr val="237A86"/>
                </a:solidFill>
                <a:latin typeface="Calibri"/>
                <a:ea typeface="Calibri"/>
                <a:cs typeface="Calibri"/>
              </a:defRPr>
            </a:lvl5pPr>
            <a:lvl6pPr algn="ctr">
              <a:defRPr sz="2400" b="1">
                <a:solidFill>
                  <a:srgbClr val="237A86"/>
                </a:solidFill>
                <a:latin typeface="Calibri"/>
                <a:ea typeface="Calibri"/>
                <a:cs typeface="Calibri"/>
              </a:defRPr>
            </a:lvl6pPr>
            <a:lvl7pPr algn="ctr">
              <a:defRPr sz="2400" b="1">
                <a:solidFill>
                  <a:srgbClr val="237A86"/>
                </a:solidFill>
                <a:latin typeface="Calibri"/>
                <a:ea typeface="Calibri"/>
                <a:cs typeface="Calibri"/>
              </a:defRPr>
            </a:lvl7pPr>
            <a:lvl8pPr algn="ctr">
              <a:defRPr sz="2400" b="1">
                <a:solidFill>
                  <a:srgbClr val="237A86"/>
                </a:solidFill>
                <a:latin typeface="Calibri"/>
                <a:ea typeface="Calibri"/>
                <a:cs typeface="Calibri"/>
              </a:defRPr>
            </a:lvl8pPr>
            <a:lvl9pPr algn="ctr">
              <a:defRPr sz="2400" b="1">
                <a:solidFill>
                  <a:srgbClr val="237A86"/>
                </a:solidFill>
                <a:latin typeface="Calibri"/>
                <a:ea typeface="Calibri"/>
                <a:cs typeface="Calibri"/>
              </a:defRPr>
            </a:lvl9pPr>
          </a:lstStyle>
          <a:p xmlns:a="http://schemas.openxmlformats.org/drawingml/2006/main">
            <a:pPr algn="ctr">
              <a:defRPr sz="2400" b="1">
                <a:solidFill>
                  <a:srgbClr val="237A86"/>
                </a:solidFill>
                <a:latin typeface="Calibri"/>
                <a:ea typeface="Calibri"/>
                <a:cs typeface="Calibri"/>
              </a:defRPr>
            </a:pPr>
            <a:r>
              <a:rPr sz="2400" b="1">
                <a:solidFill>
                  <a:srgbClr val="237A86"/>
                </a:solidFill>
                <a:latin typeface="Calibri"/>
                <a:ea typeface="Calibri"/>
                <a:cs typeface="Calibri"/>
              </a:rPr>
              <a:t>Sagital</a:t>
            </a:r>
          </a:p>
        </p:txBody>
      </p:sp>
      <p:sp>
        <p:nvSpPr>
          <p:cNvPr id="5" name="color-0">
            <a:extLst xmlns:a="http://schemas.openxmlformats.org/drawingml/2006/main">
              <a:ext uri="{FF2B5EF4-FFF2-40B4-BE49-F238E27FC236}">
                <a16:creationId xmlns:a16="http://schemas.microsoft.com/office/drawing/2014/main" id="{0FD67086-C047-42E2-A6AB-D0B79E1F73F1}"/>
              </a:ext>
            </a:extLst>
          </p:cNvPr>
          <p:cNvSpPr>
            <a:spLocks xmlns:a="http://schemas.openxmlformats.org/drawingml/2006/main" noGrp="1"/>
          </p:cNvSpPr>
          <p:nvPr/>
        </p:nvSpPr>
        <p:spPr>
          <a:xfrm xmlns:a="http://schemas.openxmlformats.org/drawingml/2006/main">
            <a:off x="952500" y="2047875"/>
            <a:ext cx="2971800" cy="47625"/>
          </a:xfrm>
          <a:prstGeom xmlns:a="http://schemas.openxmlformats.org/drawingml/2006/main" prst="rect">
            <a:avLst/>
          </a:prstGeom>
          <a:solidFill xmlns:a="http://schemas.openxmlformats.org/drawingml/2006/main">
            <a:srgbClr val="237A86"/>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46F5CD59-E14B-4885-8C4A-57A7D2675964}"/>
              </a:ext>
            </a:extLst>
          </p:cNvPr>
          <p:cNvPicPr>
            <a:picLocks xmlns:a="http://schemas.openxmlformats.org/drawingml/2006/main" noChangeAspect="1"/>
          </p:cNvPicPr>
          <p:nvPr/>
        </p:nvPicPr>
        <p:blipFill>
          <a:blip xmlns:r="http://schemas.openxmlformats.org/officeDocument/2006/relationships" xmlns:a="http://schemas.openxmlformats.org/drawingml/2006/main" r:embed="R6f2a20bcffdb4c91"/>
          <a:stretch xmlns:a="http://schemas.openxmlformats.org/drawingml/2006/main"/>
        </p:blipFill>
        <p:spPr>
          <a:xfrm xmlns:a="http://schemas.openxmlformats.org/drawingml/2006/main">
            <a:off x="1242735" y="2238375"/>
            <a:ext cx="2391329" cy="2476500"/>
          </a:xfrm>
          <a:prstGeom xmlns:a="http://schemas.openxmlformats.org/drawingml/2006/main" prst="rect">
            <a:avLst/>
          </a:prstGeom>
        </p:spPr>
      </p:pic>
      <p:sp>
        <p:nvSpPr>
          <p:cNvPr id="7" name="division-0">
            <a:extLst xmlns:a="http://schemas.openxmlformats.org/drawingml/2006/main">
              <a:ext uri="{FF2B5EF4-FFF2-40B4-BE49-F238E27FC236}">
                <a16:creationId xmlns:a16="http://schemas.microsoft.com/office/drawing/2014/main" id="{FADC5FC3-5B60-4363-BC73-69A1ED33E053}"/>
              </a:ext>
            </a:extLst>
          </p:cNvPr>
          <p:cNvSpPr>
            <a:spLocks xmlns:a="http://schemas.openxmlformats.org/drawingml/2006/main" noGrp="1"/>
          </p:cNvSpPr>
          <p:nvPr/>
        </p:nvSpPr>
        <p:spPr>
          <a:xfrm xmlns:a="http://schemas.openxmlformats.org/drawingml/2006/main">
            <a:off x="685800" y="4857750"/>
            <a:ext cx="350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237A86"/>
                </a:solidFill>
                <a:latin typeface="Calibri"/>
                <a:ea typeface="Calibri"/>
                <a:cs typeface="Calibri"/>
              </a:defRPr>
            </a:defPPr>
            <a:lvl1pPr algn="ctr">
              <a:defRPr sz="2025" b="1">
                <a:solidFill>
                  <a:srgbClr val="237A86"/>
                </a:solidFill>
                <a:latin typeface="Calibri"/>
                <a:ea typeface="Calibri"/>
                <a:cs typeface="Calibri"/>
              </a:defRPr>
            </a:lvl1pPr>
            <a:lvl2pPr algn="ctr">
              <a:defRPr sz="2025" b="1">
                <a:solidFill>
                  <a:srgbClr val="237A86"/>
                </a:solidFill>
                <a:latin typeface="Calibri"/>
                <a:ea typeface="Calibri"/>
                <a:cs typeface="Calibri"/>
              </a:defRPr>
            </a:lvl2pPr>
            <a:lvl3pPr algn="ctr">
              <a:defRPr sz="2025" b="1">
                <a:solidFill>
                  <a:srgbClr val="237A86"/>
                </a:solidFill>
                <a:latin typeface="Calibri"/>
                <a:ea typeface="Calibri"/>
                <a:cs typeface="Calibri"/>
              </a:defRPr>
            </a:lvl3pPr>
            <a:lvl4pPr algn="ctr">
              <a:defRPr sz="2025" b="1">
                <a:solidFill>
                  <a:srgbClr val="237A86"/>
                </a:solidFill>
                <a:latin typeface="Calibri"/>
                <a:ea typeface="Calibri"/>
                <a:cs typeface="Calibri"/>
              </a:defRPr>
            </a:lvl4pPr>
            <a:lvl5pPr algn="ctr">
              <a:defRPr sz="2025" b="1">
                <a:solidFill>
                  <a:srgbClr val="237A86"/>
                </a:solidFill>
                <a:latin typeface="Calibri"/>
                <a:ea typeface="Calibri"/>
                <a:cs typeface="Calibri"/>
              </a:defRPr>
            </a:lvl5pPr>
            <a:lvl6pPr algn="ctr">
              <a:defRPr sz="2025" b="1">
                <a:solidFill>
                  <a:srgbClr val="237A86"/>
                </a:solidFill>
                <a:latin typeface="Calibri"/>
                <a:ea typeface="Calibri"/>
                <a:cs typeface="Calibri"/>
              </a:defRPr>
            </a:lvl6pPr>
            <a:lvl7pPr algn="ctr">
              <a:defRPr sz="2025" b="1">
                <a:solidFill>
                  <a:srgbClr val="237A86"/>
                </a:solidFill>
                <a:latin typeface="Calibri"/>
                <a:ea typeface="Calibri"/>
                <a:cs typeface="Calibri"/>
              </a:defRPr>
            </a:lvl7pPr>
            <a:lvl8pPr algn="ctr">
              <a:defRPr sz="2025" b="1">
                <a:solidFill>
                  <a:srgbClr val="237A86"/>
                </a:solidFill>
                <a:latin typeface="Calibri"/>
                <a:ea typeface="Calibri"/>
                <a:cs typeface="Calibri"/>
              </a:defRPr>
            </a:lvl8pPr>
            <a:lvl9pPr algn="ctr">
              <a:defRPr sz="2025" b="1">
                <a:solidFill>
                  <a:srgbClr val="237A86"/>
                </a:solidFill>
                <a:latin typeface="Calibri"/>
                <a:ea typeface="Calibri"/>
                <a:cs typeface="Calibri"/>
              </a:defRPr>
            </a:lvl9pPr>
          </a:lstStyle>
          <a:p xmlns:a="http://schemas.openxmlformats.org/drawingml/2006/main">
            <a:pPr algn="ctr">
              <a:defRPr sz="2025" b="1">
                <a:solidFill>
                  <a:srgbClr val="237A86"/>
                </a:solidFill>
                <a:latin typeface="Calibri"/>
                <a:ea typeface="Calibri"/>
                <a:cs typeface="Calibri"/>
              </a:defRPr>
            </a:pPr>
            <a:r>
              <a:rPr sz="2025" b="1">
                <a:solidFill>
                  <a:srgbClr val="237A86"/>
                </a:solidFill>
                <a:latin typeface="Calibri"/>
                <a:ea typeface="Calibri"/>
                <a:cs typeface="Calibri"/>
              </a:rPr>
              <a:t>DERECHA / IZQUIERDA</a:t>
            </a:r>
          </a:p>
        </p:txBody>
      </p:sp>
      <p:sp>
        <p:nvSpPr>
          <p:cNvPr id="8" name="detalle-0">
            <a:extLst xmlns:a="http://schemas.openxmlformats.org/drawingml/2006/main">
              <a:ext uri="{FF2B5EF4-FFF2-40B4-BE49-F238E27FC236}">
                <a16:creationId xmlns:a16="http://schemas.microsoft.com/office/drawing/2014/main" id="{177FC866-8DFC-4C43-8D3A-231DA76DE65C}"/>
              </a:ext>
            </a:extLst>
          </p:cNvPr>
          <p:cNvSpPr>
            <a:spLocks xmlns:a="http://schemas.openxmlformats.org/drawingml/2006/main" noGrp="1"/>
          </p:cNvSpPr>
          <p:nvPr/>
        </p:nvSpPr>
        <p:spPr>
          <a:xfrm xmlns:a="http://schemas.openxmlformats.org/drawingml/2006/main">
            <a:off x="800100" y="5438775"/>
            <a:ext cx="327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0">
                <a:solidFill>
                  <a:srgbClr val="173E4B"/>
                </a:solidFill>
                <a:latin typeface="Calibri"/>
                <a:ea typeface="Calibri"/>
                <a:cs typeface="Calibri"/>
              </a:defRPr>
            </a:defPPr>
            <a:lvl1pPr algn="ctr">
              <a:defRPr sz="1875" b="0">
                <a:solidFill>
                  <a:srgbClr val="173E4B"/>
                </a:solidFill>
                <a:latin typeface="Calibri"/>
                <a:ea typeface="Calibri"/>
                <a:cs typeface="Calibri"/>
              </a:defRPr>
            </a:lvl1pPr>
            <a:lvl2pPr algn="ctr">
              <a:defRPr sz="1875" b="0">
                <a:solidFill>
                  <a:srgbClr val="173E4B"/>
                </a:solidFill>
                <a:latin typeface="Calibri"/>
                <a:ea typeface="Calibri"/>
                <a:cs typeface="Calibri"/>
              </a:defRPr>
            </a:lvl2pPr>
            <a:lvl3pPr algn="ctr">
              <a:defRPr sz="1875" b="0">
                <a:solidFill>
                  <a:srgbClr val="173E4B"/>
                </a:solidFill>
                <a:latin typeface="Calibri"/>
                <a:ea typeface="Calibri"/>
                <a:cs typeface="Calibri"/>
              </a:defRPr>
            </a:lvl3pPr>
            <a:lvl4pPr algn="ctr">
              <a:defRPr sz="1875" b="0">
                <a:solidFill>
                  <a:srgbClr val="173E4B"/>
                </a:solidFill>
                <a:latin typeface="Calibri"/>
                <a:ea typeface="Calibri"/>
                <a:cs typeface="Calibri"/>
              </a:defRPr>
            </a:lvl4pPr>
            <a:lvl5pPr algn="ctr">
              <a:defRPr sz="1875" b="0">
                <a:solidFill>
                  <a:srgbClr val="173E4B"/>
                </a:solidFill>
                <a:latin typeface="Calibri"/>
                <a:ea typeface="Calibri"/>
                <a:cs typeface="Calibri"/>
              </a:defRPr>
            </a:lvl5pPr>
            <a:lvl6pPr algn="ctr">
              <a:defRPr sz="1875" b="0">
                <a:solidFill>
                  <a:srgbClr val="173E4B"/>
                </a:solidFill>
                <a:latin typeface="Calibri"/>
                <a:ea typeface="Calibri"/>
                <a:cs typeface="Calibri"/>
              </a:defRPr>
            </a:lvl6pPr>
            <a:lvl7pPr algn="ctr">
              <a:defRPr sz="1875" b="0">
                <a:solidFill>
                  <a:srgbClr val="173E4B"/>
                </a:solidFill>
                <a:latin typeface="Calibri"/>
                <a:ea typeface="Calibri"/>
                <a:cs typeface="Calibri"/>
              </a:defRPr>
            </a:lvl7pPr>
            <a:lvl8pPr algn="ctr">
              <a:defRPr sz="1875" b="0">
                <a:solidFill>
                  <a:srgbClr val="173E4B"/>
                </a:solidFill>
                <a:latin typeface="Calibri"/>
                <a:ea typeface="Calibri"/>
                <a:cs typeface="Calibri"/>
              </a:defRPr>
            </a:lvl8pPr>
            <a:lvl9pPr algn="ctr">
              <a:defRPr sz="1875" b="0">
                <a:solidFill>
                  <a:srgbClr val="173E4B"/>
                </a:solidFill>
                <a:latin typeface="Calibri"/>
                <a:ea typeface="Calibri"/>
                <a:cs typeface="Calibri"/>
              </a:defRPr>
            </a:lvl9pPr>
          </a:lstStyle>
          <a:p xmlns:a="http://schemas.openxmlformats.org/drawingml/2006/main">
            <a:pPr algn="ctr">
              <a:defRPr sz="1875" b="0">
                <a:solidFill>
                  <a:srgbClr val="173E4B"/>
                </a:solidFill>
                <a:latin typeface="Calibri"/>
                <a:ea typeface="Calibri"/>
                <a:cs typeface="Calibri"/>
              </a:defRPr>
            </a:pPr>
            <a:r>
              <a:rPr sz="1875" b="0">
                <a:solidFill>
                  <a:srgbClr val="173E4B"/>
                </a:solidFill>
                <a:latin typeface="Calibri"/>
                <a:ea typeface="Calibri"/>
                <a:cs typeface="Calibri"/>
              </a:rPr>
              <a:t>Por la línea media: plano mediano.</a:t>
            </a:r>
          </a:p>
        </p:txBody>
      </p:sp>
      <p:sp>
        <p:nvSpPr>
          <p:cNvPr id="9" name="plano-1">
            <a:extLst xmlns:a="http://schemas.openxmlformats.org/drawingml/2006/main">
              <a:ext uri="{FF2B5EF4-FFF2-40B4-BE49-F238E27FC236}">
                <a16:creationId xmlns:a16="http://schemas.microsoft.com/office/drawing/2014/main" id="{4A9DF79B-50B0-4FF2-A39C-23D4E506D5F8}"/>
              </a:ext>
            </a:extLst>
          </p:cNvPr>
          <p:cNvSpPr>
            <a:spLocks xmlns:a="http://schemas.openxmlformats.org/drawingml/2006/main" noGrp="1"/>
          </p:cNvSpPr>
          <p:nvPr/>
        </p:nvSpPr>
        <p:spPr>
          <a:xfrm xmlns:a="http://schemas.openxmlformats.org/drawingml/2006/main">
            <a:off x="4343400" y="1381125"/>
            <a:ext cx="350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1">
                <a:solidFill>
                  <a:srgbClr val="6E5198"/>
                </a:solidFill>
                <a:latin typeface="Calibri"/>
                <a:ea typeface="Calibri"/>
                <a:cs typeface="Calibri"/>
              </a:defRPr>
            </a:defPPr>
            <a:lvl1pPr algn="ctr">
              <a:defRPr sz="2400" b="1">
                <a:solidFill>
                  <a:srgbClr val="6E5198"/>
                </a:solidFill>
                <a:latin typeface="Calibri"/>
                <a:ea typeface="Calibri"/>
                <a:cs typeface="Calibri"/>
              </a:defRPr>
            </a:lvl1pPr>
            <a:lvl2pPr algn="ctr">
              <a:defRPr sz="2400" b="1">
                <a:solidFill>
                  <a:srgbClr val="6E5198"/>
                </a:solidFill>
                <a:latin typeface="Calibri"/>
                <a:ea typeface="Calibri"/>
                <a:cs typeface="Calibri"/>
              </a:defRPr>
            </a:lvl2pPr>
            <a:lvl3pPr algn="ctr">
              <a:defRPr sz="2400" b="1">
                <a:solidFill>
                  <a:srgbClr val="6E5198"/>
                </a:solidFill>
                <a:latin typeface="Calibri"/>
                <a:ea typeface="Calibri"/>
                <a:cs typeface="Calibri"/>
              </a:defRPr>
            </a:lvl3pPr>
            <a:lvl4pPr algn="ctr">
              <a:defRPr sz="2400" b="1">
                <a:solidFill>
                  <a:srgbClr val="6E5198"/>
                </a:solidFill>
                <a:latin typeface="Calibri"/>
                <a:ea typeface="Calibri"/>
                <a:cs typeface="Calibri"/>
              </a:defRPr>
            </a:lvl4pPr>
            <a:lvl5pPr algn="ctr">
              <a:defRPr sz="2400" b="1">
                <a:solidFill>
                  <a:srgbClr val="6E5198"/>
                </a:solidFill>
                <a:latin typeface="Calibri"/>
                <a:ea typeface="Calibri"/>
                <a:cs typeface="Calibri"/>
              </a:defRPr>
            </a:lvl5pPr>
            <a:lvl6pPr algn="ctr">
              <a:defRPr sz="2400" b="1">
                <a:solidFill>
                  <a:srgbClr val="6E5198"/>
                </a:solidFill>
                <a:latin typeface="Calibri"/>
                <a:ea typeface="Calibri"/>
                <a:cs typeface="Calibri"/>
              </a:defRPr>
            </a:lvl6pPr>
            <a:lvl7pPr algn="ctr">
              <a:defRPr sz="2400" b="1">
                <a:solidFill>
                  <a:srgbClr val="6E5198"/>
                </a:solidFill>
                <a:latin typeface="Calibri"/>
                <a:ea typeface="Calibri"/>
                <a:cs typeface="Calibri"/>
              </a:defRPr>
            </a:lvl7pPr>
            <a:lvl8pPr algn="ctr">
              <a:defRPr sz="2400" b="1">
                <a:solidFill>
                  <a:srgbClr val="6E5198"/>
                </a:solidFill>
                <a:latin typeface="Calibri"/>
                <a:ea typeface="Calibri"/>
                <a:cs typeface="Calibri"/>
              </a:defRPr>
            </a:lvl8pPr>
            <a:lvl9pPr algn="ctr">
              <a:defRPr sz="2400" b="1">
                <a:solidFill>
                  <a:srgbClr val="6E5198"/>
                </a:solidFill>
                <a:latin typeface="Calibri"/>
                <a:ea typeface="Calibri"/>
                <a:cs typeface="Calibri"/>
              </a:defRPr>
            </a:lvl9pPr>
          </a:lstStyle>
          <a:p xmlns:a="http://schemas.openxmlformats.org/drawingml/2006/main">
            <a:pPr algn="ctr">
              <a:defRPr sz="2400" b="1">
                <a:solidFill>
                  <a:srgbClr val="6E5198"/>
                </a:solidFill>
                <a:latin typeface="Calibri"/>
                <a:ea typeface="Calibri"/>
                <a:cs typeface="Calibri"/>
              </a:defRPr>
            </a:pPr>
            <a:r>
              <a:rPr sz="2400" b="1">
                <a:solidFill>
                  <a:srgbClr val="6E5198"/>
                </a:solidFill>
                <a:latin typeface="Calibri"/>
                <a:ea typeface="Calibri"/>
                <a:cs typeface="Calibri"/>
              </a:rPr>
              <a:t>Coronal (frontal)</a:t>
            </a:r>
          </a:p>
        </p:txBody>
      </p:sp>
      <p:sp>
        <p:nvSpPr>
          <p:cNvPr id="10" name="color-1">
            <a:extLst xmlns:a="http://schemas.openxmlformats.org/drawingml/2006/main">
              <a:ext uri="{FF2B5EF4-FFF2-40B4-BE49-F238E27FC236}">
                <a16:creationId xmlns:a16="http://schemas.microsoft.com/office/drawing/2014/main" id="{2483C294-7AF9-4EDD-9600-0BF7F150C1F6}"/>
              </a:ext>
            </a:extLst>
          </p:cNvPr>
          <p:cNvSpPr>
            <a:spLocks xmlns:a="http://schemas.openxmlformats.org/drawingml/2006/main" noGrp="1"/>
          </p:cNvSpPr>
          <p:nvPr/>
        </p:nvSpPr>
        <p:spPr>
          <a:xfrm xmlns:a="http://schemas.openxmlformats.org/drawingml/2006/main">
            <a:off x="4610100" y="2047875"/>
            <a:ext cx="2971800" cy="47625"/>
          </a:xfrm>
          <a:prstGeom xmlns:a="http://schemas.openxmlformats.org/drawingml/2006/main" prst="rect">
            <a:avLst/>
          </a:prstGeom>
          <a:solidFill xmlns:a="http://schemas.openxmlformats.org/drawingml/2006/main">
            <a:srgbClr val="6E5198"/>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F260F413-D701-43A5-9753-5E9806E7C076}"/>
              </a:ext>
            </a:extLst>
          </p:cNvPr>
          <p:cNvPicPr>
            <a:picLocks xmlns:a="http://schemas.openxmlformats.org/drawingml/2006/main" noChangeAspect="1"/>
          </p:cNvPicPr>
          <p:nvPr/>
        </p:nvPicPr>
        <p:blipFill>
          <a:blip xmlns:r="http://schemas.openxmlformats.org/officeDocument/2006/relationships" xmlns:a="http://schemas.openxmlformats.org/drawingml/2006/main" r:embed="R9e741ce97a664990"/>
          <a:stretch xmlns:a="http://schemas.openxmlformats.org/drawingml/2006/main"/>
        </p:blipFill>
        <p:spPr>
          <a:xfrm xmlns:a="http://schemas.openxmlformats.org/drawingml/2006/main">
            <a:off x="4844784" y="2238375"/>
            <a:ext cx="2502432" cy="2476500"/>
          </a:xfrm>
          <a:prstGeom xmlns:a="http://schemas.openxmlformats.org/drawingml/2006/main" prst="rect">
            <a:avLst/>
          </a:prstGeom>
        </p:spPr>
      </p:pic>
      <p:sp>
        <p:nvSpPr>
          <p:cNvPr id="12" name="division-1">
            <a:extLst xmlns:a="http://schemas.openxmlformats.org/drawingml/2006/main">
              <a:ext uri="{FF2B5EF4-FFF2-40B4-BE49-F238E27FC236}">
                <a16:creationId xmlns:a16="http://schemas.microsoft.com/office/drawing/2014/main" id="{49482262-30A8-42F3-AE06-2C8FF77DE457}"/>
              </a:ext>
            </a:extLst>
          </p:cNvPr>
          <p:cNvSpPr>
            <a:spLocks xmlns:a="http://schemas.openxmlformats.org/drawingml/2006/main" noGrp="1"/>
          </p:cNvSpPr>
          <p:nvPr/>
        </p:nvSpPr>
        <p:spPr>
          <a:xfrm xmlns:a="http://schemas.openxmlformats.org/drawingml/2006/main">
            <a:off x="4343400" y="4857750"/>
            <a:ext cx="350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6E5198"/>
                </a:solidFill>
                <a:latin typeface="Calibri"/>
                <a:ea typeface="Calibri"/>
                <a:cs typeface="Calibri"/>
              </a:defRPr>
            </a:defPPr>
            <a:lvl1pPr algn="ctr">
              <a:defRPr sz="2025" b="1">
                <a:solidFill>
                  <a:srgbClr val="6E5198"/>
                </a:solidFill>
                <a:latin typeface="Calibri"/>
                <a:ea typeface="Calibri"/>
                <a:cs typeface="Calibri"/>
              </a:defRPr>
            </a:lvl1pPr>
            <a:lvl2pPr algn="ctr">
              <a:defRPr sz="2025" b="1">
                <a:solidFill>
                  <a:srgbClr val="6E5198"/>
                </a:solidFill>
                <a:latin typeface="Calibri"/>
                <a:ea typeface="Calibri"/>
                <a:cs typeface="Calibri"/>
              </a:defRPr>
            </a:lvl2pPr>
            <a:lvl3pPr algn="ctr">
              <a:defRPr sz="2025" b="1">
                <a:solidFill>
                  <a:srgbClr val="6E5198"/>
                </a:solidFill>
                <a:latin typeface="Calibri"/>
                <a:ea typeface="Calibri"/>
                <a:cs typeface="Calibri"/>
              </a:defRPr>
            </a:lvl3pPr>
            <a:lvl4pPr algn="ctr">
              <a:defRPr sz="2025" b="1">
                <a:solidFill>
                  <a:srgbClr val="6E5198"/>
                </a:solidFill>
                <a:latin typeface="Calibri"/>
                <a:ea typeface="Calibri"/>
                <a:cs typeface="Calibri"/>
              </a:defRPr>
            </a:lvl4pPr>
            <a:lvl5pPr algn="ctr">
              <a:defRPr sz="2025" b="1">
                <a:solidFill>
                  <a:srgbClr val="6E5198"/>
                </a:solidFill>
                <a:latin typeface="Calibri"/>
                <a:ea typeface="Calibri"/>
                <a:cs typeface="Calibri"/>
              </a:defRPr>
            </a:lvl5pPr>
            <a:lvl6pPr algn="ctr">
              <a:defRPr sz="2025" b="1">
                <a:solidFill>
                  <a:srgbClr val="6E5198"/>
                </a:solidFill>
                <a:latin typeface="Calibri"/>
                <a:ea typeface="Calibri"/>
                <a:cs typeface="Calibri"/>
              </a:defRPr>
            </a:lvl6pPr>
            <a:lvl7pPr algn="ctr">
              <a:defRPr sz="2025" b="1">
                <a:solidFill>
                  <a:srgbClr val="6E5198"/>
                </a:solidFill>
                <a:latin typeface="Calibri"/>
                <a:ea typeface="Calibri"/>
                <a:cs typeface="Calibri"/>
              </a:defRPr>
            </a:lvl7pPr>
            <a:lvl8pPr algn="ctr">
              <a:defRPr sz="2025" b="1">
                <a:solidFill>
                  <a:srgbClr val="6E5198"/>
                </a:solidFill>
                <a:latin typeface="Calibri"/>
                <a:ea typeface="Calibri"/>
                <a:cs typeface="Calibri"/>
              </a:defRPr>
            </a:lvl8pPr>
            <a:lvl9pPr algn="ctr">
              <a:defRPr sz="2025" b="1">
                <a:solidFill>
                  <a:srgbClr val="6E5198"/>
                </a:solidFill>
                <a:latin typeface="Calibri"/>
                <a:ea typeface="Calibri"/>
                <a:cs typeface="Calibri"/>
              </a:defRPr>
            </a:lvl9pPr>
          </a:lstStyle>
          <a:p xmlns:a="http://schemas.openxmlformats.org/drawingml/2006/main">
            <a:pPr algn="ctr">
              <a:defRPr sz="2025" b="1">
                <a:solidFill>
                  <a:srgbClr val="6E5198"/>
                </a:solidFill>
                <a:latin typeface="Calibri"/>
                <a:ea typeface="Calibri"/>
                <a:cs typeface="Calibri"/>
              </a:defRPr>
            </a:pPr>
            <a:r>
              <a:rPr sz="2025" b="1">
                <a:solidFill>
                  <a:srgbClr val="6E5198"/>
                </a:solidFill>
                <a:latin typeface="Calibri"/>
                <a:ea typeface="Calibri"/>
                <a:cs typeface="Calibri"/>
              </a:rPr>
              <a:t>ANTERIOR / POSTERIOR</a:t>
            </a:r>
          </a:p>
        </p:txBody>
      </p:sp>
      <p:sp>
        <p:nvSpPr>
          <p:cNvPr id="13" name="detalle-1">
            <a:extLst xmlns:a="http://schemas.openxmlformats.org/drawingml/2006/main">
              <a:ext uri="{FF2B5EF4-FFF2-40B4-BE49-F238E27FC236}">
                <a16:creationId xmlns:a16="http://schemas.microsoft.com/office/drawing/2014/main" id="{4D8FB2E0-0A34-4BB7-9FAD-618CB3EAEB55}"/>
              </a:ext>
            </a:extLst>
          </p:cNvPr>
          <p:cNvSpPr>
            <a:spLocks xmlns:a="http://schemas.openxmlformats.org/drawingml/2006/main" noGrp="1"/>
          </p:cNvSpPr>
          <p:nvPr/>
        </p:nvSpPr>
        <p:spPr>
          <a:xfrm xmlns:a="http://schemas.openxmlformats.org/drawingml/2006/main">
            <a:off x="4457700" y="5438775"/>
            <a:ext cx="327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0">
                <a:solidFill>
                  <a:srgbClr val="173E4B"/>
                </a:solidFill>
                <a:latin typeface="Calibri"/>
                <a:ea typeface="Calibri"/>
                <a:cs typeface="Calibri"/>
              </a:defRPr>
            </a:defPPr>
            <a:lvl1pPr algn="ctr">
              <a:defRPr sz="1875" b="0">
                <a:solidFill>
                  <a:srgbClr val="173E4B"/>
                </a:solidFill>
                <a:latin typeface="Calibri"/>
                <a:ea typeface="Calibri"/>
                <a:cs typeface="Calibri"/>
              </a:defRPr>
            </a:lvl1pPr>
            <a:lvl2pPr algn="ctr">
              <a:defRPr sz="1875" b="0">
                <a:solidFill>
                  <a:srgbClr val="173E4B"/>
                </a:solidFill>
                <a:latin typeface="Calibri"/>
                <a:ea typeface="Calibri"/>
                <a:cs typeface="Calibri"/>
              </a:defRPr>
            </a:lvl2pPr>
            <a:lvl3pPr algn="ctr">
              <a:defRPr sz="1875" b="0">
                <a:solidFill>
                  <a:srgbClr val="173E4B"/>
                </a:solidFill>
                <a:latin typeface="Calibri"/>
                <a:ea typeface="Calibri"/>
                <a:cs typeface="Calibri"/>
              </a:defRPr>
            </a:lvl3pPr>
            <a:lvl4pPr algn="ctr">
              <a:defRPr sz="1875" b="0">
                <a:solidFill>
                  <a:srgbClr val="173E4B"/>
                </a:solidFill>
                <a:latin typeface="Calibri"/>
                <a:ea typeface="Calibri"/>
                <a:cs typeface="Calibri"/>
              </a:defRPr>
            </a:lvl4pPr>
            <a:lvl5pPr algn="ctr">
              <a:defRPr sz="1875" b="0">
                <a:solidFill>
                  <a:srgbClr val="173E4B"/>
                </a:solidFill>
                <a:latin typeface="Calibri"/>
                <a:ea typeface="Calibri"/>
                <a:cs typeface="Calibri"/>
              </a:defRPr>
            </a:lvl5pPr>
            <a:lvl6pPr algn="ctr">
              <a:defRPr sz="1875" b="0">
                <a:solidFill>
                  <a:srgbClr val="173E4B"/>
                </a:solidFill>
                <a:latin typeface="Calibri"/>
                <a:ea typeface="Calibri"/>
                <a:cs typeface="Calibri"/>
              </a:defRPr>
            </a:lvl6pPr>
            <a:lvl7pPr algn="ctr">
              <a:defRPr sz="1875" b="0">
                <a:solidFill>
                  <a:srgbClr val="173E4B"/>
                </a:solidFill>
                <a:latin typeface="Calibri"/>
                <a:ea typeface="Calibri"/>
                <a:cs typeface="Calibri"/>
              </a:defRPr>
            </a:lvl7pPr>
            <a:lvl8pPr algn="ctr">
              <a:defRPr sz="1875" b="0">
                <a:solidFill>
                  <a:srgbClr val="173E4B"/>
                </a:solidFill>
                <a:latin typeface="Calibri"/>
                <a:ea typeface="Calibri"/>
                <a:cs typeface="Calibri"/>
              </a:defRPr>
            </a:lvl8pPr>
            <a:lvl9pPr algn="ctr">
              <a:defRPr sz="1875" b="0">
                <a:solidFill>
                  <a:srgbClr val="173E4B"/>
                </a:solidFill>
                <a:latin typeface="Calibri"/>
                <a:ea typeface="Calibri"/>
                <a:cs typeface="Calibri"/>
              </a:defRPr>
            </a:lvl9pPr>
          </a:lstStyle>
          <a:p xmlns:a="http://schemas.openxmlformats.org/drawingml/2006/main">
            <a:pPr algn="ctr">
              <a:defRPr sz="1875" b="0">
                <a:solidFill>
                  <a:srgbClr val="173E4B"/>
                </a:solidFill>
                <a:latin typeface="Calibri"/>
                <a:ea typeface="Calibri"/>
                <a:cs typeface="Calibri"/>
              </a:defRPr>
            </a:pPr>
            <a:r>
              <a:rPr sz="1875" b="0">
                <a:solidFill>
                  <a:srgbClr val="173E4B"/>
                </a:solidFill>
                <a:latin typeface="Calibri"/>
                <a:ea typeface="Calibri"/>
                <a:cs typeface="Calibri"/>
              </a:rPr>
              <a:t>Delante y detrás del cuerpo.</a:t>
            </a:r>
          </a:p>
        </p:txBody>
      </p:sp>
      <p:sp>
        <p:nvSpPr>
          <p:cNvPr id="14" name="plano-2">
            <a:extLst xmlns:a="http://schemas.openxmlformats.org/drawingml/2006/main">
              <a:ext uri="{FF2B5EF4-FFF2-40B4-BE49-F238E27FC236}">
                <a16:creationId xmlns:a16="http://schemas.microsoft.com/office/drawing/2014/main" id="{8B8AF818-201A-4B35-98D4-A318F2B13FEA}"/>
              </a:ext>
            </a:extLst>
          </p:cNvPr>
          <p:cNvSpPr>
            <a:spLocks xmlns:a="http://schemas.openxmlformats.org/drawingml/2006/main" noGrp="1"/>
          </p:cNvSpPr>
          <p:nvPr/>
        </p:nvSpPr>
        <p:spPr>
          <a:xfrm xmlns:a="http://schemas.openxmlformats.org/drawingml/2006/main">
            <a:off x="8001000" y="1381125"/>
            <a:ext cx="350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1">
                <a:solidFill>
                  <a:srgbClr val="AD7021"/>
                </a:solidFill>
                <a:latin typeface="Calibri"/>
                <a:ea typeface="Calibri"/>
                <a:cs typeface="Calibri"/>
              </a:defRPr>
            </a:defPPr>
            <a:lvl1pPr algn="ctr">
              <a:defRPr sz="2400" b="1">
                <a:solidFill>
                  <a:srgbClr val="AD7021"/>
                </a:solidFill>
                <a:latin typeface="Calibri"/>
                <a:ea typeface="Calibri"/>
                <a:cs typeface="Calibri"/>
              </a:defRPr>
            </a:lvl1pPr>
            <a:lvl2pPr algn="ctr">
              <a:defRPr sz="2400" b="1">
                <a:solidFill>
                  <a:srgbClr val="AD7021"/>
                </a:solidFill>
                <a:latin typeface="Calibri"/>
                <a:ea typeface="Calibri"/>
                <a:cs typeface="Calibri"/>
              </a:defRPr>
            </a:lvl2pPr>
            <a:lvl3pPr algn="ctr">
              <a:defRPr sz="2400" b="1">
                <a:solidFill>
                  <a:srgbClr val="AD7021"/>
                </a:solidFill>
                <a:latin typeface="Calibri"/>
                <a:ea typeface="Calibri"/>
                <a:cs typeface="Calibri"/>
              </a:defRPr>
            </a:lvl3pPr>
            <a:lvl4pPr algn="ctr">
              <a:defRPr sz="2400" b="1">
                <a:solidFill>
                  <a:srgbClr val="AD7021"/>
                </a:solidFill>
                <a:latin typeface="Calibri"/>
                <a:ea typeface="Calibri"/>
                <a:cs typeface="Calibri"/>
              </a:defRPr>
            </a:lvl4pPr>
            <a:lvl5pPr algn="ctr">
              <a:defRPr sz="2400" b="1">
                <a:solidFill>
                  <a:srgbClr val="AD7021"/>
                </a:solidFill>
                <a:latin typeface="Calibri"/>
                <a:ea typeface="Calibri"/>
                <a:cs typeface="Calibri"/>
              </a:defRPr>
            </a:lvl5pPr>
            <a:lvl6pPr algn="ctr">
              <a:defRPr sz="2400" b="1">
                <a:solidFill>
                  <a:srgbClr val="AD7021"/>
                </a:solidFill>
                <a:latin typeface="Calibri"/>
                <a:ea typeface="Calibri"/>
                <a:cs typeface="Calibri"/>
              </a:defRPr>
            </a:lvl6pPr>
            <a:lvl7pPr algn="ctr">
              <a:defRPr sz="2400" b="1">
                <a:solidFill>
                  <a:srgbClr val="AD7021"/>
                </a:solidFill>
                <a:latin typeface="Calibri"/>
                <a:ea typeface="Calibri"/>
                <a:cs typeface="Calibri"/>
              </a:defRPr>
            </a:lvl7pPr>
            <a:lvl8pPr algn="ctr">
              <a:defRPr sz="2400" b="1">
                <a:solidFill>
                  <a:srgbClr val="AD7021"/>
                </a:solidFill>
                <a:latin typeface="Calibri"/>
                <a:ea typeface="Calibri"/>
                <a:cs typeface="Calibri"/>
              </a:defRPr>
            </a:lvl8pPr>
            <a:lvl9pPr algn="ctr">
              <a:defRPr sz="2400" b="1">
                <a:solidFill>
                  <a:srgbClr val="AD7021"/>
                </a:solidFill>
                <a:latin typeface="Calibri"/>
                <a:ea typeface="Calibri"/>
                <a:cs typeface="Calibri"/>
              </a:defRPr>
            </a:lvl9pPr>
          </a:lstStyle>
          <a:p xmlns:a="http://schemas.openxmlformats.org/drawingml/2006/main">
            <a:pPr algn="ctr">
              <a:defRPr sz="2400" b="1">
                <a:solidFill>
                  <a:srgbClr val="AD7021"/>
                </a:solidFill>
                <a:latin typeface="Calibri"/>
                <a:ea typeface="Calibri"/>
                <a:cs typeface="Calibri"/>
              </a:defRPr>
            </a:pPr>
            <a:r>
              <a:rPr sz="2400" b="1">
                <a:solidFill>
                  <a:srgbClr val="AD7021"/>
                </a:solidFill>
                <a:latin typeface="Calibri"/>
                <a:ea typeface="Calibri"/>
                <a:cs typeface="Calibri"/>
              </a:rPr>
              <a:t>Transversal (horizontal)</a:t>
            </a:r>
          </a:p>
        </p:txBody>
      </p:sp>
      <p:sp>
        <p:nvSpPr>
          <p:cNvPr id="15" name="color-2">
            <a:extLst xmlns:a="http://schemas.openxmlformats.org/drawingml/2006/main">
              <a:ext uri="{FF2B5EF4-FFF2-40B4-BE49-F238E27FC236}">
                <a16:creationId xmlns:a16="http://schemas.microsoft.com/office/drawing/2014/main" id="{326577F5-87ED-4CBA-99C1-1BC12BA933BE}"/>
              </a:ext>
            </a:extLst>
          </p:cNvPr>
          <p:cNvSpPr>
            <a:spLocks xmlns:a="http://schemas.openxmlformats.org/drawingml/2006/main" noGrp="1"/>
          </p:cNvSpPr>
          <p:nvPr/>
        </p:nvSpPr>
        <p:spPr>
          <a:xfrm xmlns:a="http://schemas.openxmlformats.org/drawingml/2006/main">
            <a:off x="8267700" y="2047875"/>
            <a:ext cx="2971800" cy="47625"/>
          </a:xfrm>
          <a:prstGeom xmlns:a="http://schemas.openxmlformats.org/drawingml/2006/main" prst="rect">
            <a:avLst/>
          </a:prstGeom>
          <a:solidFill xmlns:a="http://schemas.openxmlformats.org/drawingml/2006/main">
            <a:srgbClr val="AD7021"/>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8948583B-82BE-4135-9C64-651A21CA2C01}"/>
              </a:ext>
            </a:extLst>
          </p:cNvPr>
          <p:cNvPicPr>
            <a:picLocks xmlns:a="http://schemas.openxmlformats.org/drawingml/2006/main" noChangeAspect="1"/>
          </p:cNvPicPr>
          <p:nvPr/>
        </p:nvPicPr>
        <p:blipFill>
          <a:blip xmlns:r="http://schemas.openxmlformats.org/officeDocument/2006/relationships" xmlns:a="http://schemas.openxmlformats.org/drawingml/2006/main" r:embed="Ra36a7359b02c42d7"/>
          <a:stretch xmlns:a="http://schemas.openxmlformats.org/drawingml/2006/main"/>
        </p:blipFill>
        <p:spPr>
          <a:xfrm xmlns:a="http://schemas.openxmlformats.org/drawingml/2006/main">
            <a:off x="8657233" y="2238375"/>
            <a:ext cx="2192734" cy="2476500"/>
          </a:xfrm>
          <a:prstGeom xmlns:a="http://schemas.openxmlformats.org/drawingml/2006/main" prst="rect">
            <a:avLst/>
          </a:prstGeom>
        </p:spPr>
      </p:pic>
      <p:sp>
        <p:nvSpPr>
          <p:cNvPr id="17" name="division-2">
            <a:extLst xmlns:a="http://schemas.openxmlformats.org/drawingml/2006/main">
              <a:ext uri="{FF2B5EF4-FFF2-40B4-BE49-F238E27FC236}">
                <a16:creationId xmlns:a16="http://schemas.microsoft.com/office/drawing/2014/main" id="{2C7874BA-9187-41C3-A958-8FA099EB2EC4}"/>
              </a:ext>
            </a:extLst>
          </p:cNvPr>
          <p:cNvSpPr>
            <a:spLocks xmlns:a="http://schemas.openxmlformats.org/drawingml/2006/main" noGrp="1"/>
          </p:cNvSpPr>
          <p:nvPr/>
        </p:nvSpPr>
        <p:spPr>
          <a:xfrm xmlns:a="http://schemas.openxmlformats.org/drawingml/2006/main">
            <a:off x="8001000" y="4857750"/>
            <a:ext cx="3505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AD7021"/>
                </a:solidFill>
                <a:latin typeface="Calibri"/>
                <a:ea typeface="Calibri"/>
                <a:cs typeface="Calibri"/>
              </a:defRPr>
            </a:defPPr>
            <a:lvl1pPr algn="ctr">
              <a:defRPr sz="2025" b="1">
                <a:solidFill>
                  <a:srgbClr val="AD7021"/>
                </a:solidFill>
                <a:latin typeface="Calibri"/>
                <a:ea typeface="Calibri"/>
                <a:cs typeface="Calibri"/>
              </a:defRPr>
            </a:lvl1pPr>
            <a:lvl2pPr algn="ctr">
              <a:defRPr sz="2025" b="1">
                <a:solidFill>
                  <a:srgbClr val="AD7021"/>
                </a:solidFill>
                <a:latin typeface="Calibri"/>
                <a:ea typeface="Calibri"/>
                <a:cs typeface="Calibri"/>
              </a:defRPr>
            </a:lvl2pPr>
            <a:lvl3pPr algn="ctr">
              <a:defRPr sz="2025" b="1">
                <a:solidFill>
                  <a:srgbClr val="AD7021"/>
                </a:solidFill>
                <a:latin typeface="Calibri"/>
                <a:ea typeface="Calibri"/>
                <a:cs typeface="Calibri"/>
              </a:defRPr>
            </a:lvl3pPr>
            <a:lvl4pPr algn="ctr">
              <a:defRPr sz="2025" b="1">
                <a:solidFill>
                  <a:srgbClr val="AD7021"/>
                </a:solidFill>
                <a:latin typeface="Calibri"/>
                <a:ea typeface="Calibri"/>
                <a:cs typeface="Calibri"/>
              </a:defRPr>
            </a:lvl4pPr>
            <a:lvl5pPr algn="ctr">
              <a:defRPr sz="2025" b="1">
                <a:solidFill>
                  <a:srgbClr val="AD7021"/>
                </a:solidFill>
                <a:latin typeface="Calibri"/>
                <a:ea typeface="Calibri"/>
                <a:cs typeface="Calibri"/>
              </a:defRPr>
            </a:lvl5pPr>
            <a:lvl6pPr algn="ctr">
              <a:defRPr sz="2025" b="1">
                <a:solidFill>
                  <a:srgbClr val="AD7021"/>
                </a:solidFill>
                <a:latin typeface="Calibri"/>
                <a:ea typeface="Calibri"/>
                <a:cs typeface="Calibri"/>
              </a:defRPr>
            </a:lvl6pPr>
            <a:lvl7pPr algn="ctr">
              <a:defRPr sz="2025" b="1">
                <a:solidFill>
                  <a:srgbClr val="AD7021"/>
                </a:solidFill>
                <a:latin typeface="Calibri"/>
                <a:ea typeface="Calibri"/>
                <a:cs typeface="Calibri"/>
              </a:defRPr>
            </a:lvl7pPr>
            <a:lvl8pPr algn="ctr">
              <a:defRPr sz="2025" b="1">
                <a:solidFill>
                  <a:srgbClr val="AD7021"/>
                </a:solidFill>
                <a:latin typeface="Calibri"/>
                <a:ea typeface="Calibri"/>
                <a:cs typeface="Calibri"/>
              </a:defRPr>
            </a:lvl8pPr>
            <a:lvl9pPr algn="ctr">
              <a:defRPr sz="2025" b="1">
                <a:solidFill>
                  <a:srgbClr val="AD7021"/>
                </a:solidFill>
                <a:latin typeface="Calibri"/>
                <a:ea typeface="Calibri"/>
                <a:cs typeface="Calibri"/>
              </a:defRPr>
            </a:lvl9pPr>
          </a:lstStyle>
          <a:p xmlns:a="http://schemas.openxmlformats.org/drawingml/2006/main">
            <a:pPr algn="ctr">
              <a:defRPr sz="2025" b="1">
                <a:solidFill>
                  <a:srgbClr val="AD7021"/>
                </a:solidFill>
                <a:latin typeface="Calibri"/>
                <a:ea typeface="Calibri"/>
                <a:cs typeface="Calibri"/>
              </a:defRPr>
            </a:pPr>
            <a:r>
              <a:rPr sz="2025" b="1">
                <a:solidFill>
                  <a:srgbClr val="AD7021"/>
                </a:solidFill>
                <a:latin typeface="Calibri"/>
                <a:ea typeface="Calibri"/>
                <a:cs typeface="Calibri"/>
              </a:rPr>
              <a:t>SUPERIOR / INFERIOR</a:t>
            </a:r>
          </a:p>
        </p:txBody>
      </p:sp>
      <p:sp>
        <p:nvSpPr>
          <p:cNvPr id="18" name="detalle-2">
            <a:extLst xmlns:a="http://schemas.openxmlformats.org/drawingml/2006/main">
              <a:ext uri="{FF2B5EF4-FFF2-40B4-BE49-F238E27FC236}">
                <a16:creationId xmlns:a16="http://schemas.microsoft.com/office/drawing/2014/main" id="{7A2F4D7D-1483-4023-B04B-5205767CE575}"/>
              </a:ext>
            </a:extLst>
          </p:cNvPr>
          <p:cNvSpPr>
            <a:spLocks xmlns:a="http://schemas.openxmlformats.org/drawingml/2006/main" noGrp="1"/>
          </p:cNvSpPr>
          <p:nvPr/>
        </p:nvSpPr>
        <p:spPr>
          <a:xfrm xmlns:a="http://schemas.openxmlformats.org/drawingml/2006/main">
            <a:off x="8115300" y="5438775"/>
            <a:ext cx="327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0">
                <a:solidFill>
                  <a:srgbClr val="173E4B"/>
                </a:solidFill>
                <a:latin typeface="Calibri"/>
                <a:ea typeface="Calibri"/>
                <a:cs typeface="Calibri"/>
              </a:defRPr>
            </a:defPPr>
            <a:lvl1pPr algn="ctr">
              <a:defRPr sz="1875" b="0">
                <a:solidFill>
                  <a:srgbClr val="173E4B"/>
                </a:solidFill>
                <a:latin typeface="Calibri"/>
                <a:ea typeface="Calibri"/>
                <a:cs typeface="Calibri"/>
              </a:defRPr>
            </a:lvl1pPr>
            <a:lvl2pPr algn="ctr">
              <a:defRPr sz="1875" b="0">
                <a:solidFill>
                  <a:srgbClr val="173E4B"/>
                </a:solidFill>
                <a:latin typeface="Calibri"/>
                <a:ea typeface="Calibri"/>
                <a:cs typeface="Calibri"/>
              </a:defRPr>
            </a:lvl2pPr>
            <a:lvl3pPr algn="ctr">
              <a:defRPr sz="1875" b="0">
                <a:solidFill>
                  <a:srgbClr val="173E4B"/>
                </a:solidFill>
                <a:latin typeface="Calibri"/>
                <a:ea typeface="Calibri"/>
                <a:cs typeface="Calibri"/>
              </a:defRPr>
            </a:lvl3pPr>
            <a:lvl4pPr algn="ctr">
              <a:defRPr sz="1875" b="0">
                <a:solidFill>
                  <a:srgbClr val="173E4B"/>
                </a:solidFill>
                <a:latin typeface="Calibri"/>
                <a:ea typeface="Calibri"/>
                <a:cs typeface="Calibri"/>
              </a:defRPr>
            </a:lvl4pPr>
            <a:lvl5pPr algn="ctr">
              <a:defRPr sz="1875" b="0">
                <a:solidFill>
                  <a:srgbClr val="173E4B"/>
                </a:solidFill>
                <a:latin typeface="Calibri"/>
                <a:ea typeface="Calibri"/>
                <a:cs typeface="Calibri"/>
              </a:defRPr>
            </a:lvl5pPr>
            <a:lvl6pPr algn="ctr">
              <a:defRPr sz="1875" b="0">
                <a:solidFill>
                  <a:srgbClr val="173E4B"/>
                </a:solidFill>
                <a:latin typeface="Calibri"/>
                <a:ea typeface="Calibri"/>
                <a:cs typeface="Calibri"/>
              </a:defRPr>
            </a:lvl6pPr>
            <a:lvl7pPr algn="ctr">
              <a:defRPr sz="1875" b="0">
                <a:solidFill>
                  <a:srgbClr val="173E4B"/>
                </a:solidFill>
                <a:latin typeface="Calibri"/>
                <a:ea typeface="Calibri"/>
                <a:cs typeface="Calibri"/>
              </a:defRPr>
            </a:lvl7pPr>
            <a:lvl8pPr algn="ctr">
              <a:defRPr sz="1875" b="0">
                <a:solidFill>
                  <a:srgbClr val="173E4B"/>
                </a:solidFill>
                <a:latin typeface="Calibri"/>
                <a:ea typeface="Calibri"/>
                <a:cs typeface="Calibri"/>
              </a:defRPr>
            </a:lvl8pPr>
            <a:lvl9pPr algn="ctr">
              <a:defRPr sz="1875" b="0">
                <a:solidFill>
                  <a:srgbClr val="173E4B"/>
                </a:solidFill>
                <a:latin typeface="Calibri"/>
                <a:ea typeface="Calibri"/>
                <a:cs typeface="Calibri"/>
              </a:defRPr>
            </a:lvl9pPr>
          </a:lstStyle>
          <a:p xmlns:a="http://schemas.openxmlformats.org/drawingml/2006/main">
            <a:pPr algn="ctr">
              <a:defRPr sz="1875" b="0">
                <a:solidFill>
                  <a:srgbClr val="173E4B"/>
                </a:solidFill>
                <a:latin typeface="Calibri"/>
                <a:ea typeface="Calibri"/>
                <a:cs typeface="Calibri"/>
              </a:defRPr>
            </a:pPr>
            <a:r>
              <a:rPr sz="1875" b="0">
                <a:solidFill>
                  <a:srgbClr val="173E4B"/>
                </a:solidFill>
                <a:latin typeface="Calibri"/>
                <a:ea typeface="Calibri"/>
                <a:cs typeface="Calibri"/>
              </a:rPr>
              <a:t>Arriba y abajo del cuerpo.</a:t>
            </a:r>
          </a:p>
        </p:txBody>
      </p:sp>
      <p:sp>
        <p:nvSpPr>
          <p:cNvPr id="19" name="banda-idea">
            <a:extLst xmlns:a="http://schemas.openxmlformats.org/drawingml/2006/main">
              <a:ext uri="{FF2B5EF4-FFF2-40B4-BE49-F238E27FC236}">
                <a16:creationId xmlns:a16="http://schemas.microsoft.com/office/drawing/2014/main" id="{26808B1D-44DB-4AD4-9A75-9C5BD748A0B9}"/>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idea-clave">
            <a:extLst xmlns:a="http://schemas.openxmlformats.org/drawingml/2006/main">
              <a:ext uri="{FF2B5EF4-FFF2-40B4-BE49-F238E27FC236}">
                <a16:creationId xmlns:a16="http://schemas.microsoft.com/office/drawing/2014/main" id="{46013980-EE95-4339-93B5-CDBFF5B9708D}"/>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Plano: superficie imaginaria · Corte o sección: división real de una estructura.</a:t>
            </a:r>
          </a:p>
        </p:txBody>
      </p:sp>
      <p:sp>
        <p:nvSpPr>
          <p:cNvPr id="21" name="numero">
            <a:extLst xmlns:a="http://schemas.openxmlformats.org/drawingml/2006/main">
              <a:ext uri="{FF2B5EF4-FFF2-40B4-BE49-F238E27FC236}">
                <a16:creationId xmlns:a16="http://schemas.microsoft.com/office/drawing/2014/main" id="{4DFF40BA-1279-4E35-B1BC-FA70D4F15451}"/>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30</a:t>
            </a:r>
          </a:p>
        </p:txBody>
      </p:sp>
    </p:spTree>
    <p:extLst>
      <p:ext uri="{BB962C8B-B14F-4D97-AF65-F5344CB8AC3E}">
        <p14:creationId xmlns:p14="http://schemas.microsoft.com/office/powerpoint/2010/main" val="243402379"/>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5F9EB774-C69B-4C88-B7FB-164F2A1DBC67}"/>
              </a:ext>
            </a:extLst>
          </p:cNvPr>
          <p:cNvPicPr>
            <a:picLocks xmlns:a="http://schemas.openxmlformats.org/drawingml/2006/main" noChangeAspect="1"/>
          </p:cNvPicPr>
          <p:nvPr/>
        </p:nvPicPr>
        <p:blipFill>
          <a:blip xmlns:r="http://schemas.openxmlformats.org/officeDocument/2006/relationships" xmlns:a="http://schemas.openxmlformats.org/drawingml/2006/main" r:embed="R2ef676aa6e754d3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9EB7C198-AB77-4843-86F0-57B403DE9B65}"/>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El lenguaje de la ubicación</a:t>
            </a:r>
          </a:p>
        </p:txBody>
      </p:sp>
      <p:sp>
        <p:nvSpPr>
          <p:cNvPr id="3" name="fondo-direcciones">
            <a:extLst xmlns:a="http://schemas.openxmlformats.org/drawingml/2006/main">
              <a:ext uri="{FF2B5EF4-FFF2-40B4-BE49-F238E27FC236}">
                <a16:creationId xmlns:a16="http://schemas.microsoft.com/office/drawing/2014/main" id="{E7ACD516-5ECB-4F21-BEA7-362E7D5EA395}"/>
              </a:ext>
            </a:extLst>
          </p:cNvPr>
          <p:cNvSpPr>
            <a:spLocks xmlns:a="http://schemas.openxmlformats.org/drawingml/2006/main" noGrp="1"/>
          </p:cNvSpPr>
          <p:nvPr/>
        </p:nvSpPr>
        <p:spPr>
          <a:xfrm xmlns:a="http://schemas.openxmlformats.org/drawingml/2006/main">
            <a:off x="609600" y="1295400"/>
            <a:ext cx="10972800" cy="48387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par-0">
            <a:extLst xmlns:a="http://schemas.openxmlformats.org/drawingml/2006/main">
              <a:ext uri="{FF2B5EF4-FFF2-40B4-BE49-F238E27FC236}">
                <a16:creationId xmlns:a16="http://schemas.microsoft.com/office/drawing/2014/main" id="{3511FF0C-B844-408D-A415-50E652131D0A}"/>
              </a:ext>
            </a:extLst>
          </p:cNvPr>
          <p:cNvSpPr>
            <a:spLocks xmlns:a="http://schemas.openxmlformats.org/drawingml/2006/main" noGrp="1"/>
          </p:cNvSpPr>
          <p:nvPr/>
        </p:nvSpPr>
        <p:spPr>
          <a:xfrm xmlns:a="http://schemas.openxmlformats.org/drawingml/2006/main">
            <a:off x="762000" y="1438275"/>
            <a:ext cx="335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37A86"/>
                </a:solidFill>
                <a:latin typeface="Calibri"/>
                <a:ea typeface="Calibri"/>
                <a:cs typeface="Calibri"/>
              </a:defRPr>
            </a:defPPr>
            <a:lvl1pPr algn="l">
              <a:defRPr sz="2250" b="1">
                <a:solidFill>
                  <a:srgbClr val="237A86"/>
                </a:solidFill>
                <a:latin typeface="Calibri"/>
                <a:ea typeface="Calibri"/>
                <a:cs typeface="Calibri"/>
              </a:defRPr>
            </a:lvl1pPr>
            <a:lvl2pPr algn="l">
              <a:defRPr sz="2250" b="1">
                <a:solidFill>
                  <a:srgbClr val="237A86"/>
                </a:solidFill>
                <a:latin typeface="Calibri"/>
                <a:ea typeface="Calibri"/>
                <a:cs typeface="Calibri"/>
              </a:defRPr>
            </a:lvl2pPr>
            <a:lvl3pPr algn="l">
              <a:defRPr sz="2250" b="1">
                <a:solidFill>
                  <a:srgbClr val="237A86"/>
                </a:solidFill>
                <a:latin typeface="Calibri"/>
                <a:ea typeface="Calibri"/>
                <a:cs typeface="Calibri"/>
              </a:defRPr>
            </a:lvl3pPr>
            <a:lvl4pPr algn="l">
              <a:defRPr sz="2250" b="1">
                <a:solidFill>
                  <a:srgbClr val="237A86"/>
                </a:solidFill>
                <a:latin typeface="Calibri"/>
                <a:ea typeface="Calibri"/>
                <a:cs typeface="Calibri"/>
              </a:defRPr>
            </a:lvl4pPr>
            <a:lvl5pPr algn="l">
              <a:defRPr sz="2250" b="1">
                <a:solidFill>
                  <a:srgbClr val="237A86"/>
                </a:solidFill>
                <a:latin typeface="Calibri"/>
                <a:ea typeface="Calibri"/>
                <a:cs typeface="Calibri"/>
              </a:defRPr>
            </a:lvl5pPr>
            <a:lvl6pPr algn="l">
              <a:defRPr sz="2250" b="1">
                <a:solidFill>
                  <a:srgbClr val="237A86"/>
                </a:solidFill>
                <a:latin typeface="Calibri"/>
                <a:ea typeface="Calibri"/>
                <a:cs typeface="Calibri"/>
              </a:defRPr>
            </a:lvl6pPr>
            <a:lvl7pPr algn="l">
              <a:defRPr sz="2250" b="1">
                <a:solidFill>
                  <a:srgbClr val="237A86"/>
                </a:solidFill>
                <a:latin typeface="Calibri"/>
                <a:ea typeface="Calibri"/>
                <a:cs typeface="Calibri"/>
              </a:defRPr>
            </a:lvl7pPr>
            <a:lvl8pPr algn="l">
              <a:defRPr sz="2250" b="1">
                <a:solidFill>
                  <a:srgbClr val="237A86"/>
                </a:solidFill>
                <a:latin typeface="Calibri"/>
                <a:ea typeface="Calibri"/>
                <a:cs typeface="Calibri"/>
              </a:defRPr>
            </a:lvl8pPr>
            <a:lvl9pPr algn="l">
              <a:defRPr sz="2250" b="1">
                <a:solidFill>
                  <a:srgbClr val="237A86"/>
                </a:solidFill>
                <a:latin typeface="Calibri"/>
                <a:ea typeface="Calibri"/>
                <a:cs typeface="Calibri"/>
              </a:defRPr>
            </a:lvl9pPr>
          </a:lstStyle>
          <a:p xmlns:a="http://schemas.openxmlformats.org/drawingml/2006/main">
            <a:pPr algn="l">
              <a:defRPr sz="2250" b="1">
                <a:solidFill>
                  <a:srgbClr val="237A86"/>
                </a:solidFill>
                <a:latin typeface="Calibri"/>
                <a:ea typeface="Calibri"/>
                <a:cs typeface="Calibri"/>
              </a:defRPr>
            </a:pPr>
            <a:r>
              <a:rPr sz="2250" b="1">
                <a:solidFill>
                  <a:srgbClr val="237A86"/>
                </a:solidFill>
                <a:latin typeface="Calibri"/>
                <a:ea typeface="Calibri"/>
                <a:cs typeface="Calibri"/>
              </a:rPr>
              <a:t>Superior / inferior</a:t>
            </a:r>
          </a:p>
        </p:txBody>
      </p:sp>
      <p:sp>
        <p:nvSpPr>
          <p:cNvPr id="5" name="raya-0">
            <a:extLst xmlns:a="http://schemas.openxmlformats.org/drawingml/2006/main">
              <a:ext uri="{FF2B5EF4-FFF2-40B4-BE49-F238E27FC236}">
                <a16:creationId xmlns:a16="http://schemas.microsoft.com/office/drawing/2014/main" id="{60F04A9E-79E6-4BB5-8CD2-4833AD2D21E7}"/>
              </a:ext>
            </a:extLst>
          </p:cNvPr>
          <p:cNvSpPr>
            <a:spLocks xmlns:a="http://schemas.openxmlformats.org/drawingml/2006/main" noGrp="1"/>
          </p:cNvSpPr>
          <p:nvPr/>
        </p:nvSpPr>
        <p:spPr>
          <a:xfrm xmlns:a="http://schemas.openxmlformats.org/drawingml/2006/main">
            <a:off x="762000" y="2085975"/>
            <a:ext cx="3048000" cy="38100"/>
          </a:xfrm>
          <a:prstGeom xmlns:a="http://schemas.openxmlformats.org/drawingml/2006/main" prst="rect">
            <a:avLst/>
          </a:prstGeom>
          <a:solidFill xmlns:a="http://schemas.openxmlformats.org/drawingml/2006/main">
            <a:srgbClr val="237A86"/>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937FCFA4-2810-45FB-AC52-5043F27FA67C}"/>
              </a:ext>
            </a:extLst>
          </p:cNvPr>
          <p:cNvPicPr>
            <a:picLocks xmlns:a="http://schemas.openxmlformats.org/drawingml/2006/main" noChangeAspect="1"/>
          </p:cNvPicPr>
          <p:nvPr/>
        </p:nvPicPr>
        <p:blipFill>
          <a:blip xmlns:r="http://schemas.openxmlformats.org/officeDocument/2006/relationships" xmlns:a="http://schemas.openxmlformats.org/drawingml/2006/main" r:embed="R12ad107bee4946c4"/>
          <a:stretch xmlns:a="http://schemas.openxmlformats.org/drawingml/2006/main"/>
        </p:blipFill>
        <p:spPr>
          <a:xfrm xmlns:a="http://schemas.openxmlformats.org/drawingml/2006/main">
            <a:off x="775395" y="2200275"/>
            <a:ext cx="1278136" cy="1076325"/>
          </a:xfrm>
          <a:prstGeom xmlns:a="http://schemas.openxmlformats.org/drawingml/2006/main" prst="rect">
            <a:avLst/>
          </a:prstGeom>
        </p:spPr>
      </p:pic>
      <p:sp>
        <p:nvSpPr>
          <p:cNvPr id="7" name="significado-0">
            <a:extLst xmlns:a="http://schemas.openxmlformats.org/drawingml/2006/main">
              <a:ext uri="{FF2B5EF4-FFF2-40B4-BE49-F238E27FC236}">
                <a16:creationId xmlns:a16="http://schemas.microsoft.com/office/drawing/2014/main" id="{E307E53B-FF56-437C-9E68-8BDCBF6A7C77}"/>
              </a:ext>
            </a:extLst>
          </p:cNvPr>
          <p:cNvSpPr>
            <a:spLocks xmlns:a="http://schemas.openxmlformats.org/drawingml/2006/main" noGrp="1"/>
          </p:cNvSpPr>
          <p:nvPr/>
        </p:nvSpPr>
        <p:spPr>
          <a:xfrm xmlns:a="http://schemas.openxmlformats.org/drawingml/2006/main">
            <a:off x="2200275" y="2181225"/>
            <a:ext cx="19145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E4B"/>
                </a:solidFill>
                <a:latin typeface="Calibri"/>
                <a:ea typeface="Calibri"/>
                <a:cs typeface="Calibri"/>
              </a:defRPr>
            </a:defPPr>
            <a:lvl1pPr algn="l">
              <a:defRPr sz="1800" b="0">
                <a:solidFill>
                  <a:srgbClr val="173E4B"/>
                </a:solidFill>
                <a:latin typeface="Calibri"/>
                <a:ea typeface="Calibri"/>
                <a:cs typeface="Calibri"/>
              </a:defRPr>
            </a:lvl1pPr>
            <a:lvl2pPr algn="l">
              <a:defRPr sz="1800" b="0">
                <a:solidFill>
                  <a:srgbClr val="173E4B"/>
                </a:solidFill>
                <a:latin typeface="Calibri"/>
                <a:ea typeface="Calibri"/>
                <a:cs typeface="Calibri"/>
              </a:defRPr>
            </a:lvl2pPr>
            <a:lvl3pPr algn="l">
              <a:defRPr sz="1800" b="0">
                <a:solidFill>
                  <a:srgbClr val="173E4B"/>
                </a:solidFill>
                <a:latin typeface="Calibri"/>
                <a:ea typeface="Calibri"/>
                <a:cs typeface="Calibri"/>
              </a:defRPr>
            </a:lvl3pPr>
            <a:lvl4pPr algn="l">
              <a:defRPr sz="1800" b="0">
                <a:solidFill>
                  <a:srgbClr val="173E4B"/>
                </a:solidFill>
                <a:latin typeface="Calibri"/>
                <a:ea typeface="Calibri"/>
                <a:cs typeface="Calibri"/>
              </a:defRPr>
            </a:lvl4pPr>
            <a:lvl5pPr algn="l">
              <a:defRPr sz="1800" b="0">
                <a:solidFill>
                  <a:srgbClr val="173E4B"/>
                </a:solidFill>
                <a:latin typeface="Calibri"/>
                <a:ea typeface="Calibri"/>
                <a:cs typeface="Calibri"/>
              </a:defRPr>
            </a:lvl5pPr>
            <a:lvl6pPr algn="l">
              <a:defRPr sz="1800" b="0">
                <a:solidFill>
                  <a:srgbClr val="173E4B"/>
                </a:solidFill>
                <a:latin typeface="Calibri"/>
                <a:ea typeface="Calibri"/>
                <a:cs typeface="Calibri"/>
              </a:defRPr>
            </a:lvl6pPr>
            <a:lvl7pPr algn="l">
              <a:defRPr sz="1800" b="0">
                <a:solidFill>
                  <a:srgbClr val="173E4B"/>
                </a:solidFill>
                <a:latin typeface="Calibri"/>
                <a:ea typeface="Calibri"/>
                <a:cs typeface="Calibri"/>
              </a:defRPr>
            </a:lvl7pPr>
            <a:lvl8pPr algn="l">
              <a:defRPr sz="1800" b="0">
                <a:solidFill>
                  <a:srgbClr val="173E4B"/>
                </a:solidFill>
                <a:latin typeface="Calibri"/>
                <a:ea typeface="Calibri"/>
                <a:cs typeface="Calibri"/>
              </a:defRPr>
            </a:lvl8pPr>
            <a:lvl9pPr algn="l">
              <a:defRPr sz="1800" b="0">
                <a:solidFill>
                  <a:srgbClr val="173E4B"/>
                </a:solidFill>
                <a:latin typeface="Calibri"/>
                <a:ea typeface="Calibri"/>
                <a:cs typeface="Calibri"/>
              </a:defRPr>
            </a:lvl9pPr>
          </a:lstStyle>
          <a:p xmlns:a="http://schemas.openxmlformats.org/drawingml/2006/main">
            <a:pPr algn="l">
              <a:defRPr sz="1800" b="0">
                <a:solidFill>
                  <a:srgbClr val="173E4B"/>
                </a:solidFill>
                <a:latin typeface="Calibri"/>
                <a:ea typeface="Calibri"/>
                <a:cs typeface="Calibri"/>
              </a:defRPr>
            </a:pPr>
            <a:r>
              <a:rPr sz="1800" b="0">
                <a:solidFill>
                  <a:srgbClr val="173E4B"/>
                </a:solidFill>
                <a:latin typeface="Calibri"/>
                <a:ea typeface="Calibri"/>
                <a:cs typeface="Calibri"/>
              </a:rPr>
              <a:t>↑ Cabeza      ↓ Pies</a:t>
            </a:r>
          </a:p>
        </p:txBody>
      </p:sp>
      <p:sp>
        <p:nvSpPr>
          <p:cNvPr id="8" name="ejemplo-0">
            <a:extLst xmlns:a="http://schemas.openxmlformats.org/drawingml/2006/main">
              <a:ext uri="{FF2B5EF4-FFF2-40B4-BE49-F238E27FC236}">
                <a16:creationId xmlns:a16="http://schemas.microsoft.com/office/drawing/2014/main" id="{1BB72D1B-A9D5-4183-910A-30418E04CF35}"/>
              </a:ext>
            </a:extLst>
          </p:cNvPr>
          <p:cNvSpPr>
            <a:spLocks xmlns:a="http://schemas.openxmlformats.org/drawingml/2006/main" noGrp="1"/>
          </p:cNvSpPr>
          <p:nvPr/>
        </p:nvSpPr>
        <p:spPr>
          <a:xfrm xmlns:a="http://schemas.openxmlformats.org/drawingml/2006/main">
            <a:off x="762000" y="3257550"/>
            <a:ext cx="331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53686C"/>
                </a:solidFill>
                <a:latin typeface="Calibri"/>
                <a:ea typeface="Calibri"/>
                <a:cs typeface="Calibri"/>
              </a:defRPr>
            </a:defPPr>
            <a:lvl1pPr algn="l">
              <a:defRPr sz="1650" b="0">
                <a:solidFill>
                  <a:srgbClr val="53686C"/>
                </a:solidFill>
                <a:latin typeface="Calibri"/>
                <a:ea typeface="Calibri"/>
                <a:cs typeface="Calibri"/>
              </a:defRPr>
            </a:lvl1pPr>
            <a:lvl2pPr algn="l">
              <a:defRPr sz="1650" b="0">
                <a:solidFill>
                  <a:srgbClr val="53686C"/>
                </a:solidFill>
                <a:latin typeface="Calibri"/>
                <a:ea typeface="Calibri"/>
                <a:cs typeface="Calibri"/>
              </a:defRPr>
            </a:lvl2pPr>
            <a:lvl3pPr algn="l">
              <a:defRPr sz="1650" b="0">
                <a:solidFill>
                  <a:srgbClr val="53686C"/>
                </a:solidFill>
                <a:latin typeface="Calibri"/>
                <a:ea typeface="Calibri"/>
                <a:cs typeface="Calibri"/>
              </a:defRPr>
            </a:lvl3pPr>
            <a:lvl4pPr algn="l">
              <a:defRPr sz="1650" b="0">
                <a:solidFill>
                  <a:srgbClr val="53686C"/>
                </a:solidFill>
                <a:latin typeface="Calibri"/>
                <a:ea typeface="Calibri"/>
                <a:cs typeface="Calibri"/>
              </a:defRPr>
            </a:lvl4pPr>
            <a:lvl5pPr algn="l">
              <a:defRPr sz="1650" b="0">
                <a:solidFill>
                  <a:srgbClr val="53686C"/>
                </a:solidFill>
                <a:latin typeface="Calibri"/>
                <a:ea typeface="Calibri"/>
                <a:cs typeface="Calibri"/>
              </a:defRPr>
            </a:lvl5pPr>
            <a:lvl6pPr algn="l">
              <a:defRPr sz="1650" b="0">
                <a:solidFill>
                  <a:srgbClr val="53686C"/>
                </a:solidFill>
                <a:latin typeface="Calibri"/>
                <a:ea typeface="Calibri"/>
                <a:cs typeface="Calibri"/>
              </a:defRPr>
            </a:lvl6pPr>
            <a:lvl7pPr algn="l">
              <a:defRPr sz="1650" b="0">
                <a:solidFill>
                  <a:srgbClr val="53686C"/>
                </a:solidFill>
                <a:latin typeface="Calibri"/>
                <a:ea typeface="Calibri"/>
                <a:cs typeface="Calibri"/>
              </a:defRPr>
            </a:lvl7pPr>
            <a:lvl8pPr algn="l">
              <a:defRPr sz="1650" b="0">
                <a:solidFill>
                  <a:srgbClr val="53686C"/>
                </a:solidFill>
                <a:latin typeface="Calibri"/>
                <a:ea typeface="Calibri"/>
                <a:cs typeface="Calibri"/>
              </a:defRPr>
            </a:lvl8pPr>
            <a:lvl9pPr algn="l">
              <a:defRPr sz="1650" b="0">
                <a:solidFill>
                  <a:srgbClr val="53686C"/>
                </a:solidFill>
                <a:latin typeface="Calibri"/>
                <a:ea typeface="Calibri"/>
                <a:cs typeface="Calibri"/>
              </a:defRPr>
            </a:lvl9pPr>
          </a:lstStyle>
          <a:p xmlns:a="http://schemas.openxmlformats.org/drawingml/2006/main">
            <a:pPr algn="l">
              <a:defRPr sz="1650" b="0">
                <a:solidFill>
                  <a:srgbClr val="53686C"/>
                </a:solidFill>
                <a:latin typeface="Calibri"/>
                <a:ea typeface="Calibri"/>
                <a:cs typeface="Calibri"/>
              </a:defRPr>
            </a:pPr>
            <a:r>
              <a:rPr sz="1650" b="0">
                <a:solidFill>
                  <a:srgbClr val="53686C"/>
                </a:solidFill>
                <a:latin typeface="Calibri"/>
                <a:ea typeface="Calibri"/>
                <a:cs typeface="Calibri"/>
              </a:rPr>
              <a:t>Corazón: superior al diafragma.</a:t>
            </a:r>
          </a:p>
        </p:txBody>
      </p:sp>
      <p:sp>
        <p:nvSpPr>
          <p:cNvPr id="9" name="par-1">
            <a:extLst xmlns:a="http://schemas.openxmlformats.org/drawingml/2006/main">
              <a:ext uri="{FF2B5EF4-FFF2-40B4-BE49-F238E27FC236}">
                <a16:creationId xmlns:a16="http://schemas.microsoft.com/office/drawing/2014/main" id="{B25E3120-50D2-4400-A608-2CA53BB46FA2}"/>
              </a:ext>
            </a:extLst>
          </p:cNvPr>
          <p:cNvSpPr>
            <a:spLocks xmlns:a="http://schemas.openxmlformats.org/drawingml/2006/main" noGrp="1"/>
          </p:cNvSpPr>
          <p:nvPr/>
        </p:nvSpPr>
        <p:spPr>
          <a:xfrm xmlns:a="http://schemas.openxmlformats.org/drawingml/2006/main">
            <a:off x="4419600" y="1438275"/>
            <a:ext cx="335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6E5198"/>
                </a:solidFill>
                <a:latin typeface="Calibri"/>
                <a:ea typeface="Calibri"/>
                <a:cs typeface="Calibri"/>
              </a:defRPr>
            </a:defPPr>
            <a:lvl1pPr algn="l">
              <a:defRPr sz="2250" b="1">
                <a:solidFill>
                  <a:srgbClr val="6E5198"/>
                </a:solidFill>
                <a:latin typeface="Calibri"/>
                <a:ea typeface="Calibri"/>
                <a:cs typeface="Calibri"/>
              </a:defRPr>
            </a:lvl1pPr>
            <a:lvl2pPr algn="l">
              <a:defRPr sz="2250" b="1">
                <a:solidFill>
                  <a:srgbClr val="6E5198"/>
                </a:solidFill>
                <a:latin typeface="Calibri"/>
                <a:ea typeface="Calibri"/>
                <a:cs typeface="Calibri"/>
              </a:defRPr>
            </a:lvl2pPr>
            <a:lvl3pPr algn="l">
              <a:defRPr sz="2250" b="1">
                <a:solidFill>
                  <a:srgbClr val="6E5198"/>
                </a:solidFill>
                <a:latin typeface="Calibri"/>
                <a:ea typeface="Calibri"/>
                <a:cs typeface="Calibri"/>
              </a:defRPr>
            </a:lvl3pPr>
            <a:lvl4pPr algn="l">
              <a:defRPr sz="2250" b="1">
                <a:solidFill>
                  <a:srgbClr val="6E5198"/>
                </a:solidFill>
                <a:latin typeface="Calibri"/>
                <a:ea typeface="Calibri"/>
                <a:cs typeface="Calibri"/>
              </a:defRPr>
            </a:lvl4pPr>
            <a:lvl5pPr algn="l">
              <a:defRPr sz="2250" b="1">
                <a:solidFill>
                  <a:srgbClr val="6E5198"/>
                </a:solidFill>
                <a:latin typeface="Calibri"/>
                <a:ea typeface="Calibri"/>
                <a:cs typeface="Calibri"/>
              </a:defRPr>
            </a:lvl5pPr>
            <a:lvl6pPr algn="l">
              <a:defRPr sz="2250" b="1">
                <a:solidFill>
                  <a:srgbClr val="6E5198"/>
                </a:solidFill>
                <a:latin typeface="Calibri"/>
                <a:ea typeface="Calibri"/>
                <a:cs typeface="Calibri"/>
              </a:defRPr>
            </a:lvl6pPr>
            <a:lvl7pPr algn="l">
              <a:defRPr sz="2250" b="1">
                <a:solidFill>
                  <a:srgbClr val="6E5198"/>
                </a:solidFill>
                <a:latin typeface="Calibri"/>
                <a:ea typeface="Calibri"/>
                <a:cs typeface="Calibri"/>
              </a:defRPr>
            </a:lvl7pPr>
            <a:lvl8pPr algn="l">
              <a:defRPr sz="2250" b="1">
                <a:solidFill>
                  <a:srgbClr val="6E5198"/>
                </a:solidFill>
                <a:latin typeface="Calibri"/>
                <a:ea typeface="Calibri"/>
                <a:cs typeface="Calibri"/>
              </a:defRPr>
            </a:lvl8pPr>
            <a:lvl9pPr algn="l">
              <a:defRPr sz="2250" b="1">
                <a:solidFill>
                  <a:srgbClr val="6E5198"/>
                </a:solidFill>
                <a:latin typeface="Calibri"/>
                <a:ea typeface="Calibri"/>
                <a:cs typeface="Calibri"/>
              </a:defRPr>
            </a:lvl9pPr>
          </a:lstStyle>
          <a:p xmlns:a="http://schemas.openxmlformats.org/drawingml/2006/main">
            <a:pPr algn="l">
              <a:defRPr sz="2250" b="1">
                <a:solidFill>
                  <a:srgbClr val="6E5198"/>
                </a:solidFill>
                <a:latin typeface="Calibri"/>
                <a:ea typeface="Calibri"/>
                <a:cs typeface="Calibri"/>
              </a:defRPr>
            </a:pPr>
            <a:r>
              <a:rPr sz="2250" b="1">
                <a:solidFill>
                  <a:srgbClr val="6E5198"/>
                </a:solidFill>
                <a:latin typeface="Calibri"/>
                <a:ea typeface="Calibri"/>
                <a:cs typeface="Calibri"/>
              </a:rPr>
              <a:t>Anterior / posterior</a:t>
            </a:r>
          </a:p>
        </p:txBody>
      </p:sp>
      <p:sp>
        <p:nvSpPr>
          <p:cNvPr id="10" name="raya-1">
            <a:extLst xmlns:a="http://schemas.openxmlformats.org/drawingml/2006/main">
              <a:ext uri="{FF2B5EF4-FFF2-40B4-BE49-F238E27FC236}">
                <a16:creationId xmlns:a16="http://schemas.microsoft.com/office/drawing/2014/main" id="{51F88831-8D51-4E12-8893-CFD06112BD1B}"/>
              </a:ext>
            </a:extLst>
          </p:cNvPr>
          <p:cNvSpPr>
            <a:spLocks xmlns:a="http://schemas.openxmlformats.org/drawingml/2006/main" noGrp="1"/>
          </p:cNvSpPr>
          <p:nvPr/>
        </p:nvSpPr>
        <p:spPr>
          <a:xfrm xmlns:a="http://schemas.openxmlformats.org/drawingml/2006/main">
            <a:off x="4419600" y="2085975"/>
            <a:ext cx="3048000" cy="38100"/>
          </a:xfrm>
          <a:prstGeom xmlns:a="http://schemas.openxmlformats.org/drawingml/2006/main" prst="rect">
            <a:avLst/>
          </a:prstGeom>
          <a:solidFill xmlns:a="http://schemas.openxmlformats.org/drawingml/2006/main">
            <a:srgbClr val="6E5198"/>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48ABA2B2-0469-4F4D-A7F5-BEF3E232C349}"/>
              </a:ext>
            </a:extLst>
          </p:cNvPr>
          <p:cNvPicPr>
            <a:picLocks xmlns:a="http://schemas.openxmlformats.org/drawingml/2006/main" noChangeAspect="1"/>
          </p:cNvPicPr>
          <p:nvPr/>
        </p:nvPicPr>
        <p:blipFill>
          <a:blip xmlns:r="http://schemas.openxmlformats.org/officeDocument/2006/relationships" xmlns:a="http://schemas.openxmlformats.org/drawingml/2006/main" r:embed="R5abac87105944658"/>
          <a:stretch xmlns:a="http://schemas.openxmlformats.org/drawingml/2006/main"/>
        </p:blipFill>
        <p:spPr>
          <a:xfrm xmlns:a="http://schemas.openxmlformats.org/drawingml/2006/main">
            <a:off x="4432995" y="2200275"/>
            <a:ext cx="1278136" cy="1076325"/>
          </a:xfrm>
          <a:prstGeom xmlns:a="http://schemas.openxmlformats.org/drawingml/2006/main" prst="rect">
            <a:avLst/>
          </a:prstGeom>
        </p:spPr>
      </p:pic>
      <p:sp>
        <p:nvSpPr>
          <p:cNvPr id="12" name="significado-1">
            <a:extLst xmlns:a="http://schemas.openxmlformats.org/drawingml/2006/main">
              <a:ext uri="{FF2B5EF4-FFF2-40B4-BE49-F238E27FC236}">
                <a16:creationId xmlns:a16="http://schemas.microsoft.com/office/drawing/2014/main" id="{77F57D06-B087-40F6-9C24-3CD70A91646D}"/>
              </a:ext>
            </a:extLst>
          </p:cNvPr>
          <p:cNvSpPr>
            <a:spLocks xmlns:a="http://schemas.openxmlformats.org/drawingml/2006/main" noGrp="1"/>
          </p:cNvSpPr>
          <p:nvPr/>
        </p:nvSpPr>
        <p:spPr>
          <a:xfrm xmlns:a="http://schemas.openxmlformats.org/drawingml/2006/main">
            <a:off x="5857875" y="2181225"/>
            <a:ext cx="19145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E4B"/>
                </a:solidFill>
                <a:latin typeface="Calibri"/>
                <a:ea typeface="Calibri"/>
                <a:cs typeface="Calibri"/>
              </a:defRPr>
            </a:defPPr>
            <a:lvl1pPr algn="l">
              <a:defRPr sz="1800" b="0">
                <a:solidFill>
                  <a:srgbClr val="173E4B"/>
                </a:solidFill>
                <a:latin typeface="Calibri"/>
                <a:ea typeface="Calibri"/>
                <a:cs typeface="Calibri"/>
              </a:defRPr>
            </a:lvl1pPr>
            <a:lvl2pPr algn="l">
              <a:defRPr sz="1800" b="0">
                <a:solidFill>
                  <a:srgbClr val="173E4B"/>
                </a:solidFill>
                <a:latin typeface="Calibri"/>
                <a:ea typeface="Calibri"/>
                <a:cs typeface="Calibri"/>
              </a:defRPr>
            </a:lvl2pPr>
            <a:lvl3pPr algn="l">
              <a:defRPr sz="1800" b="0">
                <a:solidFill>
                  <a:srgbClr val="173E4B"/>
                </a:solidFill>
                <a:latin typeface="Calibri"/>
                <a:ea typeface="Calibri"/>
                <a:cs typeface="Calibri"/>
              </a:defRPr>
            </a:lvl3pPr>
            <a:lvl4pPr algn="l">
              <a:defRPr sz="1800" b="0">
                <a:solidFill>
                  <a:srgbClr val="173E4B"/>
                </a:solidFill>
                <a:latin typeface="Calibri"/>
                <a:ea typeface="Calibri"/>
                <a:cs typeface="Calibri"/>
              </a:defRPr>
            </a:lvl4pPr>
            <a:lvl5pPr algn="l">
              <a:defRPr sz="1800" b="0">
                <a:solidFill>
                  <a:srgbClr val="173E4B"/>
                </a:solidFill>
                <a:latin typeface="Calibri"/>
                <a:ea typeface="Calibri"/>
                <a:cs typeface="Calibri"/>
              </a:defRPr>
            </a:lvl5pPr>
            <a:lvl6pPr algn="l">
              <a:defRPr sz="1800" b="0">
                <a:solidFill>
                  <a:srgbClr val="173E4B"/>
                </a:solidFill>
                <a:latin typeface="Calibri"/>
                <a:ea typeface="Calibri"/>
                <a:cs typeface="Calibri"/>
              </a:defRPr>
            </a:lvl6pPr>
            <a:lvl7pPr algn="l">
              <a:defRPr sz="1800" b="0">
                <a:solidFill>
                  <a:srgbClr val="173E4B"/>
                </a:solidFill>
                <a:latin typeface="Calibri"/>
                <a:ea typeface="Calibri"/>
                <a:cs typeface="Calibri"/>
              </a:defRPr>
            </a:lvl7pPr>
            <a:lvl8pPr algn="l">
              <a:defRPr sz="1800" b="0">
                <a:solidFill>
                  <a:srgbClr val="173E4B"/>
                </a:solidFill>
                <a:latin typeface="Calibri"/>
                <a:ea typeface="Calibri"/>
                <a:cs typeface="Calibri"/>
              </a:defRPr>
            </a:lvl8pPr>
            <a:lvl9pPr algn="l">
              <a:defRPr sz="1800" b="0">
                <a:solidFill>
                  <a:srgbClr val="173E4B"/>
                </a:solidFill>
                <a:latin typeface="Calibri"/>
                <a:ea typeface="Calibri"/>
                <a:cs typeface="Calibri"/>
              </a:defRPr>
            </a:lvl9pPr>
          </a:lstStyle>
          <a:p xmlns:a="http://schemas.openxmlformats.org/drawingml/2006/main">
            <a:pPr algn="l">
              <a:defRPr sz="1800" b="0">
                <a:solidFill>
                  <a:srgbClr val="173E4B"/>
                </a:solidFill>
                <a:latin typeface="Calibri"/>
                <a:ea typeface="Calibri"/>
                <a:cs typeface="Calibri"/>
              </a:defRPr>
            </a:pPr>
            <a:r>
              <a:rPr sz="1800" b="0">
                <a:solidFill>
                  <a:srgbClr val="173E4B"/>
                </a:solidFill>
                <a:latin typeface="Calibri"/>
                <a:ea typeface="Calibri"/>
                <a:cs typeface="Calibri"/>
              </a:rPr>
              <a:t>Delante       Detrás</a:t>
            </a:r>
          </a:p>
        </p:txBody>
      </p:sp>
      <p:sp>
        <p:nvSpPr>
          <p:cNvPr id="13" name="ejemplo-1">
            <a:extLst xmlns:a="http://schemas.openxmlformats.org/drawingml/2006/main">
              <a:ext uri="{FF2B5EF4-FFF2-40B4-BE49-F238E27FC236}">
                <a16:creationId xmlns:a16="http://schemas.microsoft.com/office/drawing/2014/main" id="{C5C1C8AA-B413-4E84-9852-BA2507758FFD}"/>
              </a:ext>
            </a:extLst>
          </p:cNvPr>
          <p:cNvSpPr>
            <a:spLocks xmlns:a="http://schemas.openxmlformats.org/drawingml/2006/main" noGrp="1"/>
          </p:cNvSpPr>
          <p:nvPr/>
        </p:nvSpPr>
        <p:spPr>
          <a:xfrm xmlns:a="http://schemas.openxmlformats.org/drawingml/2006/main">
            <a:off x="4419600" y="3257550"/>
            <a:ext cx="331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53686C"/>
                </a:solidFill>
                <a:latin typeface="Calibri"/>
                <a:ea typeface="Calibri"/>
                <a:cs typeface="Calibri"/>
              </a:defRPr>
            </a:defPPr>
            <a:lvl1pPr algn="l">
              <a:defRPr sz="1650" b="0">
                <a:solidFill>
                  <a:srgbClr val="53686C"/>
                </a:solidFill>
                <a:latin typeface="Calibri"/>
                <a:ea typeface="Calibri"/>
                <a:cs typeface="Calibri"/>
              </a:defRPr>
            </a:lvl1pPr>
            <a:lvl2pPr algn="l">
              <a:defRPr sz="1650" b="0">
                <a:solidFill>
                  <a:srgbClr val="53686C"/>
                </a:solidFill>
                <a:latin typeface="Calibri"/>
                <a:ea typeface="Calibri"/>
                <a:cs typeface="Calibri"/>
              </a:defRPr>
            </a:lvl2pPr>
            <a:lvl3pPr algn="l">
              <a:defRPr sz="1650" b="0">
                <a:solidFill>
                  <a:srgbClr val="53686C"/>
                </a:solidFill>
                <a:latin typeface="Calibri"/>
                <a:ea typeface="Calibri"/>
                <a:cs typeface="Calibri"/>
              </a:defRPr>
            </a:lvl3pPr>
            <a:lvl4pPr algn="l">
              <a:defRPr sz="1650" b="0">
                <a:solidFill>
                  <a:srgbClr val="53686C"/>
                </a:solidFill>
                <a:latin typeface="Calibri"/>
                <a:ea typeface="Calibri"/>
                <a:cs typeface="Calibri"/>
              </a:defRPr>
            </a:lvl4pPr>
            <a:lvl5pPr algn="l">
              <a:defRPr sz="1650" b="0">
                <a:solidFill>
                  <a:srgbClr val="53686C"/>
                </a:solidFill>
                <a:latin typeface="Calibri"/>
                <a:ea typeface="Calibri"/>
                <a:cs typeface="Calibri"/>
              </a:defRPr>
            </a:lvl5pPr>
            <a:lvl6pPr algn="l">
              <a:defRPr sz="1650" b="0">
                <a:solidFill>
                  <a:srgbClr val="53686C"/>
                </a:solidFill>
                <a:latin typeface="Calibri"/>
                <a:ea typeface="Calibri"/>
                <a:cs typeface="Calibri"/>
              </a:defRPr>
            </a:lvl6pPr>
            <a:lvl7pPr algn="l">
              <a:defRPr sz="1650" b="0">
                <a:solidFill>
                  <a:srgbClr val="53686C"/>
                </a:solidFill>
                <a:latin typeface="Calibri"/>
                <a:ea typeface="Calibri"/>
                <a:cs typeface="Calibri"/>
              </a:defRPr>
            </a:lvl7pPr>
            <a:lvl8pPr algn="l">
              <a:defRPr sz="1650" b="0">
                <a:solidFill>
                  <a:srgbClr val="53686C"/>
                </a:solidFill>
                <a:latin typeface="Calibri"/>
                <a:ea typeface="Calibri"/>
                <a:cs typeface="Calibri"/>
              </a:defRPr>
            </a:lvl8pPr>
            <a:lvl9pPr algn="l">
              <a:defRPr sz="1650" b="0">
                <a:solidFill>
                  <a:srgbClr val="53686C"/>
                </a:solidFill>
                <a:latin typeface="Calibri"/>
                <a:ea typeface="Calibri"/>
                <a:cs typeface="Calibri"/>
              </a:defRPr>
            </a:lvl9pPr>
          </a:lstStyle>
          <a:p xmlns:a="http://schemas.openxmlformats.org/drawingml/2006/main">
            <a:pPr algn="l">
              <a:defRPr sz="1650" b="0">
                <a:solidFill>
                  <a:srgbClr val="53686C"/>
                </a:solidFill>
                <a:latin typeface="Calibri"/>
                <a:ea typeface="Calibri"/>
                <a:cs typeface="Calibri"/>
              </a:defRPr>
            </a:pPr>
            <a:r>
              <a:rPr sz="1650" b="0">
                <a:solidFill>
                  <a:srgbClr val="53686C"/>
                </a:solidFill>
                <a:latin typeface="Calibri"/>
                <a:ea typeface="Calibri"/>
                <a:cs typeface="Calibri"/>
              </a:rPr>
              <a:t>Esternón: anterior al corazón.</a:t>
            </a:r>
          </a:p>
        </p:txBody>
      </p:sp>
      <p:sp>
        <p:nvSpPr>
          <p:cNvPr id="14" name="par-2">
            <a:extLst xmlns:a="http://schemas.openxmlformats.org/drawingml/2006/main">
              <a:ext uri="{FF2B5EF4-FFF2-40B4-BE49-F238E27FC236}">
                <a16:creationId xmlns:a16="http://schemas.microsoft.com/office/drawing/2014/main" id="{54691CEF-7C34-442F-B946-0740EFDF04CE}"/>
              </a:ext>
            </a:extLst>
          </p:cNvPr>
          <p:cNvSpPr>
            <a:spLocks xmlns:a="http://schemas.openxmlformats.org/drawingml/2006/main" noGrp="1"/>
          </p:cNvSpPr>
          <p:nvPr/>
        </p:nvSpPr>
        <p:spPr>
          <a:xfrm xmlns:a="http://schemas.openxmlformats.org/drawingml/2006/main">
            <a:off x="8077200" y="1438275"/>
            <a:ext cx="335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AD7021"/>
                </a:solidFill>
                <a:latin typeface="Calibri"/>
                <a:ea typeface="Calibri"/>
                <a:cs typeface="Calibri"/>
              </a:defRPr>
            </a:defPPr>
            <a:lvl1pPr algn="l">
              <a:defRPr sz="2250" b="1">
                <a:solidFill>
                  <a:srgbClr val="AD7021"/>
                </a:solidFill>
                <a:latin typeface="Calibri"/>
                <a:ea typeface="Calibri"/>
                <a:cs typeface="Calibri"/>
              </a:defRPr>
            </a:lvl1pPr>
            <a:lvl2pPr algn="l">
              <a:defRPr sz="2250" b="1">
                <a:solidFill>
                  <a:srgbClr val="AD7021"/>
                </a:solidFill>
                <a:latin typeface="Calibri"/>
                <a:ea typeface="Calibri"/>
                <a:cs typeface="Calibri"/>
              </a:defRPr>
            </a:lvl2pPr>
            <a:lvl3pPr algn="l">
              <a:defRPr sz="2250" b="1">
                <a:solidFill>
                  <a:srgbClr val="AD7021"/>
                </a:solidFill>
                <a:latin typeface="Calibri"/>
                <a:ea typeface="Calibri"/>
                <a:cs typeface="Calibri"/>
              </a:defRPr>
            </a:lvl3pPr>
            <a:lvl4pPr algn="l">
              <a:defRPr sz="2250" b="1">
                <a:solidFill>
                  <a:srgbClr val="AD7021"/>
                </a:solidFill>
                <a:latin typeface="Calibri"/>
                <a:ea typeface="Calibri"/>
                <a:cs typeface="Calibri"/>
              </a:defRPr>
            </a:lvl4pPr>
            <a:lvl5pPr algn="l">
              <a:defRPr sz="2250" b="1">
                <a:solidFill>
                  <a:srgbClr val="AD7021"/>
                </a:solidFill>
                <a:latin typeface="Calibri"/>
                <a:ea typeface="Calibri"/>
                <a:cs typeface="Calibri"/>
              </a:defRPr>
            </a:lvl5pPr>
            <a:lvl6pPr algn="l">
              <a:defRPr sz="2250" b="1">
                <a:solidFill>
                  <a:srgbClr val="AD7021"/>
                </a:solidFill>
                <a:latin typeface="Calibri"/>
                <a:ea typeface="Calibri"/>
                <a:cs typeface="Calibri"/>
              </a:defRPr>
            </a:lvl6pPr>
            <a:lvl7pPr algn="l">
              <a:defRPr sz="2250" b="1">
                <a:solidFill>
                  <a:srgbClr val="AD7021"/>
                </a:solidFill>
                <a:latin typeface="Calibri"/>
                <a:ea typeface="Calibri"/>
                <a:cs typeface="Calibri"/>
              </a:defRPr>
            </a:lvl7pPr>
            <a:lvl8pPr algn="l">
              <a:defRPr sz="2250" b="1">
                <a:solidFill>
                  <a:srgbClr val="AD7021"/>
                </a:solidFill>
                <a:latin typeface="Calibri"/>
                <a:ea typeface="Calibri"/>
                <a:cs typeface="Calibri"/>
              </a:defRPr>
            </a:lvl8pPr>
            <a:lvl9pPr algn="l">
              <a:defRPr sz="2250" b="1">
                <a:solidFill>
                  <a:srgbClr val="AD7021"/>
                </a:solidFill>
                <a:latin typeface="Calibri"/>
                <a:ea typeface="Calibri"/>
                <a:cs typeface="Calibri"/>
              </a:defRPr>
            </a:lvl9pPr>
          </a:lstStyle>
          <a:p xmlns:a="http://schemas.openxmlformats.org/drawingml/2006/main">
            <a:pPr algn="l">
              <a:defRPr sz="2250" b="1">
                <a:solidFill>
                  <a:srgbClr val="AD7021"/>
                </a:solidFill>
                <a:latin typeface="Calibri"/>
                <a:ea typeface="Calibri"/>
                <a:cs typeface="Calibri"/>
              </a:defRPr>
            </a:pPr>
            <a:r>
              <a:rPr sz="2250" b="1">
                <a:solidFill>
                  <a:srgbClr val="AD7021"/>
                </a:solidFill>
                <a:latin typeface="Calibri"/>
                <a:ea typeface="Calibri"/>
                <a:cs typeface="Calibri"/>
              </a:rPr>
              <a:t>Medial / lateral</a:t>
            </a:r>
          </a:p>
        </p:txBody>
      </p:sp>
      <p:sp>
        <p:nvSpPr>
          <p:cNvPr id="15" name="raya-2">
            <a:extLst xmlns:a="http://schemas.openxmlformats.org/drawingml/2006/main">
              <a:ext uri="{FF2B5EF4-FFF2-40B4-BE49-F238E27FC236}">
                <a16:creationId xmlns:a16="http://schemas.microsoft.com/office/drawing/2014/main" id="{60FC571C-10F5-437C-82EC-91B47C98A2C5}"/>
              </a:ext>
            </a:extLst>
          </p:cNvPr>
          <p:cNvSpPr>
            <a:spLocks xmlns:a="http://schemas.openxmlformats.org/drawingml/2006/main" noGrp="1"/>
          </p:cNvSpPr>
          <p:nvPr/>
        </p:nvSpPr>
        <p:spPr>
          <a:xfrm xmlns:a="http://schemas.openxmlformats.org/drawingml/2006/main">
            <a:off x="8077200" y="2085975"/>
            <a:ext cx="3048000" cy="38100"/>
          </a:xfrm>
          <a:prstGeom xmlns:a="http://schemas.openxmlformats.org/drawingml/2006/main" prst="rect">
            <a:avLst/>
          </a:prstGeom>
          <a:solidFill xmlns:a="http://schemas.openxmlformats.org/drawingml/2006/main">
            <a:srgbClr val="AD7021"/>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38D6F7D9-006F-49D9-93B9-9E792C0996D2}"/>
              </a:ext>
            </a:extLst>
          </p:cNvPr>
          <p:cNvPicPr>
            <a:picLocks xmlns:a="http://schemas.openxmlformats.org/drawingml/2006/main" noChangeAspect="1"/>
          </p:cNvPicPr>
          <p:nvPr/>
        </p:nvPicPr>
        <p:blipFill>
          <a:blip xmlns:r="http://schemas.openxmlformats.org/officeDocument/2006/relationships" xmlns:a="http://schemas.openxmlformats.org/drawingml/2006/main" r:embed="Ra0aff90700774f76"/>
          <a:stretch xmlns:a="http://schemas.openxmlformats.org/drawingml/2006/main"/>
        </p:blipFill>
        <p:spPr>
          <a:xfrm xmlns:a="http://schemas.openxmlformats.org/drawingml/2006/main">
            <a:off x="8090595" y="2200275"/>
            <a:ext cx="1278136" cy="1076325"/>
          </a:xfrm>
          <a:prstGeom xmlns:a="http://schemas.openxmlformats.org/drawingml/2006/main" prst="rect">
            <a:avLst/>
          </a:prstGeom>
        </p:spPr>
      </p:pic>
      <p:sp>
        <p:nvSpPr>
          <p:cNvPr id="17" name="significado-2">
            <a:extLst xmlns:a="http://schemas.openxmlformats.org/drawingml/2006/main">
              <a:ext uri="{FF2B5EF4-FFF2-40B4-BE49-F238E27FC236}">
                <a16:creationId xmlns:a16="http://schemas.microsoft.com/office/drawing/2014/main" id="{A2930960-2136-4E80-93B4-2108A4C3BC73}"/>
              </a:ext>
            </a:extLst>
          </p:cNvPr>
          <p:cNvSpPr>
            <a:spLocks xmlns:a="http://schemas.openxmlformats.org/drawingml/2006/main" noGrp="1"/>
          </p:cNvSpPr>
          <p:nvPr/>
        </p:nvSpPr>
        <p:spPr>
          <a:xfrm xmlns:a="http://schemas.openxmlformats.org/drawingml/2006/main">
            <a:off x="9515475" y="2181225"/>
            <a:ext cx="19145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E4B"/>
                </a:solidFill>
                <a:latin typeface="Calibri"/>
                <a:ea typeface="Calibri"/>
                <a:cs typeface="Calibri"/>
              </a:defRPr>
            </a:defPPr>
            <a:lvl1pPr algn="l">
              <a:defRPr sz="1800" b="0">
                <a:solidFill>
                  <a:srgbClr val="173E4B"/>
                </a:solidFill>
                <a:latin typeface="Calibri"/>
                <a:ea typeface="Calibri"/>
                <a:cs typeface="Calibri"/>
              </a:defRPr>
            </a:lvl1pPr>
            <a:lvl2pPr algn="l">
              <a:defRPr sz="1800" b="0">
                <a:solidFill>
                  <a:srgbClr val="173E4B"/>
                </a:solidFill>
                <a:latin typeface="Calibri"/>
                <a:ea typeface="Calibri"/>
                <a:cs typeface="Calibri"/>
              </a:defRPr>
            </a:lvl2pPr>
            <a:lvl3pPr algn="l">
              <a:defRPr sz="1800" b="0">
                <a:solidFill>
                  <a:srgbClr val="173E4B"/>
                </a:solidFill>
                <a:latin typeface="Calibri"/>
                <a:ea typeface="Calibri"/>
                <a:cs typeface="Calibri"/>
              </a:defRPr>
            </a:lvl3pPr>
            <a:lvl4pPr algn="l">
              <a:defRPr sz="1800" b="0">
                <a:solidFill>
                  <a:srgbClr val="173E4B"/>
                </a:solidFill>
                <a:latin typeface="Calibri"/>
                <a:ea typeface="Calibri"/>
                <a:cs typeface="Calibri"/>
              </a:defRPr>
            </a:lvl4pPr>
            <a:lvl5pPr algn="l">
              <a:defRPr sz="1800" b="0">
                <a:solidFill>
                  <a:srgbClr val="173E4B"/>
                </a:solidFill>
                <a:latin typeface="Calibri"/>
                <a:ea typeface="Calibri"/>
                <a:cs typeface="Calibri"/>
              </a:defRPr>
            </a:lvl5pPr>
            <a:lvl6pPr algn="l">
              <a:defRPr sz="1800" b="0">
                <a:solidFill>
                  <a:srgbClr val="173E4B"/>
                </a:solidFill>
                <a:latin typeface="Calibri"/>
                <a:ea typeface="Calibri"/>
                <a:cs typeface="Calibri"/>
              </a:defRPr>
            </a:lvl6pPr>
            <a:lvl7pPr algn="l">
              <a:defRPr sz="1800" b="0">
                <a:solidFill>
                  <a:srgbClr val="173E4B"/>
                </a:solidFill>
                <a:latin typeface="Calibri"/>
                <a:ea typeface="Calibri"/>
                <a:cs typeface="Calibri"/>
              </a:defRPr>
            </a:lvl7pPr>
            <a:lvl8pPr algn="l">
              <a:defRPr sz="1800" b="0">
                <a:solidFill>
                  <a:srgbClr val="173E4B"/>
                </a:solidFill>
                <a:latin typeface="Calibri"/>
                <a:ea typeface="Calibri"/>
                <a:cs typeface="Calibri"/>
              </a:defRPr>
            </a:lvl8pPr>
            <a:lvl9pPr algn="l">
              <a:defRPr sz="1800" b="0">
                <a:solidFill>
                  <a:srgbClr val="173E4B"/>
                </a:solidFill>
                <a:latin typeface="Calibri"/>
                <a:ea typeface="Calibri"/>
                <a:cs typeface="Calibri"/>
              </a:defRPr>
            </a:lvl9pPr>
          </a:lstStyle>
          <a:p xmlns:a="http://schemas.openxmlformats.org/drawingml/2006/main">
            <a:pPr algn="l">
              <a:defRPr sz="1800" b="0">
                <a:solidFill>
                  <a:srgbClr val="173E4B"/>
                </a:solidFill>
                <a:latin typeface="Calibri"/>
                <a:ea typeface="Calibri"/>
                <a:cs typeface="Calibri"/>
              </a:defRPr>
            </a:pPr>
            <a:r>
              <a:rPr sz="1800" b="0">
                <a:solidFill>
                  <a:srgbClr val="173E4B"/>
                </a:solidFill>
                <a:latin typeface="Calibri"/>
                <a:ea typeface="Calibri"/>
                <a:cs typeface="Calibri"/>
              </a:rPr>
              <a:t>Hacia la línea media / lejos de ella</a:t>
            </a:r>
          </a:p>
        </p:txBody>
      </p:sp>
      <p:sp>
        <p:nvSpPr>
          <p:cNvPr id="18" name="ejemplo-2">
            <a:extLst xmlns:a="http://schemas.openxmlformats.org/drawingml/2006/main">
              <a:ext uri="{FF2B5EF4-FFF2-40B4-BE49-F238E27FC236}">
                <a16:creationId xmlns:a16="http://schemas.microsoft.com/office/drawing/2014/main" id="{7A93983D-FD25-4FD9-BC03-702C614CAFF2}"/>
              </a:ext>
            </a:extLst>
          </p:cNvPr>
          <p:cNvSpPr>
            <a:spLocks xmlns:a="http://schemas.openxmlformats.org/drawingml/2006/main" noGrp="1"/>
          </p:cNvSpPr>
          <p:nvPr/>
        </p:nvSpPr>
        <p:spPr>
          <a:xfrm xmlns:a="http://schemas.openxmlformats.org/drawingml/2006/main">
            <a:off x="8077200" y="3257550"/>
            <a:ext cx="331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53686C"/>
                </a:solidFill>
                <a:latin typeface="Calibri"/>
                <a:ea typeface="Calibri"/>
                <a:cs typeface="Calibri"/>
              </a:defRPr>
            </a:defPPr>
            <a:lvl1pPr algn="l">
              <a:defRPr sz="1650" b="0">
                <a:solidFill>
                  <a:srgbClr val="53686C"/>
                </a:solidFill>
                <a:latin typeface="Calibri"/>
                <a:ea typeface="Calibri"/>
                <a:cs typeface="Calibri"/>
              </a:defRPr>
            </a:lvl1pPr>
            <a:lvl2pPr algn="l">
              <a:defRPr sz="1650" b="0">
                <a:solidFill>
                  <a:srgbClr val="53686C"/>
                </a:solidFill>
                <a:latin typeface="Calibri"/>
                <a:ea typeface="Calibri"/>
                <a:cs typeface="Calibri"/>
              </a:defRPr>
            </a:lvl2pPr>
            <a:lvl3pPr algn="l">
              <a:defRPr sz="1650" b="0">
                <a:solidFill>
                  <a:srgbClr val="53686C"/>
                </a:solidFill>
                <a:latin typeface="Calibri"/>
                <a:ea typeface="Calibri"/>
                <a:cs typeface="Calibri"/>
              </a:defRPr>
            </a:lvl3pPr>
            <a:lvl4pPr algn="l">
              <a:defRPr sz="1650" b="0">
                <a:solidFill>
                  <a:srgbClr val="53686C"/>
                </a:solidFill>
                <a:latin typeface="Calibri"/>
                <a:ea typeface="Calibri"/>
                <a:cs typeface="Calibri"/>
              </a:defRPr>
            </a:lvl4pPr>
            <a:lvl5pPr algn="l">
              <a:defRPr sz="1650" b="0">
                <a:solidFill>
                  <a:srgbClr val="53686C"/>
                </a:solidFill>
                <a:latin typeface="Calibri"/>
                <a:ea typeface="Calibri"/>
                <a:cs typeface="Calibri"/>
              </a:defRPr>
            </a:lvl5pPr>
            <a:lvl6pPr algn="l">
              <a:defRPr sz="1650" b="0">
                <a:solidFill>
                  <a:srgbClr val="53686C"/>
                </a:solidFill>
                <a:latin typeface="Calibri"/>
                <a:ea typeface="Calibri"/>
                <a:cs typeface="Calibri"/>
              </a:defRPr>
            </a:lvl6pPr>
            <a:lvl7pPr algn="l">
              <a:defRPr sz="1650" b="0">
                <a:solidFill>
                  <a:srgbClr val="53686C"/>
                </a:solidFill>
                <a:latin typeface="Calibri"/>
                <a:ea typeface="Calibri"/>
                <a:cs typeface="Calibri"/>
              </a:defRPr>
            </a:lvl7pPr>
            <a:lvl8pPr algn="l">
              <a:defRPr sz="1650" b="0">
                <a:solidFill>
                  <a:srgbClr val="53686C"/>
                </a:solidFill>
                <a:latin typeface="Calibri"/>
                <a:ea typeface="Calibri"/>
                <a:cs typeface="Calibri"/>
              </a:defRPr>
            </a:lvl8pPr>
            <a:lvl9pPr algn="l">
              <a:defRPr sz="1650" b="0">
                <a:solidFill>
                  <a:srgbClr val="53686C"/>
                </a:solidFill>
                <a:latin typeface="Calibri"/>
                <a:ea typeface="Calibri"/>
                <a:cs typeface="Calibri"/>
              </a:defRPr>
            </a:lvl9pPr>
          </a:lstStyle>
          <a:p xmlns:a="http://schemas.openxmlformats.org/drawingml/2006/main">
            <a:pPr algn="l">
              <a:defRPr sz="1650" b="0">
                <a:solidFill>
                  <a:srgbClr val="53686C"/>
                </a:solidFill>
                <a:latin typeface="Calibri"/>
                <a:ea typeface="Calibri"/>
                <a:cs typeface="Calibri"/>
              </a:defRPr>
            </a:pPr>
            <a:r>
              <a:rPr sz="1650" b="0">
                <a:solidFill>
                  <a:srgbClr val="53686C"/>
                </a:solidFill>
                <a:latin typeface="Calibri"/>
                <a:ea typeface="Calibri"/>
                <a:cs typeface="Calibri"/>
              </a:rPr>
              <a:t>Ojos: laterales a la nariz.</a:t>
            </a:r>
          </a:p>
        </p:txBody>
      </p:sp>
      <p:sp>
        <p:nvSpPr>
          <p:cNvPr id="19" name="par-3">
            <a:extLst xmlns:a="http://schemas.openxmlformats.org/drawingml/2006/main">
              <a:ext uri="{FF2B5EF4-FFF2-40B4-BE49-F238E27FC236}">
                <a16:creationId xmlns:a16="http://schemas.microsoft.com/office/drawing/2014/main" id="{2AC67EC8-8073-468C-88F3-28C0B3A273E9}"/>
              </a:ext>
            </a:extLst>
          </p:cNvPr>
          <p:cNvSpPr>
            <a:spLocks xmlns:a="http://schemas.openxmlformats.org/drawingml/2006/main" noGrp="1"/>
          </p:cNvSpPr>
          <p:nvPr/>
        </p:nvSpPr>
        <p:spPr>
          <a:xfrm xmlns:a="http://schemas.openxmlformats.org/drawingml/2006/main">
            <a:off x="762000" y="3771900"/>
            <a:ext cx="335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237A86"/>
                </a:solidFill>
                <a:latin typeface="Calibri"/>
                <a:ea typeface="Calibri"/>
                <a:cs typeface="Calibri"/>
              </a:defRPr>
            </a:defPPr>
            <a:lvl1pPr algn="l">
              <a:defRPr sz="2250" b="1">
                <a:solidFill>
                  <a:srgbClr val="237A86"/>
                </a:solidFill>
                <a:latin typeface="Calibri"/>
                <a:ea typeface="Calibri"/>
                <a:cs typeface="Calibri"/>
              </a:defRPr>
            </a:lvl1pPr>
            <a:lvl2pPr algn="l">
              <a:defRPr sz="2250" b="1">
                <a:solidFill>
                  <a:srgbClr val="237A86"/>
                </a:solidFill>
                <a:latin typeface="Calibri"/>
                <a:ea typeface="Calibri"/>
                <a:cs typeface="Calibri"/>
              </a:defRPr>
            </a:lvl2pPr>
            <a:lvl3pPr algn="l">
              <a:defRPr sz="2250" b="1">
                <a:solidFill>
                  <a:srgbClr val="237A86"/>
                </a:solidFill>
                <a:latin typeface="Calibri"/>
                <a:ea typeface="Calibri"/>
                <a:cs typeface="Calibri"/>
              </a:defRPr>
            </a:lvl3pPr>
            <a:lvl4pPr algn="l">
              <a:defRPr sz="2250" b="1">
                <a:solidFill>
                  <a:srgbClr val="237A86"/>
                </a:solidFill>
                <a:latin typeface="Calibri"/>
                <a:ea typeface="Calibri"/>
                <a:cs typeface="Calibri"/>
              </a:defRPr>
            </a:lvl4pPr>
            <a:lvl5pPr algn="l">
              <a:defRPr sz="2250" b="1">
                <a:solidFill>
                  <a:srgbClr val="237A86"/>
                </a:solidFill>
                <a:latin typeface="Calibri"/>
                <a:ea typeface="Calibri"/>
                <a:cs typeface="Calibri"/>
              </a:defRPr>
            </a:lvl5pPr>
            <a:lvl6pPr algn="l">
              <a:defRPr sz="2250" b="1">
                <a:solidFill>
                  <a:srgbClr val="237A86"/>
                </a:solidFill>
                <a:latin typeface="Calibri"/>
                <a:ea typeface="Calibri"/>
                <a:cs typeface="Calibri"/>
              </a:defRPr>
            </a:lvl6pPr>
            <a:lvl7pPr algn="l">
              <a:defRPr sz="2250" b="1">
                <a:solidFill>
                  <a:srgbClr val="237A86"/>
                </a:solidFill>
                <a:latin typeface="Calibri"/>
                <a:ea typeface="Calibri"/>
                <a:cs typeface="Calibri"/>
              </a:defRPr>
            </a:lvl7pPr>
            <a:lvl8pPr algn="l">
              <a:defRPr sz="2250" b="1">
                <a:solidFill>
                  <a:srgbClr val="237A86"/>
                </a:solidFill>
                <a:latin typeface="Calibri"/>
                <a:ea typeface="Calibri"/>
                <a:cs typeface="Calibri"/>
              </a:defRPr>
            </a:lvl8pPr>
            <a:lvl9pPr algn="l">
              <a:defRPr sz="2250" b="1">
                <a:solidFill>
                  <a:srgbClr val="237A86"/>
                </a:solidFill>
                <a:latin typeface="Calibri"/>
                <a:ea typeface="Calibri"/>
                <a:cs typeface="Calibri"/>
              </a:defRPr>
            </a:lvl9pPr>
          </a:lstStyle>
          <a:p xmlns:a="http://schemas.openxmlformats.org/drawingml/2006/main">
            <a:pPr algn="l">
              <a:defRPr sz="2250" b="1">
                <a:solidFill>
                  <a:srgbClr val="237A86"/>
                </a:solidFill>
                <a:latin typeface="Calibri"/>
                <a:ea typeface="Calibri"/>
                <a:cs typeface="Calibri"/>
              </a:defRPr>
            </a:pPr>
            <a:r>
              <a:rPr sz="2250" b="1">
                <a:solidFill>
                  <a:srgbClr val="237A86"/>
                </a:solidFill>
                <a:latin typeface="Calibri"/>
                <a:ea typeface="Calibri"/>
                <a:cs typeface="Calibri"/>
              </a:rPr>
              <a:t>Proximal / distal</a:t>
            </a:r>
          </a:p>
        </p:txBody>
      </p:sp>
      <p:sp>
        <p:nvSpPr>
          <p:cNvPr id="20" name="raya-3">
            <a:extLst xmlns:a="http://schemas.openxmlformats.org/drawingml/2006/main">
              <a:ext uri="{FF2B5EF4-FFF2-40B4-BE49-F238E27FC236}">
                <a16:creationId xmlns:a16="http://schemas.microsoft.com/office/drawing/2014/main" id="{98AD05EE-FCA6-462C-9E40-F8A59B4C7774}"/>
              </a:ext>
            </a:extLst>
          </p:cNvPr>
          <p:cNvSpPr>
            <a:spLocks xmlns:a="http://schemas.openxmlformats.org/drawingml/2006/main" noGrp="1"/>
          </p:cNvSpPr>
          <p:nvPr/>
        </p:nvSpPr>
        <p:spPr>
          <a:xfrm xmlns:a="http://schemas.openxmlformats.org/drawingml/2006/main">
            <a:off x="762000" y="4419600"/>
            <a:ext cx="3048000" cy="38100"/>
          </a:xfrm>
          <a:prstGeom xmlns:a="http://schemas.openxmlformats.org/drawingml/2006/main" prst="rect">
            <a:avLst/>
          </a:prstGeom>
          <a:solidFill xmlns:a="http://schemas.openxmlformats.org/drawingml/2006/main">
            <a:srgbClr val="237A86"/>
          </a:solidFill>
          <a:ln xmlns:a="http://schemas.openxmlformats.org/drawingml/2006/main" w="0">
            <a:noFill/>
          </a:ln>
        </p:spPr>
      </p:sp>
      <p:pic>
        <p:nvPicPr>
          <p:cNvPr id="21" name="">
            <a:extLst xmlns:a="http://schemas.openxmlformats.org/drawingml/2006/main">
              <a:ext uri="{FF2B5EF4-FFF2-40B4-BE49-F238E27FC236}">
                <a16:creationId xmlns:a16="http://schemas.microsoft.com/office/drawing/2014/main" id="{977B1287-79B4-4101-BF32-F837FE576C46}"/>
              </a:ext>
            </a:extLst>
          </p:cNvPr>
          <p:cNvPicPr>
            <a:picLocks xmlns:a="http://schemas.openxmlformats.org/drawingml/2006/main" noChangeAspect="1"/>
          </p:cNvPicPr>
          <p:nvPr/>
        </p:nvPicPr>
        <p:blipFill>
          <a:blip xmlns:r="http://schemas.openxmlformats.org/officeDocument/2006/relationships" xmlns:a="http://schemas.openxmlformats.org/drawingml/2006/main" r:embed="R750c8630906146c2"/>
          <a:stretch xmlns:a="http://schemas.openxmlformats.org/drawingml/2006/main"/>
        </p:blipFill>
        <p:spPr>
          <a:xfrm xmlns:a="http://schemas.openxmlformats.org/drawingml/2006/main">
            <a:off x="775395" y="4533900"/>
            <a:ext cx="1278136" cy="1076325"/>
          </a:xfrm>
          <a:prstGeom xmlns:a="http://schemas.openxmlformats.org/drawingml/2006/main" prst="rect">
            <a:avLst/>
          </a:prstGeom>
        </p:spPr>
      </p:pic>
      <p:sp>
        <p:nvSpPr>
          <p:cNvPr id="22" name="significado-3">
            <a:extLst xmlns:a="http://schemas.openxmlformats.org/drawingml/2006/main">
              <a:ext uri="{FF2B5EF4-FFF2-40B4-BE49-F238E27FC236}">
                <a16:creationId xmlns:a16="http://schemas.microsoft.com/office/drawing/2014/main" id="{45E80098-26E3-48D3-B4F1-A490F00DB2BA}"/>
              </a:ext>
            </a:extLst>
          </p:cNvPr>
          <p:cNvSpPr>
            <a:spLocks xmlns:a="http://schemas.openxmlformats.org/drawingml/2006/main" noGrp="1"/>
          </p:cNvSpPr>
          <p:nvPr/>
        </p:nvSpPr>
        <p:spPr>
          <a:xfrm xmlns:a="http://schemas.openxmlformats.org/drawingml/2006/main">
            <a:off x="2200275" y="4514850"/>
            <a:ext cx="19145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E4B"/>
                </a:solidFill>
                <a:latin typeface="Calibri"/>
                <a:ea typeface="Calibri"/>
                <a:cs typeface="Calibri"/>
              </a:defRPr>
            </a:defPPr>
            <a:lvl1pPr algn="l">
              <a:defRPr sz="1800" b="0">
                <a:solidFill>
                  <a:srgbClr val="173E4B"/>
                </a:solidFill>
                <a:latin typeface="Calibri"/>
                <a:ea typeface="Calibri"/>
                <a:cs typeface="Calibri"/>
              </a:defRPr>
            </a:lvl1pPr>
            <a:lvl2pPr algn="l">
              <a:defRPr sz="1800" b="0">
                <a:solidFill>
                  <a:srgbClr val="173E4B"/>
                </a:solidFill>
                <a:latin typeface="Calibri"/>
                <a:ea typeface="Calibri"/>
                <a:cs typeface="Calibri"/>
              </a:defRPr>
            </a:lvl2pPr>
            <a:lvl3pPr algn="l">
              <a:defRPr sz="1800" b="0">
                <a:solidFill>
                  <a:srgbClr val="173E4B"/>
                </a:solidFill>
                <a:latin typeface="Calibri"/>
                <a:ea typeface="Calibri"/>
                <a:cs typeface="Calibri"/>
              </a:defRPr>
            </a:lvl3pPr>
            <a:lvl4pPr algn="l">
              <a:defRPr sz="1800" b="0">
                <a:solidFill>
                  <a:srgbClr val="173E4B"/>
                </a:solidFill>
                <a:latin typeface="Calibri"/>
                <a:ea typeface="Calibri"/>
                <a:cs typeface="Calibri"/>
              </a:defRPr>
            </a:lvl4pPr>
            <a:lvl5pPr algn="l">
              <a:defRPr sz="1800" b="0">
                <a:solidFill>
                  <a:srgbClr val="173E4B"/>
                </a:solidFill>
                <a:latin typeface="Calibri"/>
                <a:ea typeface="Calibri"/>
                <a:cs typeface="Calibri"/>
              </a:defRPr>
            </a:lvl5pPr>
            <a:lvl6pPr algn="l">
              <a:defRPr sz="1800" b="0">
                <a:solidFill>
                  <a:srgbClr val="173E4B"/>
                </a:solidFill>
                <a:latin typeface="Calibri"/>
                <a:ea typeface="Calibri"/>
                <a:cs typeface="Calibri"/>
              </a:defRPr>
            </a:lvl6pPr>
            <a:lvl7pPr algn="l">
              <a:defRPr sz="1800" b="0">
                <a:solidFill>
                  <a:srgbClr val="173E4B"/>
                </a:solidFill>
                <a:latin typeface="Calibri"/>
                <a:ea typeface="Calibri"/>
                <a:cs typeface="Calibri"/>
              </a:defRPr>
            </a:lvl7pPr>
            <a:lvl8pPr algn="l">
              <a:defRPr sz="1800" b="0">
                <a:solidFill>
                  <a:srgbClr val="173E4B"/>
                </a:solidFill>
                <a:latin typeface="Calibri"/>
                <a:ea typeface="Calibri"/>
                <a:cs typeface="Calibri"/>
              </a:defRPr>
            </a:lvl8pPr>
            <a:lvl9pPr algn="l">
              <a:defRPr sz="1800" b="0">
                <a:solidFill>
                  <a:srgbClr val="173E4B"/>
                </a:solidFill>
                <a:latin typeface="Calibri"/>
                <a:ea typeface="Calibri"/>
                <a:cs typeface="Calibri"/>
              </a:defRPr>
            </a:lvl9pPr>
          </a:lstStyle>
          <a:p xmlns:a="http://schemas.openxmlformats.org/drawingml/2006/main">
            <a:pPr algn="l">
              <a:defRPr sz="1800" b="0">
                <a:solidFill>
                  <a:srgbClr val="173E4B"/>
                </a:solidFill>
                <a:latin typeface="Calibri"/>
                <a:ea typeface="Calibri"/>
                <a:cs typeface="Calibri"/>
              </a:defRPr>
            </a:pPr>
            <a:r>
              <a:rPr sz="1800" b="0">
                <a:solidFill>
                  <a:srgbClr val="173E4B"/>
                </a:solidFill>
                <a:latin typeface="Calibri"/>
                <a:ea typeface="Calibri"/>
                <a:cs typeface="Calibri"/>
              </a:rPr>
              <a:t>Cerca de la unión / lejos de ella</a:t>
            </a:r>
          </a:p>
        </p:txBody>
      </p:sp>
      <p:sp>
        <p:nvSpPr>
          <p:cNvPr id="23" name="ejemplo-3">
            <a:extLst xmlns:a="http://schemas.openxmlformats.org/drawingml/2006/main">
              <a:ext uri="{FF2B5EF4-FFF2-40B4-BE49-F238E27FC236}">
                <a16:creationId xmlns:a16="http://schemas.microsoft.com/office/drawing/2014/main" id="{A552F8D0-D168-4AFD-922C-CD6E286CE2FF}"/>
              </a:ext>
            </a:extLst>
          </p:cNvPr>
          <p:cNvSpPr>
            <a:spLocks xmlns:a="http://schemas.openxmlformats.org/drawingml/2006/main" noGrp="1"/>
          </p:cNvSpPr>
          <p:nvPr/>
        </p:nvSpPr>
        <p:spPr>
          <a:xfrm xmlns:a="http://schemas.openxmlformats.org/drawingml/2006/main">
            <a:off x="762000" y="5591175"/>
            <a:ext cx="331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53686C"/>
                </a:solidFill>
                <a:latin typeface="Calibri"/>
                <a:ea typeface="Calibri"/>
                <a:cs typeface="Calibri"/>
              </a:defRPr>
            </a:defPPr>
            <a:lvl1pPr algn="l">
              <a:defRPr sz="1650" b="0">
                <a:solidFill>
                  <a:srgbClr val="53686C"/>
                </a:solidFill>
                <a:latin typeface="Calibri"/>
                <a:ea typeface="Calibri"/>
                <a:cs typeface="Calibri"/>
              </a:defRPr>
            </a:lvl1pPr>
            <a:lvl2pPr algn="l">
              <a:defRPr sz="1650" b="0">
                <a:solidFill>
                  <a:srgbClr val="53686C"/>
                </a:solidFill>
                <a:latin typeface="Calibri"/>
                <a:ea typeface="Calibri"/>
                <a:cs typeface="Calibri"/>
              </a:defRPr>
            </a:lvl2pPr>
            <a:lvl3pPr algn="l">
              <a:defRPr sz="1650" b="0">
                <a:solidFill>
                  <a:srgbClr val="53686C"/>
                </a:solidFill>
                <a:latin typeface="Calibri"/>
                <a:ea typeface="Calibri"/>
                <a:cs typeface="Calibri"/>
              </a:defRPr>
            </a:lvl3pPr>
            <a:lvl4pPr algn="l">
              <a:defRPr sz="1650" b="0">
                <a:solidFill>
                  <a:srgbClr val="53686C"/>
                </a:solidFill>
                <a:latin typeface="Calibri"/>
                <a:ea typeface="Calibri"/>
                <a:cs typeface="Calibri"/>
              </a:defRPr>
            </a:lvl4pPr>
            <a:lvl5pPr algn="l">
              <a:defRPr sz="1650" b="0">
                <a:solidFill>
                  <a:srgbClr val="53686C"/>
                </a:solidFill>
                <a:latin typeface="Calibri"/>
                <a:ea typeface="Calibri"/>
                <a:cs typeface="Calibri"/>
              </a:defRPr>
            </a:lvl5pPr>
            <a:lvl6pPr algn="l">
              <a:defRPr sz="1650" b="0">
                <a:solidFill>
                  <a:srgbClr val="53686C"/>
                </a:solidFill>
                <a:latin typeface="Calibri"/>
                <a:ea typeface="Calibri"/>
                <a:cs typeface="Calibri"/>
              </a:defRPr>
            </a:lvl6pPr>
            <a:lvl7pPr algn="l">
              <a:defRPr sz="1650" b="0">
                <a:solidFill>
                  <a:srgbClr val="53686C"/>
                </a:solidFill>
                <a:latin typeface="Calibri"/>
                <a:ea typeface="Calibri"/>
                <a:cs typeface="Calibri"/>
              </a:defRPr>
            </a:lvl7pPr>
            <a:lvl8pPr algn="l">
              <a:defRPr sz="1650" b="0">
                <a:solidFill>
                  <a:srgbClr val="53686C"/>
                </a:solidFill>
                <a:latin typeface="Calibri"/>
                <a:ea typeface="Calibri"/>
                <a:cs typeface="Calibri"/>
              </a:defRPr>
            </a:lvl8pPr>
            <a:lvl9pPr algn="l">
              <a:defRPr sz="1650" b="0">
                <a:solidFill>
                  <a:srgbClr val="53686C"/>
                </a:solidFill>
                <a:latin typeface="Calibri"/>
                <a:ea typeface="Calibri"/>
                <a:cs typeface="Calibri"/>
              </a:defRPr>
            </a:lvl9pPr>
          </a:lstStyle>
          <a:p xmlns:a="http://schemas.openxmlformats.org/drawingml/2006/main">
            <a:pPr algn="l">
              <a:defRPr sz="1650" b="0">
                <a:solidFill>
                  <a:srgbClr val="53686C"/>
                </a:solidFill>
                <a:latin typeface="Calibri"/>
                <a:ea typeface="Calibri"/>
                <a:cs typeface="Calibri"/>
              </a:defRPr>
            </a:pPr>
            <a:r>
              <a:rPr sz="1650" b="0">
                <a:solidFill>
                  <a:srgbClr val="53686C"/>
                </a:solidFill>
                <a:latin typeface="Calibri"/>
                <a:ea typeface="Calibri"/>
                <a:cs typeface="Calibri"/>
              </a:rPr>
              <a:t>Codo: proximal a la muñeca.</a:t>
            </a:r>
          </a:p>
        </p:txBody>
      </p:sp>
      <p:sp>
        <p:nvSpPr>
          <p:cNvPr id="24" name="par-4">
            <a:extLst xmlns:a="http://schemas.openxmlformats.org/drawingml/2006/main">
              <a:ext uri="{FF2B5EF4-FFF2-40B4-BE49-F238E27FC236}">
                <a16:creationId xmlns:a16="http://schemas.microsoft.com/office/drawing/2014/main" id="{D0F8BAF8-7F9C-47D3-9F14-ED7116A8FD96}"/>
              </a:ext>
            </a:extLst>
          </p:cNvPr>
          <p:cNvSpPr>
            <a:spLocks xmlns:a="http://schemas.openxmlformats.org/drawingml/2006/main" noGrp="1"/>
          </p:cNvSpPr>
          <p:nvPr/>
        </p:nvSpPr>
        <p:spPr>
          <a:xfrm xmlns:a="http://schemas.openxmlformats.org/drawingml/2006/main">
            <a:off x="4419600" y="3771900"/>
            <a:ext cx="335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6E5198"/>
                </a:solidFill>
                <a:latin typeface="Calibri"/>
                <a:ea typeface="Calibri"/>
                <a:cs typeface="Calibri"/>
              </a:defRPr>
            </a:defPPr>
            <a:lvl1pPr algn="l">
              <a:defRPr sz="2250" b="1">
                <a:solidFill>
                  <a:srgbClr val="6E5198"/>
                </a:solidFill>
                <a:latin typeface="Calibri"/>
                <a:ea typeface="Calibri"/>
                <a:cs typeface="Calibri"/>
              </a:defRPr>
            </a:lvl1pPr>
            <a:lvl2pPr algn="l">
              <a:defRPr sz="2250" b="1">
                <a:solidFill>
                  <a:srgbClr val="6E5198"/>
                </a:solidFill>
                <a:latin typeface="Calibri"/>
                <a:ea typeface="Calibri"/>
                <a:cs typeface="Calibri"/>
              </a:defRPr>
            </a:lvl2pPr>
            <a:lvl3pPr algn="l">
              <a:defRPr sz="2250" b="1">
                <a:solidFill>
                  <a:srgbClr val="6E5198"/>
                </a:solidFill>
                <a:latin typeface="Calibri"/>
                <a:ea typeface="Calibri"/>
                <a:cs typeface="Calibri"/>
              </a:defRPr>
            </a:lvl3pPr>
            <a:lvl4pPr algn="l">
              <a:defRPr sz="2250" b="1">
                <a:solidFill>
                  <a:srgbClr val="6E5198"/>
                </a:solidFill>
                <a:latin typeface="Calibri"/>
                <a:ea typeface="Calibri"/>
                <a:cs typeface="Calibri"/>
              </a:defRPr>
            </a:lvl4pPr>
            <a:lvl5pPr algn="l">
              <a:defRPr sz="2250" b="1">
                <a:solidFill>
                  <a:srgbClr val="6E5198"/>
                </a:solidFill>
                <a:latin typeface="Calibri"/>
                <a:ea typeface="Calibri"/>
                <a:cs typeface="Calibri"/>
              </a:defRPr>
            </a:lvl5pPr>
            <a:lvl6pPr algn="l">
              <a:defRPr sz="2250" b="1">
                <a:solidFill>
                  <a:srgbClr val="6E5198"/>
                </a:solidFill>
                <a:latin typeface="Calibri"/>
                <a:ea typeface="Calibri"/>
                <a:cs typeface="Calibri"/>
              </a:defRPr>
            </a:lvl6pPr>
            <a:lvl7pPr algn="l">
              <a:defRPr sz="2250" b="1">
                <a:solidFill>
                  <a:srgbClr val="6E5198"/>
                </a:solidFill>
                <a:latin typeface="Calibri"/>
                <a:ea typeface="Calibri"/>
                <a:cs typeface="Calibri"/>
              </a:defRPr>
            </a:lvl7pPr>
            <a:lvl8pPr algn="l">
              <a:defRPr sz="2250" b="1">
                <a:solidFill>
                  <a:srgbClr val="6E5198"/>
                </a:solidFill>
                <a:latin typeface="Calibri"/>
                <a:ea typeface="Calibri"/>
                <a:cs typeface="Calibri"/>
              </a:defRPr>
            </a:lvl8pPr>
            <a:lvl9pPr algn="l">
              <a:defRPr sz="2250" b="1">
                <a:solidFill>
                  <a:srgbClr val="6E5198"/>
                </a:solidFill>
                <a:latin typeface="Calibri"/>
                <a:ea typeface="Calibri"/>
                <a:cs typeface="Calibri"/>
              </a:defRPr>
            </a:lvl9pPr>
          </a:lstStyle>
          <a:p xmlns:a="http://schemas.openxmlformats.org/drawingml/2006/main">
            <a:pPr algn="l">
              <a:defRPr sz="2250" b="1">
                <a:solidFill>
                  <a:srgbClr val="6E5198"/>
                </a:solidFill>
                <a:latin typeface="Calibri"/>
                <a:ea typeface="Calibri"/>
                <a:cs typeface="Calibri"/>
              </a:defRPr>
            </a:pPr>
            <a:r>
              <a:rPr sz="2250" b="1">
                <a:solidFill>
                  <a:srgbClr val="6E5198"/>
                </a:solidFill>
                <a:latin typeface="Calibri"/>
                <a:ea typeface="Calibri"/>
                <a:cs typeface="Calibri"/>
              </a:rPr>
              <a:t>Superficial / profundo</a:t>
            </a:r>
          </a:p>
        </p:txBody>
      </p:sp>
      <p:sp>
        <p:nvSpPr>
          <p:cNvPr id="25" name="raya-4">
            <a:extLst xmlns:a="http://schemas.openxmlformats.org/drawingml/2006/main">
              <a:ext uri="{FF2B5EF4-FFF2-40B4-BE49-F238E27FC236}">
                <a16:creationId xmlns:a16="http://schemas.microsoft.com/office/drawing/2014/main" id="{A9631753-CE90-45B4-8949-961ED1134755}"/>
              </a:ext>
            </a:extLst>
          </p:cNvPr>
          <p:cNvSpPr>
            <a:spLocks xmlns:a="http://schemas.openxmlformats.org/drawingml/2006/main" noGrp="1"/>
          </p:cNvSpPr>
          <p:nvPr/>
        </p:nvSpPr>
        <p:spPr>
          <a:xfrm xmlns:a="http://schemas.openxmlformats.org/drawingml/2006/main">
            <a:off x="4419600" y="4419600"/>
            <a:ext cx="3048000" cy="38100"/>
          </a:xfrm>
          <a:prstGeom xmlns:a="http://schemas.openxmlformats.org/drawingml/2006/main" prst="rect">
            <a:avLst/>
          </a:prstGeom>
          <a:solidFill xmlns:a="http://schemas.openxmlformats.org/drawingml/2006/main">
            <a:srgbClr val="6E5198"/>
          </a:solidFill>
          <a:ln xmlns:a="http://schemas.openxmlformats.org/drawingml/2006/main" w="0">
            <a:noFill/>
          </a:ln>
        </p:spPr>
      </p:sp>
      <p:pic>
        <p:nvPicPr>
          <p:cNvPr id="26" name="">
            <a:extLst xmlns:a="http://schemas.openxmlformats.org/drawingml/2006/main">
              <a:ext uri="{FF2B5EF4-FFF2-40B4-BE49-F238E27FC236}">
                <a16:creationId xmlns:a16="http://schemas.microsoft.com/office/drawing/2014/main" id="{98F757C2-1977-4885-85AF-468F6DB01875}"/>
              </a:ext>
            </a:extLst>
          </p:cNvPr>
          <p:cNvPicPr>
            <a:picLocks xmlns:a="http://schemas.openxmlformats.org/drawingml/2006/main" noChangeAspect="1"/>
          </p:cNvPicPr>
          <p:nvPr/>
        </p:nvPicPr>
        <p:blipFill>
          <a:blip xmlns:r="http://schemas.openxmlformats.org/officeDocument/2006/relationships" xmlns:a="http://schemas.openxmlformats.org/drawingml/2006/main" r:embed="R81f0ac5bfb2e433a"/>
          <a:stretch xmlns:a="http://schemas.openxmlformats.org/drawingml/2006/main"/>
        </p:blipFill>
        <p:spPr>
          <a:xfrm xmlns:a="http://schemas.openxmlformats.org/drawingml/2006/main">
            <a:off x="4432995" y="4533900"/>
            <a:ext cx="1278136" cy="1076325"/>
          </a:xfrm>
          <a:prstGeom xmlns:a="http://schemas.openxmlformats.org/drawingml/2006/main" prst="rect">
            <a:avLst/>
          </a:prstGeom>
        </p:spPr>
      </p:pic>
      <p:sp>
        <p:nvSpPr>
          <p:cNvPr id="27" name="significado-4">
            <a:extLst xmlns:a="http://schemas.openxmlformats.org/drawingml/2006/main">
              <a:ext uri="{FF2B5EF4-FFF2-40B4-BE49-F238E27FC236}">
                <a16:creationId xmlns:a16="http://schemas.microsoft.com/office/drawing/2014/main" id="{8521E45A-9DAE-456C-B08B-FEAC89F5B8CF}"/>
              </a:ext>
            </a:extLst>
          </p:cNvPr>
          <p:cNvSpPr>
            <a:spLocks xmlns:a="http://schemas.openxmlformats.org/drawingml/2006/main" noGrp="1"/>
          </p:cNvSpPr>
          <p:nvPr/>
        </p:nvSpPr>
        <p:spPr>
          <a:xfrm xmlns:a="http://schemas.openxmlformats.org/drawingml/2006/main">
            <a:off x="5857875" y="4514850"/>
            <a:ext cx="19145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E4B"/>
                </a:solidFill>
                <a:latin typeface="Calibri"/>
                <a:ea typeface="Calibri"/>
                <a:cs typeface="Calibri"/>
              </a:defRPr>
            </a:defPPr>
            <a:lvl1pPr algn="l">
              <a:defRPr sz="1800" b="0">
                <a:solidFill>
                  <a:srgbClr val="173E4B"/>
                </a:solidFill>
                <a:latin typeface="Calibri"/>
                <a:ea typeface="Calibri"/>
                <a:cs typeface="Calibri"/>
              </a:defRPr>
            </a:lvl1pPr>
            <a:lvl2pPr algn="l">
              <a:defRPr sz="1800" b="0">
                <a:solidFill>
                  <a:srgbClr val="173E4B"/>
                </a:solidFill>
                <a:latin typeface="Calibri"/>
                <a:ea typeface="Calibri"/>
                <a:cs typeface="Calibri"/>
              </a:defRPr>
            </a:lvl2pPr>
            <a:lvl3pPr algn="l">
              <a:defRPr sz="1800" b="0">
                <a:solidFill>
                  <a:srgbClr val="173E4B"/>
                </a:solidFill>
                <a:latin typeface="Calibri"/>
                <a:ea typeface="Calibri"/>
                <a:cs typeface="Calibri"/>
              </a:defRPr>
            </a:lvl3pPr>
            <a:lvl4pPr algn="l">
              <a:defRPr sz="1800" b="0">
                <a:solidFill>
                  <a:srgbClr val="173E4B"/>
                </a:solidFill>
                <a:latin typeface="Calibri"/>
                <a:ea typeface="Calibri"/>
                <a:cs typeface="Calibri"/>
              </a:defRPr>
            </a:lvl4pPr>
            <a:lvl5pPr algn="l">
              <a:defRPr sz="1800" b="0">
                <a:solidFill>
                  <a:srgbClr val="173E4B"/>
                </a:solidFill>
                <a:latin typeface="Calibri"/>
                <a:ea typeface="Calibri"/>
                <a:cs typeface="Calibri"/>
              </a:defRPr>
            </a:lvl5pPr>
            <a:lvl6pPr algn="l">
              <a:defRPr sz="1800" b="0">
                <a:solidFill>
                  <a:srgbClr val="173E4B"/>
                </a:solidFill>
                <a:latin typeface="Calibri"/>
                <a:ea typeface="Calibri"/>
                <a:cs typeface="Calibri"/>
              </a:defRPr>
            </a:lvl6pPr>
            <a:lvl7pPr algn="l">
              <a:defRPr sz="1800" b="0">
                <a:solidFill>
                  <a:srgbClr val="173E4B"/>
                </a:solidFill>
                <a:latin typeface="Calibri"/>
                <a:ea typeface="Calibri"/>
                <a:cs typeface="Calibri"/>
              </a:defRPr>
            </a:lvl7pPr>
            <a:lvl8pPr algn="l">
              <a:defRPr sz="1800" b="0">
                <a:solidFill>
                  <a:srgbClr val="173E4B"/>
                </a:solidFill>
                <a:latin typeface="Calibri"/>
                <a:ea typeface="Calibri"/>
                <a:cs typeface="Calibri"/>
              </a:defRPr>
            </a:lvl8pPr>
            <a:lvl9pPr algn="l">
              <a:defRPr sz="1800" b="0">
                <a:solidFill>
                  <a:srgbClr val="173E4B"/>
                </a:solidFill>
                <a:latin typeface="Calibri"/>
                <a:ea typeface="Calibri"/>
                <a:cs typeface="Calibri"/>
              </a:defRPr>
            </a:lvl9pPr>
          </a:lstStyle>
          <a:p xmlns:a="http://schemas.openxmlformats.org/drawingml/2006/main">
            <a:pPr algn="l">
              <a:defRPr sz="1800" b="0">
                <a:solidFill>
                  <a:srgbClr val="173E4B"/>
                </a:solidFill>
                <a:latin typeface="Calibri"/>
                <a:ea typeface="Calibri"/>
                <a:cs typeface="Calibri"/>
              </a:defRPr>
            </a:pPr>
            <a:r>
              <a:rPr sz="1800" b="0">
                <a:solidFill>
                  <a:srgbClr val="173E4B"/>
                </a:solidFill>
                <a:latin typeface="Calibri"/>
                <a:ea typeface="Calibri"/>
                <a:cs typeface="Calibri"/>
              </a:rPr>
              <a:t>Cerca de la superficie / lejos de ella</a:t>
            </a:r>
          </a:p>
        </p:txBody>
      </p:sp>
      <p:sp>
        <p:nvSpPr>
          <p:cNvPr id="28" name="ejemplo-4">
            <a:extLst xmlns:a="http://schemas.openxmlformats.org/drawingml/2006/main">
              <a:ext uri="{FF2B5EF4-FFF2-40B4-BE49-F238E27FC236}">
                <a16:creationId xmlns:a16="http://schemas.microsoft.com/office/drawing/2014/main" id="{631C3884-97DC-4213-8876-D5872BED3BB3}"/>
              </a:ext>
            </a:extLst>
          </p:cNvPr>
          <p:cNvSpPr>
            <a:spLocks xmlns:a="http://schemas.openxmlformats.org/drawingml/2006/main" noGrp="1"/>
          </p:cNvSpPr>
          <p:nvPr/>
        </p:nvSpPr>
        <p:spPr>
          <a:xfrm xmlns:a="http://schemas.openxmlformats.org/drawingml/2006/main">
            <a:off x="4419600" y="5591175"/>
            <a:ext cx="331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53686C"/>
                </a:solidFill>
                <a:latin typeface="Calibri"/>
                <a:ea typeface="Calibri"/>
                <a:cs typeface="Calibri"/>
              </a:defRPr>
            </a:defPPr>
            <a:lvl1pPr algn="l">
              <a:defRPr sz="1650" b="0">
                <a:solidFill>
                  <a:srgbClr val="53686C"/>
                </a:solidFill>
                <a:latin typeface="Calibri"/>
                <a:ea typeface="Calibri"/>
                <a:cs typeface="Calibri"/>
              </a:defRPr>
            </a:lvl1pPr>
            <a:lvl2pPr algn="l">
              <a:defRPr sz="1650" b="0">
                <a:solidFill>
                  <a:srgbClr val="53686C"/>
                </a:solidFill>
                <a:latin typeface="Calibri"/>
                <a:ea typeface="Calibri"/>
                <a:cs typeface="Calibri"/>
              </a:defRPr>
            </a:lvl2pPr>
            <a:lvl3pPr algn="l">
              <a:defRPr sz="1650" b="0">
                <a:solidFill>
                  <a:srgbClr val="53686C"/>
                </a:solidFill>
                <a:latin typeface="Calibri"/>
                <a:ea typeface="Calibri"/>
                <a:cs typeface="Calibri"/>
              </a:defRPr>
            </a:lvl3pPr>
            <a:lvl4pPr algn="l">
              <a:defRPr sz="1650" b="0">
                <a:solidFill>
                  <a:srgbClr val="53686C"/>
                </a:solidFill>
                <a:latin typeface="Calibri"/>
                <a:ea typeface="Calibri"/>
                <a:cs typeface="Calibri"/>
              </a:defRPr>
            </a:lvl4pPr>
            <a:lvl5pPr algn="l">
              <a:defRPr sz="1650" b="0">
                <a:solidFill>
                  <a:srgbClr val="53686C"/>
                </a:solidFill>
                <a:latin typeface="Calibri"/>
                <a:ea typeface="Calibri"/>
                <a:cs typeface="Calibri"/>
              </a:defRPr>
            </a:lvl5pPr>
            <a:lvl6pPr algn="l">
              <a:defRPr sz="1650" b="0">
                <a:solidFill>
                  <a:srgbClr val="53686C"/>
                </a:solidFill>
                <a:latin typeface="Calibri"/>
                <a:ea typeface="Calibri"/>
                <a:cs typeface="Calibri"/>
              </a:defRPr>
            </a:lvl6pPr>
            <a:lvl7pPr algn="l">
              <a:defRPr sz="1650" b="0">
                <a:solidFill>
                  <a:srgbClr val="53686C"/>
                </a:solidFill>
                <a:latin typeface="Calibri"/>
                <a:ea typeface="Calibri"/>
                <a:cs typeface="Calibri"/>
              </a:defRPr>
            </a:lvl7pPr>
            <a:lvl8pPr algn="l">
              <a:defRPr sz="1650" b="0">
                <a:solidFill>
                  <a:srgbClr val="53686C"/>
                </a:solidFill>
                <a:latin typeface="Calibri"/>
                <a:ea typeface="Calibri"/>
                <a:cs typeface="Calibri"/>
              </a:defRPr>
            </a:lvl8pPr>
            <a:lvl9pPr algn="l">
              <a:defRPr sz="1650" b="0">
                <a:solidFill>
                  <a:srgbClr val="53686C"/>
                </a:solidFill>
                <a:latin typeface="Calibri"/>
                <a:ea typeface="Calibri"/>
                <a:cs typeface="Calibri"/>
              </a:defRPr>
            </a:lvl9pPr>
          </a:lstStyle>
          <a:p xmlns:a="http://schemas.openxmlformats.org/drawingml/2006/main">
            <a:pPr algn="l">
              <a:defRPr sz="1650" b="0">
                <a:solidFill>
                  <a:srgbClr val="53686C"/>
                </a:solidFill>
                <a:latin typeface="Calibri"/>
                <a:ea typeface="Calibri"/>
                <a:cs typeface="Calibri"/>
              </a:defRPr>
            </a:pPr>
            <a:r>
              <a:rPr sz="1650" b="0">
                <a:solidFill>
                  <a:srgbClr val="53686C"/>
                </a:solidFill>
                <a:latin typeface="Calibri"/>
                <a:ea typeface="Calibri"/>
                <a:cs typeface="Calibri"/>
              </a:rPr>
              <a:t>Piel: superficial al músculo.</a:t>
            </a:r>
          </a:p>
        </p:txBody>
      </p:sp>
      <p:sp>
        <p:nvSpPr>
          <p:cNvPr id="29" name="par-5">
            <a:extLst xmlns:a="http://schemas.openxmlformats.org/drawingml/2006/main">
              <a:ext uri="{FF2B5EF4-FFF2-40B4-BE49-F238E27FC236}">
                <a16:creationId xmlns:a16="http://schemas.microsoft.com/office/drawing/2014/main" id="{4FE57411-A70F-47BB-909C-37E9ECB1612F}"/>
              </a:ext>
            </a:extLst>
          </p:cNvPr>
          <p:cNvSpPr>
            <a:spLocks xmlns:a="http://schemas.openxmlformats.org/drawingml/2006/main" noGrp="1"/>
          </p:cNvSpPr>
          <p:nvPr/>
        </p:nvSpPr>
        <p:spPr>
          <a:xfrm xmlns:a="http://schemas.openxmlformats.org/drawingml/2006/main">
            <a:off x="8077200" y="3771900"/>
            <a:ext cx="335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AD7021"/>
                </a:solidFill>
                <a:latin typeface="Calibri"/>
                <a:ea typeface="Calibri"/>
                <a:cs typeface="Calibri"/>
              </a:defRPr>
            </a:defPPr>
            <a:lvl1pPr algn="l">
              <a:defRPr sz="2250" b="1">
                <a:solidFill>
                  <a:srgbClr val="AD7021"/>
                </a:solidFill>
                <a:latin typeface="Calibri"/>
                <a:ea typeface="Calibri"/>
                <a:cs typeface="Calibri"/>
              </a:defRPr>
            </a:lvl1pPr>
            <a:lvl2pPr algn="l">
              <a:defRPr sz="2250" b="1">
                <a:solidFill>
                  <a:srgbClr val="AD7021"/>
                </a:solidFill>
                <a:latin typeface="Calibri"/>
                <a:ea typeface="Calibri"/>
                <a:cs typeface="Calibri"/>
              </a:defRPr>
            </a:lvl2pPr>
            <a:lvl3pPr algn="l">
              <a:defRPr sz="2250" b="1">
                <a:solidFill>
                  <a:srgbClr val="AD7021"/>
                </a:solidFill>
                <a:latin typeface="Calibri"/>
                <a:ea typeface="Calibri"/>
                <a:cs typeface="Calibri"/>
              </a:defRPr>
            </a:lvl3pPr>
            <a:lvl4pPr algn="l">
              <a:defRPr sz="2250" b="1">
                <a:solidFill>
                  <a:srgbClr val="AD7021"/>
                </a:solidFill>
                <a:latin typeface="Calibri"/>
                <a:ea typeface="Calibri"/>
                <a:cs typeface="Calibri"/>
              </a:defRPr>
            </a:lvl4pPr>
            <a:lvl5pPr algn="l">
              <a:defRPr sz="2250" b="1">
                <a:solidFill>
                  <a:srgbClr val="AD7021"/>
                </a:solidFill>
                <a:latin typeface="Calibri"/>
                <a:ea typeface="Calibri"/>
                <a:cs typeface="Calibri"/>
              </a:defRPr>
            </a:lvl5pPr>
            <a:lvl6pPr algn="l">
              <a:defRPr sz="2250" b="1">
                <a:solidFill>
                  <a:srgbClr val="AD7021"/>
                </a:solidFill>
                <a:latin typeface="Calibri"/>
                <a:ea typeface="Calibri"/>
                <a:cs typeface="Calibri"/>
              </a:defRPr>
            </a:lvl6pPr>
            <a:lvl7pPr algn="l">
              <a:defRPr sz="2250" b="1">
                <a:solidFill>
                  <a:srgbClr val="AD7021"/>
                </a:solidFill>
                <a:latin typeface="Calibri"/>
                <a:ea typeface="Calibri"/>
                <a:cs typeface="Calibri"/>
              </a:defRPr>
            </a:lvl7pPr>
            <a:lvl8pPr algn="l">
              <a:defRPr sz="2250" b="1">
                <a:solidFill>
                  <a:srgbClr val="AD7021"/>
                </a:solidFill>
                <a:latin typeface="Calibri"/>
                <a:ea typeface="Calibri"/>
                <a:cs typeface="Calibri"/>
              </a:defRPr>
            </a:lvl8pPr>
            <a:lvl9pPr algn="l">
              <a:defRPr sz="2250" b="1">
                <a:solidFill>
                  <a:srgbClr val="AD7021"/>
                </a:solidFill>
                <a:latin typeface="Calibri"/>
                <a:ea typeface="Calibri"/>
                <a:cs typeface="Calibri"/>
              </a:defRPr>
            </a:lvl9pPr>
          </a:lstStyle>
          <a:p xmlns:a="http://schemas.openxmlformats.org/drawingml/2006/main">
            <a:pPr algn="l">
              <a:defRPr sz="2250" b="1">
                <a:solidFill>
                  <a:srgbClr val="AD7021"/>
                </a:solidFill>
                <a:latin typeface="Calibri"/>
                <a:ea typeface="Calibri"/>
                <a:cs typeface="Calibri"/>
              </a:defRPr>
            </a:pPr>
            <a:r>
              <a:rPr sz="2250" b="1">
                <a:solidFill>
                  <a:srgbClr val="AD7021"/>
                </a:solidFill>
                <a:latin typeface="Calibri"/>
                <a:ea typeface="Calibri"/>
                <a:cs typeface="Calibri"/>
              </a:rPr>
              <a:t>Ipsolateral / contralateral</a:t>
            </a:r>
          </a:p>
        </p:txBody>
      </p:sp>
      <p:sp>
        <p:nvSpPr>
          <p:cNvPr id="30" name="raya-5">
            <a:extLst xmlns:a="http://schemas.openxmlformats.org/drawingml/2006/main">
              <a:ext uri="{FF2B5EF4-FFF2-40B4-BE49-F238E27FC236}">
                <a16:creationId xmlns:a16="http://schemas.microsoft.com/office/drawing/2014/main" id="{EEDE1BF6-EE3E-4D45-861A-DF04C03DFF89}"/>
              </a:ext>
            </a:extLst>
          </p:cNvPr>
          <p:cNvSpPr>
            <a:spLocks xmlns:a="http://schemas.openxmlformats.org/drawingml/2006/main" noGrp="1"/>
          </p:cNvSpPr>
          <p:nvPr/>
        </p:nvSpPr>
        <p:spPr>
          <a:xfrm xmlns:a="http://schemas.openxmlformats.org/drawingml/2006/main">
            <a:off x="8077200" y="4419600"/>
            <a:ext cx="3048000" cy="38100"/>
          </a:xfrm>
          <a:prstGeom xmlns:a="http://schemas.openxmlformats.org/drawingml/2006/main" prst="rect">
            <a:avLst/>
          </a:prstGeom>
          <a:solidFill xmlns:a="http://schemas.openxmlformats.org/drawingml/2006/main">
            <a:srgbClr val="AD7021"/>
          </a:solidFill>
          <a:ln xmlns:a="http://schemas.openxmlformats.org/drawingml/2006/main" w="0">
            <a:noFill/>
          </a:ln>
        </p:spPr>
      </p:sp>
      <p:pic>
        <p:nvPicPr>
          <p:cNvPr id="31" name="">
            <a:extLst xmlns:a="http://schemas.openxmlformats.org/drawingml/2006/main">
              <a:ext uri="{FF2B5EF4-FFF2-40B4-BE49-F238E27FC236}">
                <a16:creationId xmlns:a16="http://schemas.microsoft.com/office/drawing/2014/main" id="{579D572C-0496-4C0D-BB58-786D2C972678}"/>
              </a:ext>
            </a:extLst>
          </p:cNvPr>
          <p:cNvPicPr>
            <a:picLocks xmlns:a="http://schemas.openxmlformats.org/drawingml/2006/main" noChangeAspect="1"/>
          </p:cNvPicPr>
          <p:nvPr/>
        </p:nvPicPr>
        <p:blipFill>
          <a:blip xmlns:r="http://schemas.openxmlformats.org/officeDocument/2006/relationships" xmlns:a="http://schemas.openxmlformats.org/drawingml/2006/main" r:embed="R385921d3d49d42ff"/>
          <a:stretch xmlns:a="http://schemas.openxmlformats.org/drawingml/2006/main"/>
        </p:blipFill>
        <p:spPr>
          <a:xfrm xmlns:a="http://schemas.openxmlformats.org/drawingml/2006/main">
            <a:off x="8090595" y="4533900"/>
            <a:ext cx="1278136" cy="1076325"/>
          </a:xfrm>
          <a:prstGeom xmlns:a="http://schemas.openxmlformats.org/drawingml/2006/main" prst="rect">
            <a:avLst/>
          </a:prstGeom>
        </p:spPr>
      </p:pic>
      <p:sp>
        <p:nvSpPr>
          <p:cNvPr id="32" name="significado-5">
            <a:extLst xmlns:a="http://schemas.openxmlformats.org/drawingml/2006/main">
              <a:ext uri="{FF2B5EF4-FFF2-40B4-BE49-F238E27FC236}">
                <a16:creationId xmlns:a16="http://schemas.microsoft.com/office/drawing/2014/main" id="{B31E484C-73C5-48E3-A42B-07CBC8114994}"/>
              </a:ext>
            </a:extLst>
          </p:cNvPr>
          <p:cNvSpPr>
            <a:spLocks xmlns:a="http://schemas.openxmlformats.org/drawingml/2006/main" noGrp="1"/>
          </p:cNvSpPr>
          <p:nvPr/>
        </p:nvSpPr>
        <p:spPr>
          <a:xfrm xmlns:a="http://schemas.openxmlformats.org/drawingml/2006/main">
            <a:off x="9515475" y="4514850"/>
            <a:ext cx="19145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73E4B"/>
                </a:solidFill>
                <a:latin typeface="Calibri"/>
                <a:ea typeface="Calibri"/>
                <a:cs typeface="Calibri"/>
              </a:defRPr>
            </a:defPPr>
            <a:lvl1pPr algn="l">
              <a:defRPr sz="1800" b="0">
                <a:solidFill>
                  <a:srgbClr val="173E4B"/>
                </a:solidFill>
                <a:latin typeface="Calibri"/>
                <a:ea typeface="Calibri"/>
                <a:cs typeface="Calibri"/>
              </a:defRPr>
            </a:lvl1pPr>
            <a:lvl2pPr algn="l">
              <a:defRPr sz="1800" b="0">
                <a:solidFill>
                  <a:srgbClr val="173E4B"/>
                </a:solidFill>
                <a:latin typeface="Calibri"/>
                <a:ea typeface="Calibri"/>
                <a:cs typeface="Calibri"/>
              </a:defRPr>
            </a:lvl2pPr>
            <a:lvl3pPr algn="l">
              <a:defRPr sz="1800" b="0">
                <a:solidFill>
                  <a:srgbClr val="173E4B"/>
                </a:solidFill>
                <a:latin typeface="Calibri"/>
                <a:ea typeface="Calibri"/>
                <a:cs typeface="Calibri"/>
              </a:defRPr>
            </a:lvl3pPr>
            <a:lvl4pPr algn="l">
              <a:defRPr sz="1800" b="0">
                <a:solidFill>
                  <a:srgbClr val="173E4B"/>
                </a:solidFill>
                <a:latin typeface="Calibri"/>
                <a:ea typeface="Calibri"/>
                <a:cs typeface="Calibri"/>
              </a:defRPr>
            </a:lvl4pPr>
            <a:lvl5pPr algn="l">
              <a:defRPr sz="1800" b="0">
                <a:solidFill>
                  <a:srgbClr val="173E4B"/>
                </a:solidFill>
                <a:latin typeface="Calibri"/>
                <a:ea typeface="Calibri"/>
                <a:cs typeface="Calibri"/>
              </a:defRPr>
            </a:lvl5pPr>
            <a:lvl6pPr algn="l">
              <a:defRPr sz="1800" b="0">
                <a:solidFill>
                  <a:srgbClr val="173E4B"/>
                </a:solidFill>
                <a:latin typeface="Calibri"/>
                <a:ea typeface="Calibri"/>
                <a:cs typeface="Calibri"/>
              </a:defRPr>
            </a:lvl6pPr>
            <a:lvl7pPr algn="l">
              <a:defRPr sz="1800" b="0">
                <a:solidFill>
                  <a:srgbClr val="173E4B"/>
                </a:solidFill>
                <a:latin typeface="Calibri"/>
                <a:ea typeface="Calibri"/>
                <a:cs typeface="Calibri"/>
              </a:defRPr>
            </a:lvl7pPr>
            <a:lvl8pPr algn="l">
              <a:defRPr sz="1800" b="0">
                <a:solidFill>
                  <a:srgbClr val="173E4B"/>
                </a:solidFill>
                <a:latin typeface="Calibri"/>
                <a:ea typeface="Calibri"/>
                <a:cs typeface="Calibri"/>
              </a:defRPr>
            </a:lvl8pPr>
            <a:lvl9pPr algn="l">
              <a:defRPr sz="1800" b="0">
                <a:solidFill>
                  <a:srgbClr val="173E4B"/>
                </a:solidFill>
                <a:latin typeface="Calibri"/>
                <a:ea typeface="Calibri"/>
                <a:cs typeface="Calibri"/>
              </a:defRPr>
            </a:lvl9pPr>
          </a:lstStyle>
          <a:p xmlns:a="http://schemas.openxmlformats.org/drawingml/2006/main">
            <a:pPr algn="l">
              <a:defRPr sz="1800" b="0">
                <a:solidFill>
                  <a:srgbClr val="173E4B"/>
                </a:solidFill>
                <a:latin typeface="Calibri"/>
                <a:ea typeface="Calibri"/>
                <a:cs typeface="Calibri"/>
              </a:defRPr>
            </a:pPr>
            <a:r>
              <a:rPr sz="1800" b="0">
                <a:solidFill>
                  <a:srgbClr val="173E4B"/>
                </a:solidFill>
                <a:latin typeface="Calibri"/>
                <a:ea typeface="Calibri"/>
                <a:cs typeface="Calibri"/>
              </a:rPr>
              <a:t>Mismo lado / lados opuestos</a:t>
            </a:r>
          </a:p>
        </p:txBody>
      </p:sp>
      <p:sp>
        <p:nvSpPr>
          <p:cNvPr id="33" name="ejemplo-5">
            <a:extLst xmlns:a="http://schemas.openxmlformats.org/drawingml/2006/main">
              <a:ext uri="{FF2B5EF4-FFF2-40B4-BE49-F238E27FC236}">
                <a16:creationId xmlns:a16="http://schemas.microsoft.com/office/drawing/2014/main" id="{869A2088-37B4-4637-A354-D2A790765F0E}"/>
              </a:ext>
            </a:extLst>
          </p:cNvPr>
          <p:cNvSpPr>
            <a:spLocks xmlns:a="http://schemas.openxmlformats.org/drawingml/2006/main" noGrp="1"/>
          </p:cNvSpPr>
          <p:nvPr/>
        </p:nvSpPr>
        <p:spPr>
          <a:xfrm xmlns:a="http://schemas.openxmlformats.org/drawingml/2006/main">
            <a:off x="8077200" y="5591175"/>
            <a:ext cx="33147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53686C"/>
                </a:solidFill>
                <a:latin typeface="Calibri"/>
                <a:ea typeface="Calibri"/>
                <a:cs typeface="Calibri"/>
              </a:defRPr>
            </a:defPPr>
            <a:lvl1pPr algn="l">
              <a:defRPr sz="1650" b="0">
                <a:solidFill>
                  <a:srgbClr val="53686C"/>
                </a:solidFill>
                <a:latin typeface="Calibri"/>
                <a:ea typeface="Calibri"/>
                <a:cs typeface="Calibri"/>
              </a:defRPr>
            </a:lvl1pPr>
            <a:lvl2pPr algn="l">
              <a:defRPr sz="1650" b="0">
                <a:solidFill>
                  <a:srgbClr val="53686C"/>
                </a:solidFill>
                <a:latin typeface="Calibri"/>
                <a:ea typeface="Calibri"/>
                <a:cs typeface="Calibri"/>
              </a:defRPr>
            </a:lvl2pPr>
            <a:lvl3pPr algn="l">
              <a:defRPr sz="1650" b="0">
                <a:solidFill>
                  <a:srgbClr val="53686C"/>
                </a:solidFill>
                <a:latin typeface="Calibri"/>
                <a:ea typeface="Calibri"/>
                <a:cs typeface="Calibri"/>
              </a:defRPr>
            </a:lvl3pPr>
            <a:lvl4pPr algn="l">
              <a:defRPr sz="1650" b="0">
                <a:solidFill>
                  <a:srgbClr val="53686C"/>
                </a:solidFill>
                <a:latin typeface="Calibri"/>
                <a:ea typeface="Calibri"/>
                <a:cs typeface="Calibri"/>
              </a:defRPr>
            </a:lvl4pPr>
            <a:lvl5pPr algn="l">
              <a:defRPr sz="1650" b="0">
                <a:solidFill>
                  <a:srgbClr val="53686C"/>
                </a:solidFill>
                <a:latin typeface="Calibri"/>
                <a:ea typeface="Calibri"/>
                <a:cs typeface="Calibri"/>
              </a:defRPr>
            </a:lvl5pPr>
            <a:lvl6pPr algn="l">
              <a:defRPr sz="1650" b="0">
                <a:solidFill>
                  <a:srgbClr val="53686C"/>
                </a:solidFill>
                <a:latin typeface="Calibri"/>
                <a:ea typeface="Calibri"/>
                <a:cs typeface="Calibri"/>
              </a:defRPr>
            </a:lvl6pPr>
            <a:lvl7pPr algn="l">
              <a:defRPr sz="1650" b="0">
                <a:solidFill>
                  <a:srgbClr val="53686C"/>
                </a:solidFill>
                <a:latin typeface="Calibri"/>
                <a:ea typeface="Calibri"/>
                <a:cs typeface="Calibri"/>
              </a:defRPr>
            </a:lvl7pPr>
            <a:lvl8pPr algn="l">
              <a:defRPr sz="1650" b="0">
                <a:solidFill>
                  <a:srgbClr val="53686C"/>
                </a:solidFill>
                <a:latin typeface="Calibri"/>
                <a:ea typeface="Calibri"/>
                <a:cs typeface="Calibri"/>
              </a:defRPr>
            </a:lvl8pPr>
            <a:lvl9pPr algn="l">
              <a:defRPr sz="1650" b="0">
                <a:solidFill>
                  <a:srgbClr val="53686C"/>
                </a:solidFill>
                <a:latin typeface="Calibri"/>
                <a:ea typeface="Calibri"/>
                <a:cs typeface="Calibri"/>
              </a:defRPr>
            </a:lvl9pPr>
          </a:lstStyle>
          <a:p xmlns:a="http://schemas.openxmlformats.org/drawingml/2006/main">
            <a:pPr algn="l">
              <a:defRPr sz="1650" b="0">
                <a:solidFill>
                  <a:srgbClr val="53686C"/>
                </a:solidFill>
                <a:latin typeface="Calibri"/>
                <a:ea typeface="Calibri"/>
                <a:cs typeface="Calibri"/>
              </a:defRPr>
            </a:pPr>
            <a:r>
              <a:rPr sz="1650" b="0">
                <a:solidFill>
                  <a:srgbClr val="53686C"/>
                </a:solidFill>
                <a:latin typeface="Calibri"/>
                <a:ea typeface="Calibri"/>
                <a:cs typeface="Calibri"/>
              </a:rPr>
              <a:t>Hígado–apéndice: mismo lado.</a:t>
            </a:r>
          </a:p>
          <a:p xmlns:a="http://schemas.openxmlformats.org/drawingml/2006/main">
            <a:pPr algn="l">
              <a:defRPr sz="1650" b="0">
                <a:solidFill>
                  <a:srgbClr val="53686C"/>
                </a:solidFill>
                <a:latin typeface="Calibri"/>
                <a:ea typeface="Calibri"/>
                <a:cs typeface="Calibri"/>
              </a:defRPr>
            </a:pPr>
            <a:r>
              <a:rPr sz="1650" b="0">
                <a:solidFill>
                  <a:srgbClr val="53686C"/>
                </a:solidFill>
                <a:latin typeface="Calibri"/>
                <a:ea typeface="Calibri"/>
                <a:cs typeface="Calibri"/>
              </a:rPr>
              <a:t>Hígado–bazo: lados opuestos.</a:t>
            </a:r>
          </a:p>
        </p:txBody>
      </p:sp>
      <p:sp>
        <p:nvSpPr>
          <p:cNvPr id="34" name="banda-idea">
            <a:extLst xmlns:a="http://schemas.openxmlformats.org/drawingml/2006/main">
              <a:ext uri="{FF2B5EF4-FFF2-40B4-BE49-F238E27FC236}">
                <a16:creationId xmlns:a16="http://schemas.microsoft.com/office/drawing/2014/main" id="{739313BC-A95F-49E8-AA7C-50C62046B57A}"/>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5" name="idea-clave">
            <a:extLst xmlns:a="http://schemas.openxmlformats.org/drawingml/2006/main">
              <a:ext uri="{FF2B5EF4-FFF2-40B4-BE49-F238E27FC236}">
                <a16:creationId xmlns:a16="http://schemas.microsoft.com/office/drawing/2014/main" id="{26CC2F24-5D6D-446B-85F6-1F0BE8E02FE8}"/>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Todo término de ubicación compara una estructura con otra.</a:t>
            </a:r>
          </a:p>
        </p:txBody>
      </p:sp>
      <p:sp>
        <p:nvSpPr>
          <p:cNvPr id="36" name="numero">
            <a:extLst xmlns:a="http://schemas.openxmlformats.org/drawingml/2006/main">
              <a:ext uri="{FF2B5EF4-FFF2-40B4-BE49-F238E27FC236}">
                <a16:creationId xmlns:a16="http://schemas.microsoft.com/office/drawing/2014/main" id="{422C4F95-1AD6-4E07-A80A-173FD9D3333F}"/>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31</a:t>
            </a:r>
          </a:p>
        </p:txBody>
      </p:sp>
    </p:spTree>
    <p:extLst>
      <p:ext uri="{BB962C8B-B14F-4D97-AF65-F5344CB8AC3E}">
        <p14:creationId xmlns:p14="http://schemas.microsoft.com/office/powerpoint/2010/main" val="964386507"/>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4CAD0BF-AE38-49BA-80F9-D97A0EACC5BE}"/>
              </a:ext>
            </a:extLst>
          </p:cNvPr>
          <p:cNvPicPr>
            <a:picLocks xmlns:a="http://schemas.openxmlformats.org/drawingml/2006/main" noChangeAspect="1"/>
          </p:cNvPicPr>
          <p:nvPr/>
        </p:nvPicPr>
        <p:blipFill>
          <a:blip xmlns:r="http://schemas.openxmlformats.org/officeDocument/2006/relationships" xmlns:a="http://schemas.openxmlformats.org/drawingml/2006/main" r:embed="Re2c7b4450ea04da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435FBD9F-C793-434C-99D9-7B3D1E8AC963}"/>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Región axial y apendicular</a:t>
            </a:r>
          </a:p>
        </p:txBody>
      </p:sp>
      <p:pic>
        <p:nvPicPr>
          <p:cNvPr id="3" name="">
            <a:extLst xmlns:a="http://schemas.openxmlformats.org/drawingml/2006/main">
              <a:ext uri="{FF2B5EF4-FFF2-40B4-BE49-F238E27FC236}">
                <a16:creationId xmlns:a16="http://schemas.microsoft.com/office/drawing/2014/main" id="{AFB4FF65-4C4B-4B6D-B0E3-72EEB4137AA6}"/>
              </a:ext>
            </a:extLst>
          </p:cNvPr>
          <p:cNvPicPr>
            <a:picLocks xmlns:a="http://schemas.openxmlformats.org/drawingml/2006/main" noChangeAspect="1"/>
          </p:cNvPicPr>
          <p:nvPr/>
        </p:nvPicPr>
        <p:blipFill>
          <a:blip xmlns:r="http://schemas.openxmlformats.org/officeDocument/2006/relationships" xmlns:a="http://schemas.openxmlformats.org/drawingml/2006/main" r:embed="R285a7bd8f5f3439d"/>
          <a:stretch xmlns:a="http://schemas.openxmlformats.org/drawingml/2006/main"/>
        </p:blipFill>
        <p:spPr>
          <a:xfrm xmlns:a="http://schemas.openxmlformats.org/drawingml/2006/main">
            <a:off x="1588843" y="1352550"/>
            <a:ext cx="3356464" cy="41910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5969A3A8-2B12-4F71-B340-1E6EBE4AA78D}"/>
              </a:ext>
            </a:extLst>
          </p:cNvPr>
          <p:cNvPicPr>
            <a:picLocks xmlns:a="http://schemas.openxmlformats.org/drawingml/2006/main" noChangeAspect="1"/>
          </p:cNvPicPr>
          <p:nvPr/>
        </p:nvPicPr>
        <p:blipFill>
          <a:blip xmlns:r="http://schemas.openxmlformats.org/officeDocument/2006/relationships" xmlns:a="http://schemas.openxmlformats.org/drawingml/2006/main" r:embed="Rf532afa254344793"/>
          <a:stretch xmlns:a="http://schemas.openxmlformats.org/drawingml/2006/main"/>
        </p:blipFill>
        <p:spPr>
          <a:xfrm xmlns:a="http://schemas.openxmlformats.org/drawingml/2006/main">
            <a:off x="6096000" y="1959648"/>
            <a:ext cx="5200650" cy="2976803"/>
          </a:xfrm>
          <a:prstGeom xmlns:a="http://schemas.openxmlformats.org/drawingml/2006/main" prst="rect">
            <a:avLst/>
          </a:prstGeom>
        </p:spPr>
      </p:pic>
      <p:sp>
        <p:nvSpPr>
          <p:cNvPr id="5" name="concepto-0">
            <a:extLst xmlns:a="http://schemas.openxmlformats.org/drawingml/2006/main">
              <a:ext uri="{FF2B5EF4-FFF2-40B4-BE49-F238E27FC236}">
                <a16:creationId xmlns:a16="http://schemas.microsoft.com/office/drawing/2014/main" id="{3D0CCEA9-2256-4088-B846-E6C645E633F3}"/>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Axial: cabeza, cuello y tronco</a:t>
            </a:r>
          </a:p>
        </p:txBody>
      </p:sp>
      <p:sp>
        <p:nvSpPr>
          <p:cNvPr id="6" name="concepto-1">
            <a:extLst xmlns:a="http://schemas.openxmlformats.org/drawingml/2006/main">
              <a:ext uri="{FF2B5EF4-FFF2-40B4-BE49-F238E27FC236}">
                <a16:creationId xmlns:a16="http://schemas.microsoft.com/office/drawing/2014/main" id="{EB2D9E16-9D8A-4856-9232-3FF0E8B41884}"/>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Apendicular: extremidades</a:t>
            </a:r>
          </a:p>
        </p:txBody>
      </p:sp>
      <p:sp>
        <p:nvSpPr>
          <p:cNvPr id="7" name="concepto-2">
            <a:extLst xmlns:a="http://schemas.openxmlformats.org/drawingml/2006/main">
              <a:ext uri="{FF2B5EF4-FFF2-40B4-BE49-F238E27FC236}">
                <a16:creationId xmlns:a16="http://schemas.microsoft.com/office/drawing/2014/main" id="{4B76D676-E7D9-4E2F-9CD3-FFE441AD1649}"/>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Axilar: axila</a:t>
            </a:r>
          </a:p>
        </p:txBody>
      </p:sp>
      <p:sp>
        <p:nvSpPr>
          <p:cNvPr id="8" name="banda-idea">
            <a:extLst xmlns:a="http://schemas.openxmlformats.org/drawingml/2006/main">
              <a:ext uri="{FF2B5EF4-FFF2-40B4-BE49-F238E27FC236}">
                <a16:creationId xmlns:a16="http://schemas.microsoft.com/office/drawing/2014/main" id="{855D2D1D-9850-4E3D-B1E3-391C6D888CF2}"/>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idea-clave">
            <a:extLst xmlns:a="http://schemas.openxmlformats.org/drawingml/2006/main">
              <a:ext uri="{FF2B5EF4-FFF2-40B4-BE49-F238E27FC236}">
                <a16:creationId xmlns:a16="http://schemas.microsoft.com/office/drawing/2014/main" id="{BE9959D5-9DAC-41D1-9F21-C144F9FF3E53}"/>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Axial: cabeza, cuello y tronco · Apendicular: extremidades · Axilar: axila.</a:t>
            </a:r>
          </a:p>
        </p:txBody>
      </p:sp>
      <p:sp>
        <p:nvSpPr>
          <p:cNvPr id="10" name="numero">
            <a:extLst xmlns:a="http://schemas.openxmlformats.org/drawingml/2006/main">
              <a:ext uri="{FF2B5EF4-FFF2-40B4-BE49-F238E27FC236}">
                <a16:creationId xmlns:a16="http://schemas.microsoft.com/office/drawing/2014/main" id="{C02A7B4C-F25A-49A0-89DF-2317295C56C7}"/>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32</a:t>
            </a:r>
          </a:p>
        </p:txBody>
      </p:sp>
    </p:spTree>
    <p:extLst>
      <p:ext uri="{BB962C8B-B14F-4D97-AF65-F5344CB8AC3E}">
        <p14:creationId xmlns:p14="http://schemas.microsoft.com/office/powerpoint/2010/main" val="144883808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9563D74-4F13-43F2-9AFD-87D9A8B1C5E8}"/>
              </a:ext>
            </a:extLst>
          </p:cNvPr>
          <p:cNvPicPr>
            <a:picLocks xmlns:a="http://schemas.openxmlformats.org/drawingml/2006/main" noChangeAspect="1"/>
          </p:cNvPicPr>
          <p:nvPr/>
        </p:nvPicPr>
        <p:blipFill>
          <a:blip xmlns:r="http://schemas.openxmlformats.org/officeDocument/2006/relationships" xmlns:a="http://schemas.openxmlformats.org/drawingml/2006/main" r:embed="R847d794d5e90482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CDB434E5-907C-4747-A41E-3D106DC7B3D0}"/>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Cuadrantes y regiones</a:t>
            </a:r>
          </a:p>
        </p:txBody>
      </p:sp>
      <p:pic>
        <p:nvPicPr>
          <p:cNvPr id="3" name="">
            <a:extLst xmlns:a="http://schemas.openxmlformats.org/drawingml/2006/main">
              <a:ext uri="{FF2B5EF4-FFF2-40B4-BE49-F238E27FC236}">
                <a16:creationId xmlns:a16="http://schemas.microsoft.com/office/drawing/2014/main" id="{6253370D-A3D6-41CA-B6AE-13E003E095A7}"/>
              </a:ext>
            </a:extLst>
          </p:cNvPr>
          <p:cNvPicPr>
            <a:picLocks xmlns:a="http://schemas.openxmlformats.org/drawingml/2006/main" noChangeAspect="1"/>
          </p:cNvPicPr>
          <p:nvPr/>
        </p:nvPicPr>
        <p:blipFill>
          <a:blip xmlns:r="http://schemas.openxmlformats.org/officeDocument/2006/relationships" xmlns:a="http://schemas.openxmlformats.org/drawingml/2006/main" r:embed="Rc9c3168fadd5409c"/>
          <a:stretch xmlns:a="http://schemas.openxmlformats.org/drawingml/2006/main"/>
        </p:blipFill>
        <p:spPr>
          <a:xfrm xmlns:a="http://schemas.openxmlformats.org/drawingml/2006/main">
            <a:off x="666750" y="2473566"/>
            <a:ext cx="3390900" cy="1948968"/>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FE255D9E-211C-4509-BAA1-0CB1DEA8A39C}"/>
              </a:ext>
            </a:extLst>
          </p:cNvPr>
          <p:cNvPicPr>
            <a:picLocks xmlns:a="http://schemas.openxmlformats.org/drawingml/2006/main" noChangeAspect="1"/>
          </p:cNvPicPr>
          <p:nvPr/>
        </p:nvPicPr>
        <p:blipFill>
          <a:blip xmlns:r="http://schemas.openxmlformats.org/officeDocument/2006/relationships" xmlns:a="http://schemas.openxmlformats.org/drawingml/2006/main" r:embed="Rce3982f7bd5b48a0"/>
          <a:stretch xmlns:a="http://schemas.openxmlformats.org/drawingml/2006/main"/>
        </p:blipFill>
        <p:spPr>
          <a:xfrm xmlns:a="http://schemas.openxmlformats.org/drawingml/2006/main">
            <a:off x="4286250" y="2660615"/>
            <a:ext cx="3390900" cy="1574869"/>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25CB7BD2-E79A-47FA-9CB2-277D54C180AF}"/>
              </a:ext>
            </a:extLst>
          </p:cNvPr>
          <p:cNvPicPr>
            <a:picLocks xmlns:a="http://schemas.openxmlformats.org/drawingml/2006/main" noChangeAspect="1"/>
          </p:cNvPicPr>
          <p:nvPr/>
        </p:nvPicPr>
        <p:blipFill>
          <a:blip xmlns:r="http://schemas.openxmlformats.org/officeDocument/2006/relationships" xmlns:a="http://schemas.openxmlformats.org/drawingml/2006/main" r:embed="Rf29a46a8f5204fb7"/>
          <a:stretch xmlns:a="http://schemas.openxmlformats.org/drawingml/2006/main"/>
        </p:blipFill>
        <p:spPr>
          <a:xfrm xmlns:a="http://schemas.openxmlformats.org/drawingml/2006/main">
            <a:off x="7923130" y="1352550"/>
            <a:ext cx="3356139" cy="4191000"/>
          </a:xfrm>
          <a:prstGeom xmlns:a="http://schemas.openxmlformats.org/drawingml/2006/main" prst="rect">
            <a:avLst/>
          </a:prstGeom>
        </p:spPr>
      </p:pic>
      <p:sp>
        <p:nvSpPr>
          <p:cNvPr id="6" name="concepto-0">
            <a:extLst xmlns:a="http://schemas.openxmlformats.org/drawingml/2006/main">
              <a:ext uri="{FF2B5EF4-FFF2-40B4-BE49-F238E27FC236}">
                <a16:creationId xmlns:a16="http://schemas.microsoft.com/office/drawing/2014/main" id="{5AC183D6-B2F2-43AB-820F-CA912D087653}"/>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4 cuadrantes</a:t>
            </a:r>
          </a:p>
        </p:txBody>
      </p:sp>
      <p:sp>
        <p:nvSpPr>
          <p:cNvPr id="7" name="concepto-1">
            <a:extLst xmlns:a="http://schemas.openxmlformats.org/drawingml/2006/main">
              <a:ext uri="{FF2B5EF4-FFF2-40B4-BE49-F238E27FC236}">
                <a16:creationId xmlns:a16="http://schemas.microsoft.com/office/drawing/2014/main" id="{A65E0F38-09C8-4B6F-995A-4682E7507065}"/>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9 regiones</a:t>
            </a:r>
          </a:p>
        </p:txBody>
      </p:sp>
      <p:sp>
        <p:nvSpPr>
          <p:cNvPr id="8" name="concepto-2">
            <a:extLst xmlns:a="http://schemas.openxmlformats.org/drawingml/2006/main">
              <a:ext uri="{FF2B5EF4-FFF2-40B4-BE49-F238E27FC236}">
                <a16:creationId xmlns:a16="http://schemas.microsoft.com/office/drawing/2014/main" id="{EE048C44-4A4F-4766-B531-783552CB1E78}"/>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Orientación del paciente</a:t>
            </a:r>
          </a:p>
        </p:txBody>
      </p:sp>
      <p:sp>
        <p:nvSpPr>
          <p:cNvPr id="9" name="banda-idea">
            <a:extLst xmlns:a="http://schemas.openxmlformats.org/drawingml/2006/main">
              <a:ext uri="{FF2B5EF4-FFF2-40B4-BE49-F238E27FC236}">
                <a16:creationId xmlns:a16="http://schemas.microsoft.com/office/drawing/2014/main" id="{E297DAD3-2B3D-4BEE-9140-D99F4090F28D}"/>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clave">
            <a:extLst xmlns:a="http://schemas.openxmlformats.org/drawingml/2006/main">
              <a:ext uri="{FF2B5EF4-FFF2-40B4-BE49-F238E27FC236}">
                <a16:creationId xmlns:a16="http://schemas.microsoft.com/office/drawing/2014/main" id="{615E368B-7148-45D1-AD8A-FB8A20C9E90B}"/>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Los cuadrantes y las regiones se nombran desde la derecha e izquierda del paciente.</a:t>
            </a:r>
          </a:p>
        </p:txBody>
      </p:sp>
      <p:sp>
        <p:nvSpPr>
          <p:cNvPr id="11" name="numero">
            <a:extLst xmlns:a="http://schemas.openxmlformats.org/drawingml/2006/main">
              <a:ext uri="{FF2B5EF4-FFF2-40B4-BE49-F238E27FC236}">
                <a16:creationId xmlns:a16="http://schemas.microsoft.com/office/drawing/2014/main" id="{BF992AF9-D629-4907-AFE0-E412AAEF6069}"/>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33</a:t>
            </a:r>
          </a:p>
        </p:txBody>
      </p:sp>
    </p:spTree>
    <p:extLst>
      <p:ext uri="{BB962C8B-B14F-4D97-AF65-F5344CB8AC3E}">
        <p14:creationId xmlns:p14="http://schemas.microsoft.com/office/powerpoint/2010/main" val="36138136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CFBDCA0-7375-4463-9A4F-1D47885BDD7A}"/>
              </a:ext>
            </a:extLst>
          </p:cNvPr>
          <p:cNvPicPr>
            <a:picLocks xmlns:a="http://schemas.openxmlformats.org/drawingml/2006/main" noChangeAspect="1"/>
          </p:cNvPicPr>
          <p:nvPr/>
        </p:nvPicPr>
        <p:blipFill>
          <a:blip xmlns:r="http://schemas.openxmlformats.org/officeDocument/2006/relationships" xmlns:a="http://schemas.openxmlformats.org/drawingml/2006/main" r:embed="R625352ca9a1c48f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B72D6F69-BB93-4E5A-B38A-E5FD1235B190}"/>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Las cavidades del cuerpo</a:t>
            </a:r>
          </a:p>
        </p:txBody>
      </p:sp>
      <p:pic>
        <p:nvPicPr>
          <p:cNvPr id="3" name="">
            <a:extLst xmlns:a="http://schemas.openxmlformats.org/drawingml/2006/main">
              <a:ext uri="{FF2B5EF4-FFF2-40B4-BE49-F238E27FC236}">
                <a16:creationId xmlns:a16="http://schemas.microsoft.com/office/drawing/2014/main" id="{7EE35E4D-2922-489A-A3E4-2476BF658A7D}"/>
              </a:ext>
            </a:extLst>
          </p:cNvPr>
          <p:cNvPicPr>
            <a:picLocks xmlns:a="http://schemas.openxmlformats.org/drawingml/2006/main" noChangeAspect="1"/>
          </p:cNvPicPr>
          <p:nvPr/>
        </p:nvPicPr>
        <p:blipFill>
          <a:blip xmlns:r="http://schemas.openxmlformats.org/officeDocument/2006/relationships" xmlns:a="http://schemas.openxmlformats.org/drawingml/2006/main" r:embed="R22e527eb2b6f493f"/>
          <a:stretch xmlns:a="http://schemas.openxmlformats.org/drawingml/2006/main"/>
        </p:blipFill>
        <p:spPr>
          <a:xfrm xmlns:a="http://schemas.openxmlformats.org/drawingml/2006/main">
            <a:off x="666750" y="2241225"/>
            <a:ext cx="3390900" cy="2413651"/>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3BBD5401-F804-49F4-811F-E30082DCCE08}"/>
              </a:ext>
            </a:extLst>
          </p:cNvPr>
          <p:cNvPicPr>
            <a:picLocks xmlns:a="http://schemas.openxmlformats.org/drawingml/2006/main" noChangeAspect="1"/>
          </p:cNvPicPr>
          <p:nvPr/>
        </p:nvPicPr>
        <p:blipFill>
          <a:blip xmlns:r="http://schemas.openxmlformats.org/officeDocument/2006/relationships" xmlns:a="http://schemas.openxmlformats.org/drawingml/2006/main" r:embed="Rc023adfec0ad4534"/>
          <a:stretch xmlns:a="http://schemas.openxmlformats.org/drawingml/2006/main"/>
        </p:blipFill>
        <p:spPr>
          <a:xfrm xmlns:a="http://schemas.openxmlformats.org/drawingml/2006/main">
            <a:off x="4286250" y="1781697"/>
            <a:ext cx="3390900" cy="3332706"/>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2AEAF2C9-1BFE-4B1C-BF90-D944B750575B}"/>
              </a:ext>
            </a:extLst>
          </p:cNvPr>
          <p:cNvPicPr>
            <a:picLocks xmlns:a="http://schemas.openxmlformats.org/drawingml/2006/main" noChangeAspect="1"/>
          </p:cNvPicPr>
          <p:nvPr/>
        </p:nvPicPr>
        <p:blipFill>
          <a:blip xmlns:r="http://schemas.openxmlformats.org/officeDocument/2006/relationships" xmlns:a="http://schemas.openxmlformats.org/drawingml/2006/main" r:embed="R90f126decd2348c1"/>
          <a:stretch xmlns:a="http://schemas.openxmlformats.org/drawingml/2006/main"/>
        </p:blipFill>
        <p:spPr>
          <a:xfrm xmlns:a="http://schemas.openxmlformats.org/drawingml/2006/main">
            <a:off x="7905750" y="2723541"/>
            <a:ext cx="3390900" cy="1449018"/>
          </a:xfrm>
          <a:prstGeom xmlns:a="http://schemas.openxmlformats.org/drawingml/2006/main" prst="rect">
            <a:avLst/>
          </a:prstGeom>
        </p:spPr>
      </p:pic>
      <p:sp>
        <p:nvSpPr>
          <p:cNvPr id="6" name="concepto-0">
            <a:extLst xmlns:a="http://schemas.openxmlformats.org/drawingml/2006/main">
              <a:ext uri="{FF2B5EF4-FFF2-40B4-BE49-F238E27FC236}">
                <a16:creationId xmlns:a16="http://schemas.microsoft.com/office/drawing/2014/main" id="{3DF5F4ED-CF1A-4152-AA9D-6912B5C631CF}"/>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Craneana y vertebral</a:t>
            </a:r>
          </a:p>
        </p:txBody>
      </p:sp>
      <p:sp>
        <p:nvSpPr>
          <p:cNvPr id="7" name="concepto-1">
            <a:extLst xmlns:a="http://schemas.openxmlformats.org/drawingml/2006/main">
              <a:ext uri="{FF2B5EF4-FFF2-40B4-BE49-F238E27FC236}">
                <a16:creationId xmlns:a16="http://schemas.microsoft.com/office/drawing/2014/main" id="{93ED84B5-F840-403A-8106-4A1EBAFA93CB}"/>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Torácica</a:t>
            </a:r>
          </a:p>
        </p:txBody>
      </p:sp>
      <p:sp>
        <p:nvSpPr>
          <p:cNvPr id="8" name="concepto-2">
            <a:extLst xmlns:a="http://schemas.openxmlformats.org/drawingml/2006/main">
              <a:ext uri="{FF2B5EF4-FFF2-40B4-BE49-F238E27FC236}">
                <a16:creationId xmlns:a16="http://schemas.microsoft.com/office/drawing/2014/main" id="{E60460A5-DC1F-4983-9750-EE90EBFA359C}"/>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Abdominopélvica</a:t>
            </a:r>
          </a:p>
        </p:txBody>
      </p:sp>
      <p:sp>
        <p:nvSpPr>
          <p:cNvPr id="9" name="banda-idea">
            <a:extLst xmlns:a="http://schemas.openxmlformats.org/drawingml/2006/main">
              <a:ext uri="{FF2B5EF4-FFF2-40B4-BE49-F238E27FC236}">
                <a16:creationId xmlns:a16="http://schemas.microsoft.com/office/drawing/2014/main" id="{E782FC2B-855C-4147-807F-C942BCECF48B}"/>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clave">
            <a:extLst xmlns:a="http://schemas.openxmlformats.org/drawingml/2006/main">
              <a:ext uri="{FF2B5EF4-FFF2-40B4-BE49-F238E27FC236}">
                <a16:creationId xmlns:a16="http://schemas.microsoft.com/office/drawing/2014/main" id="{FEDE717D-D776-445E-B5A9-F89334722996}"/>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El diafragma separa tórax y abdomen; abdomen y pelvis se continúan.</a:t>
            </a:r>
          </a:p>
        </p:txBody>
      </p:sp>
      <p:sp>
        <p:nvSpPr>
          <p:cNvPr id="11" name="numero">
            <a:extLst xmlns:a="http://schemas.openxmlformats.org/drawingml/2006/main">
              <a:ext uri="{FF2B5EF4-FFF2-40B4-BE49-F238E27FC236}">
                <a16:creationId xmlns:a16="http://schemas.microsoft.com/office/drawing/2014/main" id="{204EFAE9-6709-4FFF-A58D-54E130F0CEB2}"/>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34</a:t>
            </a:r>
          </a:p>
        </p:txBody>
      </p:sp>
    </p:spTree>
    <p:extLst>
      <p:ext uri="{BB962C8B-B14F-4D97-AF65-F5344CB8AC3E}">
        <p14:creationId xmlns:p14="http://schemas.microsoft.com/office/powerpoint/2010/main" val="3856627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D6815D4-F55B-4906-B8A3-8CFC066E0130}"/>
              </a:ext>
            </a:extLst>
          </p:cNvPr>
          <p:cNvPicPr>
            <a:picLocks xmlns:a="http://schemas.openxmlformats.org/drawingml/2006/main" noChangeAspect="1"/>
          </p:cNvPicPr>
          <p:nvPr/>
        </p:nvPicPr>
        <p:blipFill>
          <a:blip xmlns:r="http://schemas.openxmlformats.org/officeDocument/2006/relationships" xmlns:a="http://schemas.openxmlformats.org/drawingml/2006/main" r:embed="R6fe219cd4e7a4ed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21FA82A7-CF88-408F-8944-C8894BDB2E77}"/>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El tórax por dentro</a:t>
            </a:r>
          </a:p>
        </p:txBody>
      </p:sp>
      <p:pic>
        <p:nvPicPr>
          <p:cNvPr id="3" name="">
            <a:extLst xmlns:a="http://schemas.openxmlformats.org/drawingml/2006/main">
              <a:ext uri="{FF2B5EF4-FFF2-40B4-BE49-F238E27FC236}">
                <a16:creationId xmlns:a16="http://schemas.microsoft.com/office/drawing/2014/main" id="{ED80422F-75A3-4FDE-A9C8-C35330E4A9D9}"/>
              </a:ext>
            </a:extLst>
          </p:cNvPr>
          <p:cNvPicPr>
            <a:picLocks xmlns:a="http://schemas.openxmlformats.org/drawingml/2006/main" noChangeAspect="1"/>
          </p:cNvPicPr>
          <p:nvPr/>
        </p:nvPicPr>
        <p:blipFill>
          <a:blip xmlns:r="http://schemas.openxmlformats.org/officeDocument/2006/relationships" xmlns:a="http://schemas.openxmlformats.org/drawingml/2006/main" r:embed="Rd2f2f298d531434f"/>
          <a:stretch xmlns:a="http://schemas.openxmlformats.org/drawingml/2006/main"/>
        </p:blipFill>
        <p:spPr>
          <a:xfrm xmlns:a="http://schemas.openxmlformats.org/drawingml/2006/main">
            <a:off x="666750" y="2563391"/>
            <a:ext cx="3390900" cy="1769318"/>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8C8BBE92-6A66-41BF-8EFA-B7F926A8FB99}"/>
              </a:ext>
            </a:extLst>
          </p:cNvPr>
          <p:cNvPicPr>
            <a:picLocks xmlns:a="http://schemas.openxmlformats.org/drawingml/2006/main" noChangeAspect="1"/>
          </p:cNvPicPr>
          <p:nvPr/>
        </p:nvPicPr>
        <p:blipFill>
          <a:blip xmlns:r="http://schemas.openxmlformats.org/officeDocument/2006/relationships" xmlns:a="http://schemas.openxmlformats.org/drawingml/2006/main" r:embed="Rd303e4d8155a411b"/>
          <a:stretch xmlns:a="http://schemas.openxmlformats.org/drawingml/2006/main"/>
        </p:blipFill>
        <p:spPr>
          <a:xfrm xmlns:a="http://schemas.openxmlformats.org/drawingml/2006/main">
            <a:off x="4286250" y="2713996"/>
            <a:ext cx="3390900" cy="1468107"/>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F0F4893-D74B-405B-BE71-F8DC02438DFC}"/>
              </a:ext>
            </a:extLst>
          </p:cNvPr>
          <p:cNvPicPr>
            <a:picLocks xmlns:a="http://schemas.openxmlformats.org/drawingml/2006/main" noChangeAspect="1"/>
          </p:cNvPicPr>
          <p:nvPr/>
        </p:nvPicPr>
        <p:blipFill>
          <a:blip xmlns:r="http://schemas.openxmlformats.org/officeDocument/2006/relationships" xmlns:a="http://schemas.openxmlformats.org/drawingml/2006/main" r:embed="R19721daf24d249ac"/>
          <a:stretch xmlns:a="http://schemas.openxmlformats.org/drawingml/2006/main"/>
        </p:blipFill>
        <p:spPr>
          <a:xfrm xmlns:a="http://schemas.openxmlformats.org/drawingml/2006/main">
            <a:off x="7905750" y="2495580"/>
            <a:ext cx="3390900" cy="1904940"/>
          </a:xfrm>
          <a:prstGeom xmlns:a="http://schemas.openxmlformats.org/drawingml/2006/main" prst="rect">
            <a:avLst/>
          </a:prstGeom>
        </p:spPr>
      </p:pic>
      <p:sp>
        <p:nvSpPr>
          <p:cNvPr id="6" name="concepto-0">
            <a:extLst xmlns:a="http://schemas.openxmlformats.org/drawingml/2006/main">
              <a:ext uri="{FF2B5EF4-FFF2-40B4-BE49-F238E27FC236}">
                <a16:creationId xmlns:a16="http://schemas.microsoft.com/office/drawing/2014/main" id="{5633FDDD-5259-4878-BB03-D4D0EFE75701}"/>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Pleuras</a:t>
            </a:r>
          </a:p>
        </p:txBody>
      </p:sp>
      <p:sp>
        <p:nvSpPr>
          <p:cNvPr id="7" name="concepto-1">
            <a:extLst xmlns:a="http://schemas.openxmlformats.org/drawingml/2006/main">
              <a:ext uri="{FF2B5EF4-FFF2-40B4-BE49-F238E27FC236}">
                <a16:creationId xmlns:a16="http://schemas.microsoft.com/office/drawing/2014/main" id="{E01F68C8-2D56-4162-9AD2-52F160A4BBAF}"/>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Pericardio</a:t>
            </a:r>
          </a:p>
        </p:txBody>
      </p:sp>
      <p:sp>
        <p:nvSpPr>
          <p:cNvPr id="8" name="concepto-2">
            <a:extLst xmlns:a="http://schemas.openxmlformats.org/drawingml/2006/main">
              <a:ext uri="{FF2B5EF4-FFF2-40B4-BE49-F238E27FC236}">
                <a16:creationId xmlns:a16="http://schemas.microsoft.com/office/drawing/2014/main" id="{2DEF1BCD-04BD-40C0-B526-2EAC40775DA1}"/>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Mediastino</a:t>
            </a:r>
          </a:p>
        </p:txBody>
      </p:sp>
      <p:sp>
        <p:nvSpPr>
          <p:cNvPr id="9" name="banda-idea">
            <a:extLst xmlns:a="http://schemas.openxmlformats.org/drawingml/2006/main">
              <a:ext uri="{FF2B5EF4-FFF2-40B4-BE49-F238E27FC236}">
                <a16:creationId xmlns:a16="http://schemas.microsoft.com/office/drawing/2014/main" id="{6CACC440-FAC3-4212-BFF0-0C4F364C2288}"/>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clave">
            <a:extLst xmlns:a="http://schemas.openxmlformats.org/drawingml/2006/main">
              <a:ext uri="{FF2B5EF4-FFF2-40B4-BE49-F238E27FC236}">
                <a16:creationId xmlns:a16="http://schemas.microsoft.com/office/drawing/2014/main" id="{DAA7622D-CCB3-4ACE-BAE4-9D6A8F92F4F7}"/>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Pleuras: pulmones · Pericardio: corazón · Mediastino: entre ambos pulmones.</a:t>
            </a:r>
          </a:p>
        </p:txBody>
      </p:sp>
      <p:sp>
        <p:nvSpPr>
          <p:cNvPr id="11" name="numero">
            <a:extLst xmlns:a="http://schemas.openxmlformats.org/drawingml/2006/main">
              <a:ext uri="{FF2B5EF4-FFF2-40B4-BE49-F238E27FC236}">
                <a16:creationId xmlns:a16="http://schemas.microsoft.com/office/drawing/2014/main" id="{AEAA878F-C576-44A7-B7C2-1A85ECA69749}"/>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35</a:t>
            </a:r>
          </a:p>
        </p:txBody>
      </p:sp>
    </p:spTree>
    <p:extLst>
      <p:ext uri="{BB962C8B-B14F-4D97-AF65-F5344CB8AC3E}">
        <p14:creationId xmlns:p14="http://schemas.microsoft.com/office/powerpoint/2010/main" val="1846088946"/>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C7CD292-D6C0-4A24-9F5C-E07EAFB4E6FF}"/>
              </a:ext>
            </a:extLst>
          </p:cNvPr>
          <p:cNvPicPr>
            <a:picLocks xmlns:a="http://schemas.openxmlformats.org/drawingml/2006/main" noChangeAspect="1"/>
          </p:cNvPicPr>
          <p:nvPr/>
        </p:nvPicPr>
        <p:blipFill>
          <a:blip xmlns:r="http://schemas.openxmlformats.org/officeDocument/2006/relationships" xmlns:a="http://schemas.openxmlformats.org/drawingml/2006/main" r:embed="R8b1a9552bab0405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82FBAC3A-0716-47FA-B5F0-49E6AAC91C80}"/>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Membranas y relaciones</a:t>
            </a:r>
          </a:p>
        </p:txBody>
      </p:sp>
      <p:pic>
        <p:nvPicPr>
          <p:cNvPr id="3" name="">
            <a:extLst xmlns:a="http://schemas.openxmlformats.org/drawingml/2006/main">
              <a:ext uri="{FF2B5EF4-FFF2-40B4-BE49-F238E27FC236}">
                <a16:creationId xmlns:a16="http://schemas.microsoft.com/office/drawing/2014/main" id="{FFECA9D8-BE21-4A3E-BECB-E80D68F127C0}"/>
              </a:ext>
            </a:extLst>
          </p:cNvPr>
          <p:cNvPicPr>
            <a:picLocks xmlns:a="http://schemas.openxmlformats.org/drawingml/2006/main" noChangeAspect="1"/>
          </p:cNvPicPr>
          <p:nvPr/>
        </p:nvPicPr>
        <p:blipFill>
          <a:blip xmlns:r="http://schemas.openxmlformats.org/officeDocument/2006/relationships" xmlns:a="http://schemas.openxmlformats.org/drawingml/2006/main" r:embed="R67effdf659294f1b"/>
          <a:stretch xmlns:a="http://schemas.openxmlformats.org/drawingml/2006/main"/>
        </p:blipFill>
        <p:spPr>
          <a:xfrm xmlns:a="http://schemas.openxmlformats.org/drawingml/2006/main">
            <a:off x="666750" y="1378344"/>
            <a:ext cx="3429000" cy="1910562"/>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80EFB363-9537-459D-A0D7-297B5C5DB129}"/>
              </a:ext>
            </a:extLst>
          </p:cNvPr>
          <p:cNvPicPr>
            <a:picLocks xmlns:a="http://schemas.openxmlformats.org/drawingml/2006/main" noChangeAspect="1"/>
          </p:cNvPicPr>
          <p:nvPr/>
        </p:nvPicPr>
        <p:blipFill>
          <a:blip xmlns:r="http://schemas.openxmlformats.org/officeDocument/2006/relationships" xmlns:a="http://schemas.openxmlformats.org/drawingml/2006/main" r:embed="R24d927aa31e14d16"/>
          <a:stretch xmlns:a="http://schemas.openxmlformats.org/drawingml/2006/main"/>
        </p:blipFill>
        <p:spPr>
          <a:xfrm xmlns:a="http://schemas.openxmlformats.org/drawingml/2006/main">
            <a:off x="4841646" y="1333500"/>
            <a:ext cx="2318209" cy="2000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D8E380DD-3FB4-4B0E-B7E7-97D8E5D059D6}"/>
              </a:ext>
            </a:extLst>
          </p:cNvPr>
          <p:cNvPicPr>
            <a:picLocks xmlns:a="http://schemas.openxmlformats.org/drawingml/2006/main" noChangeAspect="1"/>
          </p:cNvPicPr>
          <p:nvPr/>
        </p:nvPicPr>
        <p:blipFill>
          <a:blip xmlns:r="http://schemas.openxmlformats.org/officeDocument/2006/relationships" xmlns:a="http://schemas.openxmlformats.org/drawingml/2006/main" r:embed="Re618b3ac4be743ee"/>
          <a:stretch xmlns:a="http://schemas.openxmlformats.org/drawingml/2006/main"/>
        </p:blipFill>
        <p:spPr>
          <a:xfrm xmlns:a="http://schemas.openxmlformats.org/drawingml/2006/main">
            <a:off x="8860652" y="1333500"/>
            <a:ext cx="1519197" cy="2000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4CCE533-BDEF-4C6D-B42A-DBCCC1195CCF}"/>
              </a:ext>
            </a:extLst>
          </p:cNvPr>
          <p:cNvPicPr>
            <a:picLocks xmlns:a="http://schemas.openxmlformats.org/drawingml/2006/main" noChangeAspect="1"/>
          </p:cNvPicPr>
          <p:nvPr/>
        </p:nvPicPr>
        <p:blipFill>
          <a:blip xmlns:r="http://schemas.openxmlformats.org/officeDocument/2006/relationships" xmlns:a="http://schemas.openxmlformats.org/drawingml/2006/main" r:embed="Rbeb2cafd22274a77"/>
          <a:stretch xmlns:a="http://schemas.openxmlformats.org/drawingml/2006/main"/>
        </p:blipFill>
        <p:spPr>
          <a:xfrm xmlns:a="http://schemas.openxmlformats.org/drawingml/2006/main">
            <a:off x="2476500" y="3837522"/>
            <a:ext cx="3429000" cy="1259407"/>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C539CDE3-DEA9-474E-A1A8-B503018F11F6}"/>
              </a:ext>
            </a:extLst>
          </p:cNvPr>
          <p:cNvPicPr>
            <a:picLocks xmlns:a="http://schemas.openxmlformats.org/drawingml/2006/main" noChangeAspect="1"/>
          </p:cNvPicPr>
          <p:nvPr/>
        </p:nvPicPr>
        <p:blipFill>
          <a:blip xmlns:r="http://schemas.openxmlformats.org/officeDocument/2006/relationships" xmlns:a="http://schemas.openxmlformats.org/drawingml/2006/main" r:embed="R3b9a03c2077242f9"/>
          <a:stretch xmlns:a="http://schemas.openxmlformats.org/drawingml/2006/main"/>
        </p:blipFill>
        <p:spPr>
          <a:xfrm xmlns:a="http://schemas.openxmlformats.org/drawingml/2006/main">
            <a:off x="6096000" y="3652391"/>
            <a:ext cx="3429000" cy="1629668"/>
          </a:xfrm>
          <a:prstGeom xmlns:a="http://schemas.openxmlformats.org/drawingml/2006/main" prst="rect">
            <a:avLst/>
          </a:prstGeom>
        </p:spPr>
      </p:pic>
      <p:sp>
        <p:nvSpPr>
          <p:cNvPr id="8" name="concepto-0">
            <a:extLst xmlns:a="http://schemas.openxmlformats.org/drawingml/2006/main">
              <a:ext uri="{FF2B5EF4-FFF2-40B4-BE49-F238E27FC236}">
                <a16:creationId xmlns:a16="http://schemas.microsoft.com/office/drawing/2014/main" id="{A489FF7C-317E-4958-AFBE-60C43666D623}"/>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Parietal: pared</a:t>
            </a:r>
          </a:p>
        </p:txBody>
      </p:sp>
      <p:sp>
        <p:nvSpPr>
          <p:cNvPr id="9" name="concepto-1">
            <a:extLst xmlns:a="http://schemas.openxmlformats.org/drawingml/2006/main">
              <a:ext uri="{FF2B5EF4-FFF2-40B4-BE49-F238E27FC236}">
                <a16:creationId xmlns:a16="http://schemas.microsoft.com/office/drawing/2014/main" id="{E25018A1-B261-4F82-836F-B5F8A9ADE88D}"/>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Visceral: órgano</a:t>
            </a:r>
          </a:p>
        </p:txBody>
      </p:sp>
      <p:sp>
        <p:nvSpPr>
          <p:cNvPr id="10" name="concepto-2">
            <a:extLst xmlns:a="http://schemas.openxmlformats.org/drawingml/2006/main">
              <a:ext uri="{FF2B5EF4-FFF2-40B4-BE49-F238E27FC236}">
                <a16:creationId xmlns:a16="http://schemas.microsoft.com/office/drawing/2014/main" id="{0D586F38-6A77-4EA7-B38A-F08D50A4F24F}"/>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Líquido: menor fricción</a:t>
            </a:r>
          </a:p>
        </p:txBody>
      </p:sp>
      <p:sp>
        <p:nvSpPr>
          <p:cNvPr id="11" name="banda-idea">
            <a:extLst xmlns:a="http://schemas.openxmlformats.org/drawingml/2006/main">
              <a:ext uri="{FF2B5EF4-FFF2-40B4-BE49-F238E27FC236}">
                <a16:creationId xmlns:a16="http://schemas.microsoft.com/office/drawing/2014/main" id="{09125817-525F-44CE-A2FD-E378565391EA}"/>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idea-clave">
            <a:extLst xmlns:a="http://schemas.openxmlformats.org/drawingml/2006/main">
              <a:ext uri="{FF2B5EF4-FFF2-40B4-BE49-F238E27FC236}">
                <a16:creationId xmlns:a16="http://schemas.microsoft.com/office/drawing/2014/main" id="{8C3F5195-80B8-4D67-851C-B714E86A941E}"/>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Parietal: pared · Visceral: órgano · Líquido seroso: menor fricción.</a:t>
            </a:r>
          </a:p>
        </p:txBody>
      </p:sp>
      <p:sp>
        <p:nvSpPr>
          <p:cNvPr id="13" name="numero">
            <a:extLst xmlns:a="http://schemas.openxmlformats.org/drawingml/2006/main">
              <a:ext uri="{FF2B5EF4-FFF2-40B4-BE49-F238E27FC236}">
                <a16:creationId xmlns:a16="http://schemas.microsoft.com/office/drawing/2014/main" id="{B72B9BA4-AB63-44F2-86DF-914446D65B0D}"/>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36</a:t>
            </a:r>
          </a:p>
        </p:txBody>
      </p:sp>
    </p:spTree>
    <p:extLst>
      <p:ext uri="{BB962C8B-B14F-4D97-AF65-F5344CB8AC3E}">
        <p14:creationId xmlns:p14="http://schemas.microsoft.com/office/powerpoint/2010/main" val="69703028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17410FDC-4DF4-429F-9E7E-E8E1D5F14B2B}"/>
              </a:ext>
            </a:extLst>
          </p:cNvPr>
          <p:cNvPicPr>
            <a:picLocks xmlns:a="http://schemas.openxmlformats.org/drawingml/2006/main" noChangeAspect="1"/>
          </p:cNvPicPr>
          <p:nvPr/>
        </p:nvPicPr>
        <p:blipFill>
          <a:blip xmlns:r="http://schemas.openxmlformats.org/officeDocument/2006/relationships" xmlns:a="http://schemas.openxmlformats.org/drawingml/2006/main" r:embed="Re37e60358e9d454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C79AA015-410E-4B3E-BDA2-2A446D89CF67}"/>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El retroperitoneo</a:t>
            </a:r>
          </a:p>
        </p:txBody>
      </p:sp>
      <p:pic>
        <p:nvPicPr>
          <p:cNvPr id="3" name="">
            <a:extLst xmlns:a="http://schemas.openxmlformats.org/drawingml/2006/main">
              <a:ext uri="{FF2B5EF4-FFF2-40B4-BE49-F238E27FC236}">
                <a16:creationId xmlns:a16="http://schemas.microsoft.com/office/drawing/2014/main" id="{4A0950EB-A338-4775-ABEE-D91DF84FA602}"/>
              </a:ext>
            </a:extLst>
          </p:cNvPr>
          <p:cNvPicPr>
            <a:picLocks xmlns:a="http://schemas.openxmlformats.org/drawingml/2006/main" noChangeAspect="1"/>
          </p:cNvPicPr>
          <p:nvPr/>
        </p:nvPicPr>
        <p:blipFill>
          <a:blip xmlns:r="http://schemas.openxmlformats.org/officeDocument/2006/relationships" xmlns:a="http://schemas.openxmlformats.org/drawingml/2006/main" r:embed="R1758f747bea049b1"/>
          <a:stretch xmlns:a="http://schemas.openxmlformats.org/drawingml/2006/main"/>
        </p:blipFill>
        <p:spPr>
          <a:xfrm xmlns:a="http://schemas.openxmlformats.org/drawingml/2006/main">
            <a:off x="972409" y="1333500"/>
            <a:ext cx="1912807" cy="2000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F74B5CF5-A9A2-4506-9853-23BEC9C1AD66}"/>
              </a:ext>
            </a:extLst>
          </p:cNvPr>
          <p:cNvPicPr>
            <a:picLocks xmlns:a="http://schemas.openxmlformats.org/drawingml/2006/main" noChangeAspect="1"/>
          </p:cNvPicPr>
          <p:nvPr/>
        </p:nvPicPr>
        <p:blipFill>
          <a:blip xmlns:r="http://schemas.openxmlformats.org/officeDocument/2006/relationships" xmlns:a="http://schemas.openxmlformats.org/drawingml/2006/main" r:embed="Rddb7eb7558f54949"/>
          <a:stretch xmlns:a="http://schemas.openxmlformats.org/drawingml/2006/main"/>
        </p:blipFill>
        <p:spPr>
          <a:xfrm xmlns:a="http://schemas.openxmlformats.org/drawingml/2006/main">
            <a:off x="4018645" y="1333500"/>
            <a:ext cx="1249584" cy="2000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240F7F8-C5CB-4BA4-A517-1C2B45F7E012}"/>
              </a:ext>
            </a:extLst>
          </p:cNvPr>
          <p:cNvPicPr>
            <a:picLocks xmlns:a="http://schemas.openxmlformats.org/drawingml/2006/main" noChangeAspect="1"/>
          </p:cNvPicPr>
          <p:nvPr/>
        </p:nvPicPr>
        <p:blipFill>
          <a:blip xmlns:r="http://schemas.openxmlformats.org/officeDocument/2006/relationships" xmlns:a="http://schemas.openxmlformats.org/drawingml/2006/main" r:embed="R968b0c96c346406e"/>
          <a:stretch xmlns:a="http://schemas.openxmlformats.org/drawingml/2006/main"/>
        </p:blipFill>
        <p:spPr>
          <a:xfrm xmlns:a="http://schemas.openxmlformats.org/drawingml/2006/main">
            <a:off x="6509272" y="1333500"/>
            <a:ext cx="1697581" cy="2000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F285FA4-5F61-4ED4-BB0A-334E2ACA124C}"/>
              </a:ext>
            </a:extLst>
          </p:cNvPr>
          <p:cNvPicPr>
            <a:picLocks xmlns:a="http://schemas.openxmlformats.org/drawingml/2006/main" noChangeAspect="1"/>
          </p:cNvPicPr>
          <p:nvPr/>
        </p:nvPicPr>
        <p:blipFill>
          <a:blip xmlns:r="http://schemas.openxmlformats.org/officeDocument/2006/relationships" xmlns:a="http://schemas.openxmlformats.org/drawingml/2006/main" r:embed="Raf187c670ec44259"/>
          <a:stretch xmlns:a="http://schemas.openxmlformats.org/drawingml/2006/main"/>
        </p:blipFill>
        <p:spPr>
          <a:xfrm xmlns:a="http://schemas.openxmlformats.org/drawingml/2006/main">
            <a:off x="9685847" y="1333500"/>
            <a:ext cx="773682" cy="20002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FC9A69C5-24D9-47A5-8F1A-841C68DE558E}"/>
              </a:ext>
            </a:extLst>
          </p:cNvPr>
          <p:cNvPicPr>
            <a:picLocks xmlns:a="http://schemas.openxmlformats.org/drawingml/2006/main" noChangeAspect="1"/>
          </p:cNvPicPr>
          <p:nvPr/>
        </p:nvPicPr>
        <p:blipFill>
          <a:blip xmlns:r="http://schemas.openxmlformats.org/officeDocument/2006/relationships" xmlns:a="http://schemas.openxmlformats.org/drawingml/2006/main" r:embed="R62ba981ddc514492"/>
          <a:stretch xmlns:a="http://schemas.openxmlformats.org/drawingml/2006/main"/>
        </p:blipFill>
        <p:spPr>
          <a:xfrm xmlns:a="http://schemas.openxmlformats.org/drawingml/2006/main">
            <a:off x="3003071" y="3467100"/>
            <a:ext cx="566108" cy="2000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09546E0-DBC9-4724-87AC-1F227CED9057}"/>
              </a:ext>
            </a:extLst>
          </p:cNvPr>
          <p:cNvPicPr>
            <a:picLocks xmlns:a="http://schemas.openxmlformats.org/drawingml/2006/main" noChangeAspect="1"/>
          </p:cNvPicPr>
          <p:nvPr/>
        </p:nvPicPr>
        <p:blipFill>
          <a:blip xmlns:r="http://schemas.openxmlformats.org/officeDocument/2006/relationships" xmlns:a="http://schemas.openxmlformats.org/drawingml/2006/main" r:embed="R4036b4039c1c4dbc"/>
          <a:stretch xmlns:a="http://schemas.openxmlformats.org/drawingml/2006/main"/>
        </p:blipFill>
        <p:spPr>
          <a:xfrm xmlns:a="http://schemas.openxmlformats.org/drawingml/2006/main">
            <a:off x="5558429" y="3467100"/>
            <a:ext cx="884642" cy="20002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36CE120-B50A-4A7E-9DE4-89A1858540F3}"/>
              </a:ext>
            </a:extLst>
          </p:cNvPr>
          <p:cNvPicPr>
            <a:picLocks xmlns:a="http://schemas.openxmlformats.org/drawingml/2006/main" noChangeAspect="1"/>
          </p:cNvPicPr>
          <p:nvPr/>
        </p:nvPicPr>
        <p:blipFill>
          <a:blip xmlns:r="http://schemas.openxmlformats.org/officeDocument/2006/relationships" xmlns:a="http://schemas.openxmlformats.org/drawingml/2006/main" r:embed="Rf3fd7095e2644e7f"/>
          <a:stretch xmlns:a="http://schemas.openxmlformats.org/drawingml/2006/main"/>
        </p:blipFill>
        <p:spPr>
          <a:xfrm xmlns:a="http://schemas.openxmlformats.org/drawingml/2006/main">
            <a:off x="7453313" y="3611762"/>
            <a:ext cx="2524125" cy="1710925"/>
          </a:xfrm>
          <a:prstGeom xmlns:a="http://schemas.openxmlformats.org/drawingml/2006/main" prst="rect">
            <a:avLst/>
          </a:prstGeom>
        </p:spPr>
      </p:pic>
      <p:sp>
        <p:nvSpPr>
          <p:cNvPr id="10" name="concepto-0">
            <a:extLst xmlns:a="http://schemas.openxmlformats.org/drawingml/2006/main">
              <a:ext uri="{FF2B5EF4-FFF2-40B4-BE49-F238E27FC236}">
                <a16:creationId xmlns:a16="http://schemas.microsoft.com/office/drawing/2014/main" id="{4C681E53-6881-42AC-A533-8EE241097682}"/>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Riñones y suprarrenales</a:t>
            </a:r>
          </a:p>
        </p:txBody>
      </p:sp>
      <p:sp>
        <p:nvSpPr>
          <p:cNvPr id="11" name="concepto-1">
            <a:extLst xmlns:a="http://schemas.openxmlformats.org/drawingml/2006/main">
              <a:ext uri="{FF2B5EF4-FFF2-40B4-BE49-F238E27FC236}">
                <a16:creationId xmlns:a16="http://schemas.microsoft.com/office/drawing/2014/main" id="{87D24320-FF62-4567-9888-A820D12BBEF8}"/>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Uréteres y grandes vasos</a:t>
            </a:r>
          </a:p>
        </p:txBody>
      </p:sp>
      <p:sp>
        <p:nvSpPr>
          <p:cNvPr id="12" name="concepto-2">
            <a:extLst xmlns:a="http://schemas.openxmlformats.org/drawingml/2006/main">
              <a:ext uri="{FF2B5EF4-FFF2-40B4-BE49-F238E27FC236}">
                <a16:creationId xmlns:a16="http://schemas.microsoft.com/office/drawing/2014/main" id="{AD941568-8391-4720-9CB1-3ACCDA814377}"/>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Gran parte del páncreas</a:t>
            </a:r>
          </a:p>
        </p:txBody>
      </p:sp>
      <p:sp>
        <p:nvSpPr>
          <p:cNvPr id="13" name="banda-idea">
            <a:extLst xmlns:a="http://schemas.openxmlformats.org/drawingml/2006/main">
              <a:ext uri="{FF2B5EF4-FFF2-40B4-BE49-F238E27FC236}">
                <a16:creationId xmlns:a16="http://schemas.microsoft.com/office/drawing/2014/main" id="{E3EA0F20-B77D-47AD-87DC-81AA03A804E1}"/>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4" name="idea-clave">
            <a:extLst xmlns:a="http://schemas.openxmlformats.org/drawingml/2006/main">
              <a:ext uri="{FF2B5EF4-FFF2-40B4-BE49-F238E27FC236}">
                <a16:creationId xmlns:a16="http://schemas.microsoft.com/office/drawing/2014/main" id="{40B16E24-47E0-443C-A14C-07B8A9F4C3AF}"/>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Retroperitoneal = situado detrás del peritoneo parietal.</a:t>
            </a:r>
          </a:p>
        </p:txBody>
      </p:sp>
      <p:sp>
        <p:nvSpPr>
          <p:cNvPr id="15" name="numero">
            <a:extLst xmlns:a="http://schemas.openxmlformats.org/drawingml/2006/main">
              <a:ext uri="{FF2B5EF4-FFF2-40B4-BE49-F238E27FC236}">
                <a16:creationId xmlns:a16="http://schemas.microsoft.com/office/drawing/2014/main" id="{5BF8FC25-DBD1-4BB7-ACA8-7860282F87AE}"/>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37</a:t>
            </a:r>
          </a:p>
        </p:txBody>
      </p:sp>
    </p:spTree>
    <p:extLst>
      <p:ext uri="{BB962C8B-B14F-4D97-AF65-F5344CB8AC3E}">
        <p14:creationId xmlns:p14="http://schemas.microsoft.com/office/powerpoint/2010/main" val="1185546497"/>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B177D84-57BF-481E-AC69-36E94E3BB89B}"/>
              </a:ext>
            </a:extLst>
          </p:cNvPr>
          <p:cNvPicPr>
            <a:picLocks xmlns:a="http://schemas.openxmlformats.org/drawingml/2006/main" noChangeAspect="1"/>
          </p:cNvPicPr>
          <p:nvPr/>
        </p:nvPicPr>
        <p:blipFill>
          <a:blip xmlns:r="http://schemas.openxmlformats.org/officeDocument/2006/relationships" xmlns:a="http://schemas.openxmlformats.org/drawingml/2006/main" r:embed="R35e5dc2168504a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876A7EB9-F7FE-409D-B3F9-639605663654}"/>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Las relaciones dan sentido al conjunto</a:t>
            </a:r>
          </a:p>
        </p:txBody>
      </p:sp>
      <p:pic>
        <p:nvPicPr>
          <p:cNvPr id="3" name="">
            <a:extLst xmlns:a="http://schemas.openxmlformats.org/drawingml/2006/main">
              <a:ext uri="{FF2B5EF4-FFF2-40B4-BE49-F238E27FC236}">
                <a16:creationId xmlns:a16="http://schemas.microsoft.com/office/drawing/2014/main" id="{44CB8E83-7BF3-4AFA-A5A8-2B8DCF25F3EB}"/>
              </a:ext>
            </a:extLst>
          </p:cNvPr>
          <p:cNvPicPr>
            <a:picLocks xmlns:a="http://schemas.openxmlformats.org/drawingml/2006/main" noChangeAspect="1"/>
          </p:cNvPicPr>
          <p:nvPr/>
        </p:nvPicPr>
        <p:blipFill>
          <a:blip xmlns:r="http://schemas.openxmlformats.org/officeDocument/2006/relationships" xmlns:a="http://schemas.openxmlformats.org/drawingml/2006/main" r:embed="Ra0207ce470114b60"/>
          <a:stretch xmlns:a="http://schemas.openxmlformats.org/drawingml/2006/main"/>
        </p:blipFill>
        <p:spPr>
          <a:xfrm xmlns:a="http://schemas.openxmlformats.org/drawingml/2006/main">
            <a:off x="1598053" y="1333500"/>
            <a:ext cx="3376145" cy="2000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F121B498-94E2-4503-A896-9B1DB7D004EC}"/>
              </a:ext>
            </a:extLst>
          </p:cNvPr>
          <p:cNvPicPr>
            <a:picLocks xmlns:a="http://schemas.openxmlformats.org/drawingml/2006/main" noChangeAspect="1"/>
          </p:cNvPicPr>
          <p:nvPr/>
        </p:nvPicPr>
        <p:blipFill>
          <a:blip xmlns:r="http://schemas.openxmlformats.org/officeDocument/2006/relationships" xmlns:a="http://schemas.openxmlformats.org/drawingml/2006/main" r:embed="Ref75009f66e1423b"/>
          <a:stretch xmlns:a="http://schemas.openxmlformats.org/drawingml/2006/main"/>
        </p:blipFill>
        <p:spPr>
          <a:xfrm xmlns:a="http://schemas.openxmlformats.org/drawingml/2006/main">
            <a:off x="7092396" y="1333500"/>
            <a:ext cx="3245957" cy="20002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8EC668E4-9205-4D8B-AF24-C9E3A91FB9AD}"/>
              </a:ext>
            </a:extLst>
          </p:cNvPr>
          <p:cNvPicPr>
            <a:picLocks xmlns:a="http://schemas.openxmlformats.org/drawingml/2006/main" noChangeAspect="1"/>
          </p:cNvPicPr>
          <p:nvPr/>
        </p:nvPicPr>
        <p:blipFill>
          <a:blip xmlns:r="http://schemas.openxmlformats.org/officeDocument/2006/relationships" xmlns:a="http://schemas.openxmlformats.org/drawingml/2006/main" r:embed="Ra4d6f1e3c39c4da2"/>
          <a:stretch xmlns:a="http://schemas.openxmlformats.org/drawingml/2006/main"/>
        </p:blipFill>
        <p:spPr>
          <a:xfrm xmlns:a="http://schemas.openxmlformats.org/drawingml/2006/main">
            <a:off x="2392571" y="3467100"/>
            <a:ext cx="1787109" cy="20002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C29515B-FE31-47CA-B4C1-3553BD9B0724}"/>
              </a:ext>
            </a:extLst>
          </p:cNvPr>
          <p:cNvPicPr>
            <a:picLocks xmlns:a="http://schemas.openxmlformats.org/drawingml/2006/main" noChangeAspect="1"/>
          </p:cNvPicPr>
          <p:nvPr/>
        </p:nvPicPr>
        <p:blipFill>
          <a:blip xmlns:r="http://schemas.openxmlformats.org/officeDocument/2006/relationships" xmlns:a="http://schemas.openxmlformats.org/drawingml/2006/main" r:embed="R78eae1a3b5844dd0"/>
          <a:stretch xmlns:a="http://schemas.openxmlformats.org/drawingml/2006/main"/>
        </p:blipFill>
        <p:spPr>
          <a:xfrm xmlns:a="http://schemas.openxmlformats.org/drawingml/2006/main">
            <a:off x="7715250" y="3467100"/>
            <a:ext cx="2000250" cy="2000250"/>
          </a:xfrm>
          <a:prstGeom xmlns:a="http://schemas.openxmlformats.org/drawingml/2006/main" prst="rect">
            <a:avLst/>
          </a:prstGeom>
        </p:spPr>
      </p:pic>
      <p:sp>
        <p:nvSpPr>
          <p:cNvPr id="7" name="concepto-0">
            <a:extLst xmlns:a="http://schemas.openxmlformats.org/drawingml/2006/main">
              <a:ext uri="{FF2B5EF4-FFF2-40B4-BE49-F238E27FC236}">
                <a16:creationId xmlns:a16="http://schemas.microsoft.com/office/drawing/2014/main" id="{794B9EE3-3296-4BA9-A63B-51E3EC6BCCCA}"/>
              </a:ext>
            </a:extLst>
          </p:cNvPr>
          <p:cNvSpPr>
            <a:spLocks xmlns:a="http://schemas.openxmlformats.org/drawingml/2006/main" noGrp="1"/>
          </p:cNvSpPr>
          <p:nvPr/>
        </p:nvSpPr>
        <p:spPr>
          <a:xfrm xmlns:a="http://schemas.openxmlformats.org/drawingml/2006/main">
            <a:off x="6096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Estructura</a:t>
            </a:r>
          </a:p>
        </p:txBody>
      </p:sp>
      <p:sp>
        <p:nvSpPr>
          <p:cNvPr id="8" name="concepto-1">
            <a:extLst xmlns:a="http://schemas.openxmlformats.org/drawingml/2006/main">
              <a:ext uri="{FF2B5EF4-FFF2-40B4-BE49-F238E27FC236}">
                <a16:creationId xmlns:a16="http://schemas.microsoft.com/office/drawing/2014/main" id="{702FC438-B8D9-4779-B754-4588177DF2B8}"/>
              </a:ext>
            </a:extLst>
          </p:cNvPr>
          <p:cNvSpPr>
            <a:spLocks xmlns:a="http://schemas.openxmlformats.org/drawingml/2006/main" noGrp="1"/>
          </p:cNvSpPr>
          <p:nvPr/>
        </p:nvSpPr>
        <p:spPr>
          <a:xfrm xmlns:a="http://schemas.openxmlformats.org/drawingml/2006/main">
            <a:off x="42672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Función</a:t>
            </a:r>
          </a:p>
        </p:txBody>
      </p:sp>
      <p:sp>
        <p:nvSpPr>
          <p:cNvPr id="9" name="concepto-2">
            <a:extLst xmlns:a="http://schemas.openxmlformats.org/drawingml/2006/main">
              <a:ext uri="{FF2B5EF4-FFF2-40B4-BE49-F238E27FC236}">
                <a16:creationId xmlns:a16="http://schemas.microsoft.com/office/drawing/2014/main" id="{E5BAE6C6-A544-4CFB-95FA-C9E262A427AF}"/>
              </a:ext>
            </a:extLst>
          </p:cNvPr>
          <p:cNvSpPr>
            <a:spLocks xmlns:a="http://schemas.openxmlformats.org/drawingml/2006/main" noGrp="1"/>
          </p:cNvSpPr>
          <p:nvPr/>
        </p:nvSpPr>
        <p:spPr>
          <a:xfrm xmlns:a="http://schemas.openxmlformats.org/drawingml/2006/main">
            <a:off x="7924800" y="5772150"/>
            <a:ext cx="3543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173E4B"/>
                </a:solidFill>
                <a:latin typeface="Calibri"/>
                <a:ea typeface="Calibri"/>
                <a:cs typeface="Calibri"/>
              </a:defRPr>
            </a:defPPr>
            <a:lvl1pPr algn="ctr">
              <a:defRPr sz="2100" b="1">
                <a:solidFill>
                  <a:srgbClr val="173E4B"/>
                </a:solidFill>
                <a:latin typeface="Calibri"/>
                <a:ea typeface="Calibri"/>
                <a:cs typeface="Calibri"/>
              </a:defRPr>
            </a:lvl1pPr>
            <a:lvl2pPr algn="ctr">
              <a:defRPr sz="2100" b="1">
                <a:solidFill>
                  <a:srgbClr val="173E4B"/>
                </a:solidFill>
                <a:latin typeface="Calibri"/>
                <a:ea typeface="Calibri"/>
                <a:cs typeface="Calibri"/>
              </a:defRPr>
            </a:lvl2pPr>
            <a:lvl3pPr algn="ctr">
              <a:defRPr sz="2100" b="1">
                <a:solidFill>
                  <a:srgbClr val="173E4B"/>
                </a:solidFill>
                <a:latin typeface="Calibri"/>
                <a:ea typeface="Calibri"/>
                <a:cs typeface="Calibri"/>
              </a:defRPr>
            </a:lvl3pPr>
            <a:lvl4pPr algn="ctr">
              <a:defRPr sz="2100" b="1">
                <a:solidFill>
                  <a:srgbClr val="173E4B"/>
                </a:solidFill>
                <a:latin typeface="Calibri"/>
                <a:ea typeface="Calibri"/>
                <a:cs typeface="Calibri"/>
              </a:defRPr>
            </a:lvl4pPr>
            <a:lvl5pPr algn="ctr">
              <a:defRPr sz="2100" b="1">
                <a:solidFill>
                  <a:srgbClr val="173E4B"/>
                </a:solidFill>
                <a:latin typeface="Calibri"/>
                <a:ea typeface="Calibri"/>
                <a:cs typeface="Calibri"/>
              </a:defRPr>
            </a:lvl5pPr>
            <a:lvl6pPr algn="ctr">
              <a:defRPr sz="2100" b="1">
                <a:solidFill>
                  <a:srgbClr val="173E4B"/>
                </a:solidFill>
                <a:latin typeface="Calibri"/>
                <a:ea typeface="Calibri"/>
                <a:cs typeface="Calibri"/>
              </a:defRPr>
            </a:lvl6pPr>
            <a:lvl7pPr algn="ctr">
              <a:defRPr sz="2100" b="1">
                <a:solidFill>
                  <a:srgbClr val="173E4B"/>
                </a:solidFill>
                <a:latin typeface="Calibri"/>
                <a:ea typeface="Calibri"/>
                <a:cs typeface="Calibri"/>
              </a:defRPr>
            </a:lvl7pPr>
            <a:lvl8pPr algn="ctr">
              <a:defRPr sz="2100" b="1">
                <a:solidFill>
                  <a:srgbClr val="173E4B"/>
                </a:solidFill>
                <a:latin typeface="Calibri"/>
                <a:ea typeface="Calibri"/>
                <a:cs typeface="Calibri"/>
              </a:defRPr>
            </a:lvl8pPr>
            <a:lvl9pPr algn="ctr">
              <a:defRPr sz="2100" b="1">
                <a:solidFill>
                  <a:srgbClr val="173E4B"/>
                </a:solidFill>
                <a:latin typeface="Calibri"/>
                <a:ea typeface="Calibri"/>
                <a:cs typeface="Calibri"/>
              </a:defRPr>
            </a:lvl9pPr>
          </a:lstStyle>
          <a:p xmlns:a="http://schemas.openxmlformats.org/drawingml/2006/main">
            <a:pPr algn="ctr">
              <a:defRPr sz="2100" b="1">
                <a:solidFill>
                  <a:srgbClr val="173E4B"/>
                </a:solidFill>
                <a:latin typeface="Calibri"/>
                <a:ea typeface="Calibri"/>
                <a:cs typeface="Calibri"/>
              </a:defRPr>
            </a:pPr>
            <a:r>
              <a:rPr sz="2100" b="1">
                <a:solidFill>
                  <a:srgbClr val="173E4B"/>
                </a:solidFill>
                <a:latin typeface="Calibri"/>
                <a:ea typeface="Calibri"/>
                <a:cs typeface="Calibri"/>
              </a:rPr>
              <a:t>Ubicación</a:t>
            </a:r>
          </a:p>
        </p:txBody>
      </p:sp>
      <p:sp>
        <p:nvSpPr>
          <p:cNvPr id="10" name="banda-idea">
            <a:extLst xmlns:a="http://schemas.openxmlformats.org/drawingml/2006/main">
              <a:ext uri="{FF2B5EF4-FFF2-40B4-BE49-F238E27FC236}">
                <a16:creationId xmlns:a16="http://schemas.microsoft.com/office/drawing/2014/main" id="{BA6C9550-D8C1-4B02-851A-91DC08DCECDD}"/>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idea-clave">
            <a:extLst xmlns:a="http://schemas.openxmlformats.org/drawingml/2006/main">
              <a:ext uri="{FF2B5EF4-FFF2-40B4-BE49-F238E27FC236}">
                <a16:creationId xmlns:a16="http://schemas.microsoft.com/office/drawing/2014/main" id="{AC3A43C9-295E-41A4-A998-0A5D016DD23D}"/>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Identificar una estructura exige relacionar dónde está y qué hace.</a:t>
            </a:r>
          </a:p>
        </p:txBody>
      </p:sp>
      <p:sp>
        <p:nvSpPr>
          <p:cNvPr id="12" name="numero">
            <a:extLst xmlns:a="http://schemas.openxmlformats.org/drawingml/2006/main">
              <a:ext uri="{FF2B5EF4-FFF2-40B4-BE49-F238E27FC236}">
                <a16:creationId xmlns:a16="http://schemas.microsoft.com/office/drawing/2014/main" id="{96626340-1266-49D2-BED3-ABA1247E02E0}"/>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38</a:t>
            </a:r>
          </a:p>
        </p:txBody>
      </p:sp>
    </p:spTree>
    <p:extLst>
      <p:ext uri="{BB962C8B-B14F-4D97-AF65-F5344CB8AC3E}">
        <p14:creationId xmlns:p14="http://schemas.microsoft.com/office/powerpoint/2010/main" val="1345318781"/>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9B2CD20-EFF7-4D8E-B72B-71A8176E66F5}"/>
              </a:ext>
            </a:extLst>
          </p:cNvPr>
          <p:cNvPicPr>
            <a:picLocks xmlns:a="http://schemas.openxmlformats.org/drawingml/2006/main" noChangeAspect="1"/>
          </p:cNvPicPr>
          <p:nvPr/>
        </p:nvPicPr>
        <p:blipFill>
          <a:blip xmlns:r="http://schemas.openxmlformats.org/officeDocument/2006/relationships" xmlns:a="http://schemas.openxmlformats.org/drawingml/2006/main" r:embed="R649b01a36927480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titulo">
            <a:extLst xmlns:a="http://schemas.openxmlformats.org/drawingml/2006/main">
              <a:ext uri="{FF2B5EF4-FFF2-40B4-BE49-F238E27FC236}">
                <a16:creationId xmlns:a16="http://schemas.microsoft.com/office/drawing/2014/main" id="{63C8FF5A-4E04-4749-A026-A48CBF398436}"/>
              </a:ext>
            </a:extLst>
          </p:cNvPr>
          <p:cNvSpPr>
            <a:spLocks xmlns:a="http://schemas.openxmlformats.org/drawingml/2006/main" noGrp="1"/>
          </p:cNvSpPr>
          <p:nvPr/>
        </p:nvSpPr>
        <p:spPr>
          <a:xfrm xmlns:a="http://schemas.openxmlformats.org/drawingml/2006/main">
            <a:off x="647700" y="323850"/>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300" b="1">
                <a:solidFill>
                  <a:srgbClr val="113C4C"/>
                </a:solidFill>
                <a:latin typeface="Calibri"/>
                <a:ea typeface="Calibri"/>
                <a:cs typeface="Calibri"/>
              </a:defRPr>
            </a:defPPr>
            <a:lvl1pPr algn="l">
              <a:defRPr sz="3300" b="1">
                <a:solidFill>
                  <a:srgbClr val="113C4C"/>
                </a:solidFill>
                <a:latin typeface="Calibri"/>
                <a:ea typeface="Calibri"/>
                <a:cs typeface="Calibri"/>
              </a:defRPr>
            </a:lvl1pPr>
            <a:lvl2pPr algn="l">
              <a:defRPr sz="3300" b="1">
                <a:solidFill>
                  <a:srgbClr val="113C4C"/>
                </a:solidFill>
                <a:latin typeface="Calibri"/>
                <a:ea typeface="Calibri"/>
                <a:cs typeface="Calibri"/>
              </a:defRPr>
            </a:lvl2pPr>
            <a:lvl3pPr algn="l">
              <a:defRPr sz="3300" b="1">
                <a:solidFill>
                  <a:srgbClr val="113C4C"/>
                </a:solidFill>
                <a:latin typeface="Calibri"/>
                <a:ea typeface="Calibri"/>
                <a:cs typeface="Calibri"/>
              </a:defRPr>
            </a:lvl3pPr>
            <a:lvl4pPr algn="l">
              <a:defRPr sz="3300" b="1">
                <a:solidFill>
                  <a:srgbClr val="113C4C"/>
                </a:solidFill>
                <a:latin typeface="Calibri"/>
                <a:ea typeface="Calibri"/>
                <a:cs typeface="Calibri"/>
              </a:defRPr>
            </a:lvl4pPr>
            <a:lvl5pPr algn="l">
              <a:defRPr sz="3300" b="1">
                <a:solidFill>
                  <a:srgbClr val="113C4C"/>
                </a:solidFill>
                <a:latin typeface="Calibri"/>
                <a:ea typeface="Calibri"/>
                <a:cs typeface="Calibri"/>
              </a:defRPr>
            </a:lvl5pPr>
            <a:lvl6pPr algn="l">
              <a:defRPr sz="3300" b="1">
                <a:solidFill>
                  <a:srgbClr val="113C4C"/>
                </a:solidFill>
                <a:latin typeface="Calibri"/>
                <a:ea typeface="Calibri"/>
                <a:cs typeface="Calibri"/>
              </a:defRPr>
            </a:lvl6pPr>
            <a:lvl7pPr algn="l">
              <a:defRPr sz="3300" b="1">
                <a:solidFill>
                  <a:srgbClr val="113C4C"/>
                </a:solidFill>
                <a:latin typeface="Calibri"/>
                <a:ea typeface="Calibri"/>
                <a:cs typeface="Calibri"/>
              </a:defRPr>
            </a:lvl7pPr>
            <a:lvl8pPr algn="l">
              <a:defRPr sz="3300" b="1">
                <a:solidFill>
                  <a:srgbClr val="113C4C"/>
                </a:solidFill>
                <a:latin typeface="Calibri"/>
                <a:ea typeface="Calibri"/>
                <a:cs typeface="Calibri"/>
              </a:defRPr>
            </a:lvl8pPr>
            <a:lvl9pPr algn="l">
              <a:defRPr sz="3300" b="1">
                <a:solidFill>
                  <a:srgbClr val="113C4C"/>
                </a:solidFill>
                <a:latin typeface="Calibri"/>
                <a:ea typeface="Calibri"/>
                <a:cs typeface="Calibri"/>
              </a:defRPr>
            </a:lvl9pPr>
          </a:lstStyle>
          <a:p xmlns:a="http://schemas.openxmlformats.org/drawingml/2006/main">
            <a:pPr algn="l">
              <a:defRPr sz="3300" b="1">
                <a:solidFill>
                  <a:srgbClr val="113C4C"/>
                </a:solidFill>
                <a:latin typeface="Calibri"/>
                <a:ea typeface="Calibri"/>
                <a:cs typeface="Calibri"/>
              </a:defRPr>
            </a:pPr>
            <a:r>
              <a:rPr sz="3300" b="1">
                <a:solidFill>
                  <a:srgbClr val="113C4C"/>
                </a:solidFill>
                <a:latin typeface="Calibri"/>
                <a:ea typeface="Calibri"/>
                <a:cs typeface="Calibri"/>
              </a:rPr>
              <a:t>Práctica en Alcocermed</a:t>
            </a:r>
          </a:p>
        </p:txBody>
      </p:sp>
      <p:pic>
        <p:nvPicPr>
          <p:cNvPr id="3" name="">
            <a:extLst xmlns:a="http://schemas.openxmlformats.org/drawingml/2006/main">
              <a:ext uri="{FF2B5EF4-FFF2-40B4-BE49-F238E27FC236}">
                <a16:creationId xmlns:a16="http://schemas.microsoft.com/office/drawing/2014/main" id="{4B7E8120-396D-4040-8405-852381B5CB59}"/>
              </a:ext>
            </a:extLst>
          </p:cNvPr>
          <p:cNvPicPr>
            <a:picLocks xmlns:a="http://schemas.openxmlformats.org/drawingml/2006/main" noChangeAspect="1"/>
          </p:cNvPicPr>
          <p:nvPr/>
        </p:nvPicPr>
        <p:blipFill>
          <a:blip xmlns:r="http://schemas.openxmlformats.org/officeDocument/2006/relationships" xmlns:a="http://schemas.openxmlformats.org/drawingml/2006/main" r:embed="Rd1fa66656342459f"/>
          <a:stretch xmlns:a="http://schemas.openxmlformats.org/drawingml/2006/main"/>
        </p:blipFill>
        <p:spPr>
          <a:xfrm xmlns:a="http://schemas.openxmlformats.org/drawingml/2006/main">
            <a:off x="3202323" y="1333500"/>
            <a:ext cx="5787353" cy="4238625"/>
          </a:xfrm>
          <a:prstGeom xmlns:a="http://schemas.openxmlformats.org/drawingml/2006/main" prst="rect">
            <a:avLst/>
          </a:prstGeom>
        </p:spPr>
      </p:pic>
      <p:sp>
        <p:nvSpPr>
          <p:cNvPr id="4" name="actividad-0">
            <a:extLst xmlns:a="http://schemas.openxmlformats.org/drawingml/2006/main">
              <a:ext uri="{FF2B5EF4-FFF2-40B4-BE49-F238E27FC236}">
                <a16:creationId xmlns:a16="http://schemas.microsoft.com/office/drawing/2014/main" id="{FC2B514E-5B04-4E31-A9B0-CFA4319512FD}"/>
              </a:ext>
            </a:extLst>
          </p:cNvPr>
          <p:cNvSpPr>
            <a:spLocks xmlns:a="http://schemas.openxmlformats.org/drawingml/2006/main" noGrp="1"/>
          </p:cNvSpPr>
          <p:nvPr/>
        </p:nvSpPr>
        <p:spPr>
          <a:xfrm xmlns:a="http://schemas.openxmlformats.org/drawingml/2006/main">
            <a:off x="666750" y="5810250"/>
            <a:ext cx="2038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E4B"/>
                </a:solidFill>
                <a:latin typeface="Calibri"/>
                <a:ea typeface="Calibri"/>
                <a:cs typeface="Calibri"/>
              </a:defRPr>
            </a:defPPr>
            <a:lvl1pPr algn="ctr">
              <a:defRPr sz="1875" b="1">
                <a:solidFill>
                  <a:srgbClr val="173E4B"/>
                </a:solidFill>
                <a:latin typeface="Calibri"/>
                <a:ea typeface="Calibri"/>
                <a:cs typeface="Calibri"/>
              </a:defRPr>
            </a:lvl1pPr>
            <a:lvl2pPr algn="ctr">
              <a:defRPr sz="1875" b="1">
                <a:solidFill>
                  <a:srgbClr val="173E4B"/>
                </a:solidFill>
                <a:latin typeface="Calibri"/>
                <a:ea typeface="Calibri"/>
                <a:cs typeface="Calibri"/>
              </a:defRPr>
            </a:lvl2pPr>
            <a:lvl3pPr algn="ctr">
              <a:defRPr sz="1875" b="1">
                <a:solidFill>
                  <a:srgbClr val="173E4B"/>
                </a:solidFill>
                <a:latin typeface="Calibri"/>
                <a:ea typeface="Calibri"/>
                <a:cs typeface="Calibri"/>
              </a:defRPr>
            </a:lvl3pPr>
            <a:lvl4pPr algn="ctr">
              <a:defRPr sz="1875" b="1">
                <a:solidFill>
                  <a:srgbClr val="173E4B"/>
                </a:solidFill>
                <a:latin typeface="Calibri"/>
                <a:ea typeface="Calibri"/>
                <a:cs typeface="Calibri"/>
              </a:defRPr>
            </a:lvl4pPr>
            <a:lvl5pPr algn="ctr">
              <a:defRPr sz="1875" b="1">
                <a:solidFill>
                  <a:srgbClr val="173E4B"/>
                </a:solidFill>
                <a:latin typeface="Calibri"/>
                <a:ea typeface="Calibri"/>
                <a:cs typeface="Calibri"/>
              </a:defRPr>
            </a:lvl5pPr>
            <a:lvl6pPr algn="ctr">
              <a:defRPr sz="1875" b="1">
                <a:solidFill>
                  <a:srgbClr val="173E4B"/>
                </a:solidFill>
                <a:latin typeface="Calibri"/>
                <a:ea typeface="Calibri"/>
                <a:cs typeface="Calibri"/>
              </a:defRPr>
            </a:lvl6pPr>
            <a:lvl7pPr algn="ctr">
              <a:defRPr sz="1875" b="1">
                <a:solidFill>
                  <a:srgbClr val="173E4B"/>
                </a:solidFill>
                <a:latin typeface="Calibri"/>
                <a:ea typeface="Calibri"/>
                <a:cs typeface="Calibri"/>
              </a:defRPr>
            </a:lvl7pPr>
            <a:lvl8pPr algn="ctr">
              <a:defRPr sz="1875" b="1">
                <a:solidFill>
                  <a:srgbClr val="173E4B"/>
                </a:solidFill>
                <a:latin typeface="Calibri"/>
                <a:ea typeface="Calibri"/>
                <a:cs typeface="Calibri"/>
              </a:defRPr>
            </a:lvl8pPr>
            <a:lvl9pPr algn="ctr">
              <a:defRPr sz="1875" b="1">
                <a:solidFill>
                  <a:srgbClr val="173E4B"/>
                </a:solidFill>
                <a:latin typeface="Calibri"/>
                <a:ea typeface="Calibri"/>
                <a:cs typeface="Calibri"/>
              </a:defRPr>
            </a:lvl9pPr>
          </a:lstStyle>
          <a:p xmlns:a="http://schemas.openxmlformats.org/drawingml/2006/main">
            <a:pPr algn="ctr">
              <a:defRPr sz="1875" b="1">
                <a:solidFill>
                  <a:srgbClr val="173E4B"/>
                </a:solidFill>
                <a:latin typeface="Calibri"/>
                <a:ea typeface="Calibri"/>
                <a:cs typeface="Calibri"/>
              </a:defRPr>
            </a:pPr>
            <a:r>
              <a:rPr sz="1875" b="1">
                <a:solidFill>
                  <a:srgbClr val="173E4B"/>
                </a:solidFill>
                <a:latin typeface="Calibri"/>
                <a:ea typeface="Calibri"/>
                <a:cs typeface="Calibri"/>
              </a:rPr>
              <a:t>8 min juegos</a:t>
            </a:r>
          </a:p>
        </p:txBody>
      </p:sp>
      <p:sp>
        <p:nvSpPr>
          <p:cNvPr id="5" name="actividad-1">
            <a:extLst xmlns:a="http://schemas.openxmlformats.org/drawingml/2006/main">
              <a:ext uri="{FF2B5EF4-FFF2-40B4-BE49-F238E27FC236}">
                <a16:creationId xmlns:a16="http://schemas.microsoft.com/office/drawing/2014/main" id="{EDDD41D9-E47C-421B-91A1-6D5454A8420B}"/>
              </a:ext>
            </a:extLst>
          </p:cNvPr>
          <p:cNvSpPr>
            <a:spLocks xmlns:a="http://schemas.openxmlformats.org/drawingml/2006/main" noGrp="1"/>
          </p:cNvSpPr>
          <p:nvPr/>
        </p:nvSpPr>
        <p:spPr>
          <a:xfrm xmlns:a="http://schemas.openxmlformats.org/drawingml/2006/main">
            <a:off x="2838450" y="5810250"/>
            <a:ext cx="2038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E4B"/>
                </a:solidFill>
                <a:latin typeface="Calibri"/>
                <a:ea typeface="Calibri"/>
                <a:cs typeface="Calibri"/>
              </a:defRPr>
            </a:defPPr>
            <a:lvl1pPr algn="ctr">
              <a:defRPr sz="1875" b="1">
                <a:solidFill>
                  <a:srgbClr val="173E4B"/>
                </a:solidFill>
                <a:latin typeface="Calibri"/>
                <a:ea typeface="Calibri"/>
                <a:cs typeface="Calibri"/>
              </a:defRPr>
            </a:lvl1pPr>
            <a:lvl2pPr algn="ctr">
              <a:defRPr sz="1875" b="1">
                <a:solidFill>
                  <a:srgbClr val="173E4B"/>
                </a:solidFill>
                <a:latin typeface="Calibri"/>
                <a:ea typeface="Calibri"/>
                <a:cs typeface="Calibri"/>
              </a:defRPr>
            </a:lvl2pPr>
            <a:lvl3pPr algn="ctr">
              <a:defRPr sz="1875" b="1">
                <a:solidFill>
                  <a:srgbClr val="173E4B"/>
                </a:solidFill>
                <a:latin typeface="Calibri"/>
                <a:ea typeface="Calibri"/>
                <a:cs typeface="Calibri"/>
              </a:defRPr>
            </a:lvl3pPr>
            <a:lvl4pPr algn="ctr">
              <a:defRPr sz="1875" b="1">
                <a:solidFill>
                  <a:srgbClr val="173E4B"/>
                </a:solidFill>
                <a:latin typeface="Calibri"/>
                <a:ea typeface="Calibri"/>
                <a:cs typeface="Calibri"/>
              </a:defRPr>
            </a:lvl4pPr>
            <a:lvl5pPr algn="ctr">
              <a:defRPr sz="1875" b="1">
                <a:solidFill>
                  <a:srgbClr val="173E4B"/>
                </a:solidFill>
                <a:latin typeface="Calibri"/>
                <a:ea typeface="Calibri"/>
                <a:cs typeface="Calibri"/>
              </a:defRPr>
            </a:lvl5pPr>
            <a:lvl6pPr algn="ctr">
              <a:defRPr sz="1875" b="1">
                <a:solidFill>
                  <a:srgbClr val="173E4B"/>
                </a:solidFill>
                <a:latin typeface="Calibri"/>
                <a:ea typeface="Calibri"/>
                <a:cs typeface="Calibri"/>
              </a:defRPr>
            </a:lvl6pPr>
            <a:lvl7pPr algn="ctr">
              <a:defRPr sz="1875" b="1">
                <a:solidFill>
                  <a:srgbClr val="173E4B"/>
                </a:solidFill>
                <a:latin typeface="Calibri"/>
                <a:ea typeface="Calibri"/>
                <a:cs typeface="Calibri"/>
              </a:defRPr>
            </a:lvl7pPr>
            <a:lvl8pPr algn="ctr">
              <a:defRPr sz="1875" b="1">
                <a:solidFill>
                  <a:srgbClr val="173E4B"/>
                </a:solidFill>
                <a:latin typeface="Calibri"/>
                <a:ea typeface="Calibri"/>
                <a:cs typeface="Calibri"/>
              </a:defRPr>
            </a:lvl8pPr>
            <a:lvl9pPr algn="ctr">
              <a:defRPr sz="1875" b="1">
                <a:solidFill>
                  <a:srgbClr val="173E4B"/>
                </a:solidFill>
                <a:latin typeface="Calibri"/>
                <a:ea typeface="Calibri"/>
                <a:cs typeface="Calibri"/>
              </a:defRPr>
            </a:lvl9pPr>
          </a:lstStyle>
          <a:p xmlns:a="http://schemas.openxmlformats.org/drawingml/2006/main">
            <a:pPr algn="ctr">
              <a:defRPr sz="1875" b="1">
                <a:solidFill>
                  <a:srgbClr val="173E4B"/>
                </a:solidFill>
                <a:latin typeface="Calibri"/>
                <a:ea typeface="Calibri"/>
                <a:cs typeface="Calibri"/>
              </a:defRPr>
            </a:pPr>
            <a:r>
              <a:rPr sz="1875" b="1">
                <a:solidFill>
                  <a:srgbClr val="173E4B"/>
                </a:solidFill>
                <a:latin typeface="Calibri"/>
                <a:ea typeface="Calibri"/>
                <a:cs typeface="Calibri"/>
              </a:rPr>
              <a:t>10 min simulacro</a:t>
            </a:r>
          </a:p>
        </p:txBody>
      </p:sp>
      <p:sp>
        <p:nvSpPr>
          <p:cNvPr id="6" name="actividad-2">
            <a:extLst xmlns:a="http://schemas.openxmlformats.org/drawingml/2006/main">
              <a:ext uri="{FF2B5EF4-FFF2-40B4-BE49-F238E27FC236}">
                <a16:creationId xmlns:a16="http://schemas.microsoft.com/office/drawing/2014/main" id="{3C4F993E-623C-48C8-8D76-FAEAF6DCA126}"/>
              </a:ext>
            </a:extLst>
          </p:cNvPr>
          <p:cNvSpPr>
            <a:spLocks xmlns:a="http://schemas.openxmlformats.org/drawingml/2006/main" noGrp="1"/>
          </p:cNvSpPr>
          <p:nvPr/>
        </p:nvSpPr>
        <p:spPr>
          <a:xfrm xmlns:a="http://schemas.openxmlformats.org/drawingml/2006/main">
            <a:off x="5010150" y="5810250"/>
            <a:ext cx="2038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E4B"/>
                </a:solidFill>
                <a:latin typeface="Calibri"/>
                <a:ea typeface="Calibri"/>
                <a:cs typeface="Calibri"/>
              </a:defRPr>
            </a:defPPr>
            <a:lvl1pPr algn="ctr">
              <a:defRPr sz="1875" b="1">
                <a:solidFill>
                  <a:srgbClr val="173E4B"/>
                </a:solidFill>
                <a:latin typeface="Calibri"/>
                <a:ea typeface="Calibri"/>
                <a:cs typeface="Calibri"/>
              </a:defRPr>
            </a:lvl1pPr>
            <a:lvl2pPr algn="ctr">
              <a:defRPr sz="1875" b="1">
                <a:solidFill>
                  <a:srgbClr val="173E4B"/>
                </a:solidFill>
                <a:latin typeface="Calibri"/>
                <a:ea typeface="Calibri"/>
                <a:cs typeface="Calibri"/>
              </a:defRPr>
            </a:lvl2pPr>
            <a:lvl3pPr algn="ctr">
              <a:defRPr sz="1875" b="1">
                <a:solidFill>
                  <a:srgbClr val="173E4B"/>
                </a:solidFill>
                <a:latin typeface="Calibri"/>
                <a:ea typeface="Calibri"/>
                <a:cs typeface="Calibri"/>
              </a:defRPr>
            </a:lvl3pPr>
            <a:lvl4pPr algn="ctr">
              <a:defRPr sz="1875" b="1">
                <a:solidFill>
                  <a:srgbClr val="173E4B"/>
                </a:solidFill>
                <a:latin typeface="Calibri"/>
                <a:ea typeface="Calibri"/>
                <a:cs typeface="Calibri"/>
              </a:defRPr>
            </a:lvl4pPr>
            <a:lvl5pPr algn="ctr">
              <a:defRPr sz="1875" b="1">
                <a:solidFill>
                  <a:srgbClr val="173E4B"/>
                </a:solidFill>
                <a:latin typeface="Calibri"/>
                <a:ea typeface="Calibri"/>
                <a:cs typeface="Calibri"/>
              </a:defRPr>
            </a:lvl5pPr>
            <a:lvl6pPr algn="ctr">
              <a:defRPr sz="1875" b="1">
                <a:solidFill>
                  <a:srgbClr val="173E4B"/>
                </a:solidFill>
                <a:latin typeface="Calibri"/>
                <a:ea typeface="Calibri"/>
                <a:cs typeface="Calibri"/>
              </a:defRPr>
            </a:lvl6pPr>
            <a:lvl7pPr algn="ctr">
              <a:defRPr sz="1875" b="1">
                <a:solidFill>
                  <a:srgbClr val="173E4B"/>
                </a:solidFill>
                <a:latin typeface="Calibri"/>
                <a:ea typeface="Calibri"/>
                <a:cs typeface="Calibri"/>
              </a:defRPr>
            </a:lvl7pPr>
            <a:lvl8pPr algn="ctr">
              <a:defRPr sz="1875" b="1">
                <a:solidFill>
                  <a:srgbClr val="173E4B"/>
                </a:solidFill>
                <a:latin typeface="Calibri"/>
                <a:ea typeface="Calibri"/>
                <a:cs typeface="Calibri"/>
              </a:defRPr>
            </a:lvl8pPr>
            <a:lvl9pPr algn="ctr">
              <a:defRPr sz="1875" b="1">
                <a:solidFill>
                  <a:srgbClr val="173E4B"/>
                </a:solidFill>
                <a:latin typeface="Calibri"/>
                <a:ea typeface="Calibri"/>
                <a:cs typeface="Calibri"/>
              </a:defRPr>
            </a:lvl9pPr>
          </a:lstStyle>
          <a:p xmlns:a="http://schemas.openxmlformats.org/drawingml/2006/main">
            <a:pPr algn="ctr">
              <a:defRPr sz="1875" b="1">
                <a:solidFill>
                  <a:srgbClr val="173E4B"/>
                </a:solidFill>
                <a:latin typeface="Calibri"/>
                <a:ea typeface="Calibri"/>
                <a:cs typeface="Calibri"/>
              </a:defRPr>
            </a:pPr>
            <a:r>
              <a:rPr sz="1875" b="1">
                <a:solidFill>
                  <a:srgbClr val="173E4B"/>
                </a:solidFill>
                <a:latin typeface="Calibri"/>
                <a:ea typeface="Calibri"/>
                <a:cs typeface="Calibri"/>
              </a:rPr>
              <a:t>5 min flashcards</a:t>
            </a:r>
          </a:p>
        </p:txBody>
      </p:sp>
      <p:sp>
        <p:nvSpPr>
          <p:cNvPr id="7" name="actividad-3">
            <a:extLst xmlns:a="http://schemas.openxmlformats.org/drawingml/2006/main">
              <a:ext uri="{FF2B5EF4-FFF2-40B4-BE49-F238E27FC236}">
                <a16:creationId xmlns:a16="http://schemas.microsoft.com/office/drawing/2014/main" id="{C5E0F805-B991-459D-B6A8-EEBB59CA396B}"/>
              </a:ext>
            </a:extLst>
          </p:cNvPr>
          <p:cNvSpPr>
            <a:spLocks xmlns:a="http://schemas.openxmlformats.org/drawingml/2006/main" noGrp="1"/>
          </p:cNvSpPr>
          <p:nvPr/>
        </p:nvSpPr>
        <p:spPr>
          <a:xfrm xmlns:a="http://schemas.openxmlformats.org/drawingml/2006/main">
            <a:off x="7181850" y="5810250"/>
            <a:ext cx="2038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E4B"/>
                </a:solidFill>
                <a:latin typeface="Calibri"/>
                <a:ea typeface="Calibri"/>
                <a:cs typeface="Calibri"/>
              </a:defRPr>
            </a:defPPr>
            <a:lvl1pPr algn="ctr">
              <a:defRPr sz="1875" b="1">
                <a:solidFill>
                  <a:srgbClr val="173E4B"/>
                </a:solidFill>
                <a:latin typeface="Calibri"/>
                <a:ea typeface="Calibri"/>
                <a:cs typeface="Calibri"/>
              </a:defRPr>
            </a:lvl1pPr>
            <a:lvl2pPr algn="ctr">
              <a:defRPr sz="1875" b="1">
                <a:solidFill>
                  <a:srgbClr val="173E4B"/>
                </a:solidFill>
                <a:latin typeface="Calibri"/>
                <a:ea typeface="Calibri"/>
                <a:cs typeface="Calibri"/>
              </a:defRPr>
            </a:lvl2pPr>
            <a:lvl3pPr algn="ctr">
              <a:defRPr sz="1875" b="1">
                <a:solidFill>
                  <a:srgbClr val="173E4B"/>
                </a:solidFill>
                <a:latin typeface="Calibri"/>
                <a:ea typeface="Calibri"/>
                <a:cs typeface="Calibri"/>
              </a:defRPr>
            </a:lvl3pPr>
            <a:lvl4pPr algn="ctr">
              <a:defRPr sz="1875" b="1">
                <a:solidFill>
                  <a:srgbClr val="173E4B"/>
                </a:solidFill>
                <a:latin typeface="Calibri"/>
                <a:ea typeface="Calibri"/>
                <a:cs typeface="Calibri"/>
              </a:defRPr>
            </a:lvl4pPr>
            <a:lvl5pPr algn="ctr">
              <a:defRPr sz="1875" b="1">
                <a:solidFill>
                  <a:srgbClr val="173E4B"/>
                </a:solidFill>
                <a:latin typeface="Calibri"/>
                <a:ea typeface="Calibri"/>
                <a:cs typeface="Calibri"/>
              </a:defRPr>
            </a:lvl5pPr>
            <a:lvl6pPr algn="ctr">
              <a:defRPr sz="1875" b="1">
                <a:solidFill>
                  <a:srgbClr val="173E4B"/>
                </a:solidFill>
                <a:latin typeface="Calibri"/>
                <a:ea typeface="Calibri"/>
                <a:cs typeface="Calibri"/>
              </a:defRPr>
            </a:lvl6pPr>
            <a:lvl7pPr algn="ctr">
              <a:defRPr sz="1875" b="1">
                <a:solidFill>
                  <a:srgbClr val="173E4B"/>
                </a:solidFill>
                <a:latin typeface="Calibri"/>
                <a:ea typeface="Calibri"/>
                <a:cs typeface="Calibri"/>
              </a:defRPr>
            </a:lvl7pPr>
            <a:lvl8pPr algn="ctr">
              <a:defRPr sz="1875" b="1">
                <a:solidFill>
                  <a:srgbClr val="173E4B"/>
                </a:solidFill>
                <a:latin typeface="Calibri"/>
                <a:ea typeface="Calibri"/>
                <a:cs typeface="Calibri"/>
              </a:defRPr>
            </a:lvl8pPr>
            <a:lvl9pPr algn="ctr">
              <a:defRPr sz="1875" b="1">
                <a:solidFill>
                  <a:srgbClr val="173E4B"/>
                </a:solidFill>
                <a:latin typeface="Calibri"/>
                <a:ea typeface="Calibri"/>
                <a:cs typeface="Calibri"/>
              </a:defRPr>
            </a:lvl9pPr>
          </a:lstStyle>
          <a:p xmlns:a="http://schemas.openxmlformats.org/drawingml/2006/main">
            <a:pPr algn="ctr">
              <a:defRPr sz="1875" b="1">
                <a:solidFill>
                  <a:srgbClr val="173E4B"/>
                </a:solidFill>
                <a:latin typeface="Calibri"/>
                <a:ea typeface="Calibri"/>
                <a:cs typeface="Calibri"/>
              </a:defRPr>
            </a:pPr>
            <a:r>
              <a:rPr sz="1875" b="1">
                <a:solidFill>
                  <a:srgbClr val="173E4B"/>
                </a:solidFill>
                <a:latin typeface="Calibri"/>
                <a:ea typeface="Calibri"/>
                <a:cs typeface="Calibri"/>
              </a:rPr>
              <a:t>30 min evaluación</a:t>
            </a:r>
          </a:p>
        </p:txBody>
      </p:sp>
      <p:sp>
        <p:nvSpPr>
          <p:cNvPr id="8" name="actividad-4">
            <a:extLst xmlns:a="http://schemas.openxmlformats.org/drawingml/2006/main">
              <a:ext uri="{FF2B5EF4-FFF2-40B4-BE49-F238E27FC236}">
                <a16:creationId xmlns:a16="http://schemas.microsoft.com/office/drawing/2014/main" id="{F9FE4C89-23EB-4744-A0FC-CE34AFA2384B}"/>
              </a:ext>
            </a:extLst>
          </p:cNvPr>
          <p:cNvSpPr>
            <a:spLocks xmlns:a="http://schemas.openxmlformats.org/drawingml/2006/main" noGrp="1"/>
          </p:cNvSpPr>
          <p:nvPr/>
        </p:nvSpPr>
        <p:spPr>
          <a:xfrm xmlns:a="http://schemas.openxmlformats.org/drawingml/2006/main">
            <a:off x="9353550" y="5810250"/>
            <a:ext cx="2038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173E4B"/>
                </a:solidFill>
                <a:latin typeface="Calibri"/>
                <a:ea typeface="Calibri"/>
                <a:cs typeface="Calibri"/>
              </a:defRPr>
            </a:defPPr>
            <a:lvl1pPr algn="ctr">
              <a:defRPr sz="1875" b="1">
                <a:solidFill>
                  <a:srgbClr val="173E4B"/>
                </a:solidFill>
                <a:latin typeface="Calibri"/>
                <a:ea typeface="Calibri"/>
                <a:cs typeface="Calibri"/>
              </a:defRPr>
            </a:lvl1pPr>
            <a:lvl2pPr algn="ctr">
              <a:defRPr sz="1875" b="1">
                <a:solidFill>
                  <a:srgbClr val="173E4B"/>
                </a:solidFill>
                <a:latin typeface="Calibri"/>
                <a:ea typeface="Calibri"/>
                <a:cs typeface="Calibri"/>
              </a:defRPr>
            </a:lvl2pPr>
            <a:lvl3pPr algn="ctr">
              <a:defRPr sz="1875" b="1">
                <a:solidFill>
                  <a:srgbClr val="173E4B"/>
                </a:solidFill>
                <a:latin typeface="Calibri"/>
                <a:ea typeface="Calibri"/>
                <a:cs typeface="Calibri"/>
              </a:defRPr>
            </a:lvl3pPr>
            <a:lvl4pPr algn="ctr">
              <a:defRPr sz="1875" b="1">
                <a:solidFill>
                  <a:srgbClr val="173E4B"/>
                </a:solidFill>
                <a:latin typeface="Calibri"/>
                <a:ea typeface="Calibri"/>
                <a:cs typeface="Calibri"/>
              </a:defRPr>
            </a:lvl4pPr>
            <a:lvl5pPr algn="ctr">
              <a:defRPr sz="1875" b="1">
                <a:solidFill>
                  <a:srgbClr val="173E4B"/>
                </a:solidFill>
                <a:latin typeface="Calibri"/>
                <a:ea typeface="Calibri"/>
                <a:cs typeface="Calibri"/>
              </a:defRPr>
            </a:lvl5pPr>
            <a:lvl6pPr algn="ctr">
              <a:defRPr sz="1875" b="1">
                <a:solidFill>
                  <a:srgbClr val="173E4B"/>
                </a:solidFill>
                <a:latin typeface="Calibri"/>
                <a:ea typeface="Calibri"/>
                <a:cs typeface="Calibri"/>
              </a:defRPr>
            </a:lvl6pPr>
            <a:lvl7pPr algn="ctr">
              <a:defRPr sz="1875" b="1">
                <a:solidFill>
                  <a:srgbClr val="173E4B"/>
                </a:solidFill>
                <a:latin typeface="Calibri"/>
                <a:ea typeface="Calibri"/>
                <a:cs typeface="Calibri"/>
              </a:defRPr>
            </a:lvl7pPr>
            <a:lvl8pPr algn="ctr">
              <a:defRPr sz="1875" b="1">
                <a:solidFill>
                  <a:srgbClr val="173E4B"/>
                </a:solidFill>
                <a:latin typeface="Calibri"/>
                <a:ea typeface="Calibri"/>
                <a:cs typeface="Calibri"/>
              </a:defRPr>
            </a:lvl8pPr>
            <a:lvl9pPr algn="ctr">
              <a:defRPr sz="1875" b="1">
                <a:solidFill>
                  <a:srgbClr val="173E4B"/>
                </a:solidFill>
                <a:latin typeface="Calibri"/>
                <a:ea typeface="Calibri"/>
                <a:cs typeface="Calibri"/>
              </a:defRPr>
            </a:lvl9pPr>
          </a:lstStyle>
          <a:p xmlns:a="http://schemas.openxmlformats.org/drawingml/2006/main">
            <a:pPr algn="ctr">
              <a:defRPr sz="1875" b="1">
                <a:solidFill>
                  <a:srgbClr val="173E4B"/>
                </a:solidFill>
                <a:latin typeface="Calibri"/>
                <a:ea typeface="Calibri"/>
                <a:cs typeface="Calibri"/>
              </a:defRPr>
            </a:pPr>
            <a:r>
              <a:rPr sz="1875" b="1">
                <a:solidFill>
                  <a:srgbClr val="173E4B"/>
                </a:solidFill>
                <a:latin typeface="Calibri"/>
                <a:ea typeface="Calibri"/>
                <a:cs typeface="Calibri"/>
              </a:rPr>
              <a:t>2 min cierre</a:t>
            </a:r>
          </a:p>
        </p:txBody>
      </p:sp>
      <p:sp>
        <p:nvSpPr>
          <p:cNvPr id="9" name="banda-idea">
            <a:extLst xmlns:a="http://schemas.openxmlformats.org/drawingml/2006/main">
              <a:ext uri="{FF2B5EF4-FFF2-40B4-BE49-F238E27FC236}">
                <a16:creationId xmlns:a16="http://schemas.microsoft.com/office/drawing/2014/main" id="{22637239-884B-497E-A7AE-7B56EC5584BD}"/>
              </a:ext>
            </a:extLst>
          </p:cNvPr>
          <p:cNvSpPr>
            <a:spLocks xmlns:a="http://schemas.openxmlformats.org/drawingml/2006/main" noGrp="1"/>
          </p:cNvSpPr>
          <p:nvPr/>
        </p:nvSpPr>
        <p:spPr>
          <a:xfrm xmlns:a="http://schemas.openxmlformats.org/drawingml/2006/main">
            <a:off x="609600" y="6400800"/>
            <a:ext cx="10477500" cy="4000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 name="idea-clave">
            <a:extLst xmlns:a="http://schemas.openxmlformats.org/drawingml/2006/main">
              <a:ext uri="{FF2B5EF4-FFF2-40B4-BE49-F238E27FC236}">
                <a16:creationId xmlns:a16="http://schemas.microsoft.com/office/drawing/2014/main" id="{AAD86B01-FB03-4F1A-BB46-D91C4120CEC3}"/>
              </a:ext>
            </a:extLst>
          </p:cNvPr>
          <p:cNvSpPr>
            <a:spLocks xmlns:a="http://schemas.openxmlformats.org/drawingml/2006/main" noGrp="1"/>
          </p:cNvSpPr>
          <p:nvPr/>
        </p:nvSpPr>
        <p:spPr>
          <a:xfrm xmlns:a="http://schemas.openxmlformats.org/drawingml/2006/main">
            <a:off x="742950" y="6429375"/>
            <a:ext cx="10210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173E4B"/>
                </a:solidFill>
                <a:latin typeface="Calibri"/>
                <a:ea typeface="Calibri"/>
                <a:cs typeface="Calibri"/>
              </a:defRPr>
            </a:defPPr>
            <a:lvl1pPr algn="l">
              <a:defRPr sz="1575" b="1">
                <a:solidFill>
                  <a:srgbClr val="173E4B"/>
                </a:solidFill>
                <a:latin typeface="Calibri"/>
                <a:ea typeface="Calibri"/>
                <a:cs typeface="Calibri"/>
              </a:defRPr>
            </a:lvl1pPr>
            <a:lvl2pPr algn="l">
              <a:defRPr sz="1575" b="1">
                <a:solidFill>
                  <a:srgbClr val="173E4B"/>
                </a:solidFill>
                <a:latin typeface="Calibri"/>
                <a:ea typeface="Calibri"/>
                <a:cs typeface="Calibri"/>
              </a:defRPr>
            </a:lvl2pPr>
            <a:lvl3pPr algn="l">
              <a:defRPr sz="1575" b="1">
                <a:solidFill>
                  <a:srgbClr val="173E4B"/>
                </a:solidFill>
                <a:latin typeface="Calibri"/>
                <a:ea typeface="Calibri"/>
                <a:cs typeface="Calibri"/>
              </a:defRPr>
            </a:lvl3pPr>
            <a:lvl4pPr algn="l">
              <a:defRPr sz="1575" b="1">
                <a:solidFill>
                  <a:srgbClr val="173E4B"/>
                </a:solidFill>
                <a:latin typeface="Calibri"/>
                <a:ea typeface="Calibri"/>
                <a:cs typeface="Calibri"/>
              </a:defRPr>
            </a:lvl4pPr>
            <a:lvl5pPr algn="l">
              <a:defRPr sz="1575" b="1">
                <a:solidFill>
                  <a:srgbClr val="173E4B"/>
                </a:solidFill>
                <a:latin typeface="Calibri"/>
                <a:ea typeface="Calibri"/>
                <a:cs typeface="Calibri"/>
              </a:defRPr>
            </a:lvl5pPr>
            <a:lvl6pPr algn="l">
              <a:defRPr sz="1575" b="1">
                <a:solidFill>
                  <a:srgbClr val="173E4B"/>
                </a:solidFill>
                <a:latin typeface="Calibri"/>
                <a:ea typeface="Calibri"/>
                <a:cs typeface="Calibri"/>
              </a:defRPr>
            </a:lvl6pPr>
            <a:lvl7pPr algn="l">
              <a:defRPr sz="1575" b="1">
                <a:solidFill>
                  <a:srgbClr val="173E4B"/>
                </a:solidFill>
                <a:latin typeface="Calibri"/>
                <a:ea typeface="Calibri"/>
                <a:cs typeface="Calibri"/>
              </a:defRPr>
            </a:lvl7pPr>
            <a:lvl8pPr algn="l">
              <a:defRPr sz="1575" b="1">
                <a:solidFill>
                  <a:srgbClr val="173E4B"/>
                </a:solidFill>
                <a:latin typeface="Calibri"/>
                <a:ea typeface="Calibri"/>
                <a:cs typeface="Calibri"/>
              </a:defRPr>
            </a:lvl8pPr>
            <a:lvl9pPr algn="l">
              <a:defRPr sz="1575" b="1">
                <a:solidFill>
                  <a:srgbClr val="173E4B"/>
                </a:solidFill>
                <a:latin typeface="Calibri"/>
                <a:ea typeface="Calibri"/>
                <a:cs typeface="Calibri"/>
              </a:defRPr>
            </a:lvl9pPr>
          </a:lstStyle>
          <a:p xmlns:a="http://schemas.openxmlformats.org/drawingml/2006/main">
            <a:pPr algn="l">
              <a:defRPr sz="1575" b="1">
                <a:solidFill>
                  <a:srgbClr val="173E4B"/>
                </a:solidFill>
                <a:latin typeface="Calibri"/>
                <a:ea typeface="Calibri"/>
                <a:cs typeface="Calibri"/>
              </a:defRPr>
            </a:pPr>
            <a:r>
              <a:rPr sz="1575" b="1">
                <a:solidFill>
                  <a:srgbClr val="173E4B"/>
                </a:solidFill>
                <a:latin typeface="Calibri"/>
                <a:ea typeface="Calibri"/>
                <a:cs typeface="Calibri"/>
              </a:rPr>
              <a:t>Aplicar → recuperar de memoria → evaluar → revisar las explicaciones.</a:t>
            </a:r>
          </a:p>
        </p:txBody>
      </p:sp>
      <p:sp>
        <p:nvSpPr>
          <p:cNvPr id="11" name="numero">
            <a:extLst xmlns:a="http://schemas.openxmlformats.org/drawingml/2006/main">
              <a:ext uri="{FF2B5EF4-FFF2-40B4-BE49-F238E27FC236}">
                <a16:creationId xmlns:a16="http://schemas.microsoft.com/office/drawing/2014/main" id="{235E5ECD-5A8B-4357-BBA8-C725BF54EAC3}"/>
              </a:ext>
            </a:extLst>
          </p:cNvPr>
          <p:cNvSpPr>
            <a:spLocks xmlns:a="http://schemas.openxmlformats.org/drawingml/2006/main" noGrp="1"/>
          </p:cNvSpPr>
          <p:nvPr/>
        </p:nvSpPr>
        <p:spPr>
          <a:xfrm xmlns:a="http://schemas.openxmlformats.org/drawingml/2006/main">
            <a:off x="11277600" y="6534150"/>
            <a:ext cx="381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3686C"/>
                </a:solidFill>
                <a:latin typeface="Calibri"/>
                <a:ea typeface="Calibri"/>
                <a:cs typeface="Calibri"/>
              </a:defRPr>
            </a:defPPr>
            <a:lvl1pPr algn="l">
              <a:defRPr sz="1275" b="0">
                <a:solidFill>
                  <a:srgbClr val="53686C"/>
                </a:solidFill>
                <a:latin typeface="Calibri"/>
                <a:ea typeface="Calibri"/>
                <a:cs typeface="Calibri"/>
              </a:defRPr>
            </a:lvl1pPr>
            <a:lvl2pPr algn="l">
              <a:defRPr sz="1275" b="0">
                <a:solidFill>
                  <a:srgbClr val="53686C"/>
                </a:solidFill>
                <a:latin typeface="Calibri"/>
                <a:ea typeface="Calibri"/>
                <a:cs typeface="Calibri"/>
              </a:defRPr>
            </a:lvl2pPr>
            <a:lvl3pPr algn="l">
              <a:defRPr sz="1275" b="0">
                <a:solidFill>
                  <a:srgbClr val="53686C"/>
                </a:solidFill>
                <a:latin typeface="Calibri"/>
                <a:ea typeface="Calibri"/>
                <a:cs typeface="Calibri"/>
              </a:defRPr>
            </a:lvl3pPr>
            <a:lvl4pPr algn="l">
              <a:defRPr sz="1275" b="0">
                <a:solidFill>
                  <a:srgbClr val="53686C"/>
                </a:solidFill>
                <a:latin typeface="Calibri"/>
                <a:ea typeface="Calibri"/>
                <a:cs typeface="Calibri"/>
              </a:defRPr>
            </a:lvl4pPr>
            <a:lvl5pPr algn="l">
              <a:defRPr sz="1275" b="0">
                <a:solidFill>
                  <a:srgbClr val="53686C"/>
                </a:solidFill>
                <a:latin typeface="Calibri"/>
                <a:ea typeface="Calibri"/>
                <a:cs typeface="Calibri"/>
              </a:defRPr>
            </a:lvl5pPr>
            <a:lvl6pPr algn="l">
              <a:defRPr sz="1275" b="0">
                <a:solidFill>
                  <a:srgbClr val="53686C"/>
                </a:solidFill>
                <a:latin typeface="Calibri"/>
                <a:ea typeface="Calibri"/>
                <a:cs typeface="Calibri"/>
              </a:defRPr>
            </a:lvl6pPr>
            <a:lvl7pPr algn="l">
              <a:defRPr sz="1275" b="0">
                <a:solidFill>
                  <a:srgbClr val="53686C"/>
                </a:solidFill>
                <a:latin typeface="Calibri"/>
                <a:ea typeface="Calibri"/>
                <a:cs typeface="Calibri"/>
              </a:defRPr>
            </a:lvl7pPr>
            <a:lvl8pPr algn="l">
              <a:defRPr sz="1275" b="0">
                <a:solidFill>
                  <a:srgbClr val="53686C"/>
                </a:solidFill>
                <a:latin typeface="Calibri"/>
                <a:ea typeface="Calibri"/>
                <a:cs typeface="Calibri"/>
              </a:defRPr>
            </a:lvl8pPr>
            <a:lvl9pPr algn="l">
              <a:defRPr sz="1275" b="0">
                <a:solidFill>
                  <a:srgbClr val="53686C"/>
                </a:solidFill>
                <a:latin typeface="Calibri"/>
                <a:ea typeface="Calibri"/>
                <a:cs typeface="Calibri"/>
              </a:defRPr>
            </a:lvl9pPr>
          </a:lstStyle>
          <a:p xmlns:a="http://schemas.openxmlformats.org/drawingml/2006/main">
            <a:pPr algn="l">
              <a:defRPr sz="1275" b="0">
                <a:solidFill>
                  <a:srgbClr val="53686C"/>
                </a:solidFill>
                <a:latin typeface="Calibri"/>
                <a:ea typeface="Calibri"/>
                <a:cs typeface="Calibri"/>
              </a:defRPr>
            </a:pPr>
            <a:r>
              <a:rPr sz="1275" b="0">
                <a:solidFill>
                  <a:srgbClr val="53686C"/>
                </a:solidFill>
                <a:latin typeface="Calibri"/>
                <a:ea typeface="Calibri"/>
                <a:cs typeface="Calibri"/>
              </a:rPr>
              <a:t>39</a:t>
            </a:r>
          </a:p>
        </p:txBody>
      </p:sp>
    </p:spTree>
    <p:extLst>
      <p:ext uri="{BB962C8B-B14F-4D97-AF65-F5344CB8AC3E}">
        <p14:creationId xmlns:p14="http://schemas.microsoft.com/office/powerpoint/2010/main" val="10955892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2026-10-20T20:03:50.1720000Z</dcterms:created>
  <dcterms:modified xsi:type="dcterms:W3CDTF">2026-10-20T20:03:50.1720000Z</dcterms:modified>
</coreProperties>
</file>